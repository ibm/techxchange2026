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740" r:id="rId2"/>
  </p:sldMasterIdLst>
  <p:notesMasterIdLst>
    <p:notesMasterId r:id="rId13"/>
  </p:notesMasterIdLst>
  <p:sldIdLst>
    <p:sldId id="256" r:id="rId3"/>
    <p:sldId id="469" r:id="rId4"/>
    <p:sldId id="257" r:id="rId5"/>
    <p:sldId id="470" r:id="rId6"/>
    <p:sldId id="472" r:id="rId7"/>
    <p:sldId id="259" r:id="rId8"/>
    <p:sldId id="260" r:id="rId9"/>
    <p:sldId id="261" r:id="rId10"/>
    <p:sldId id="262" r:id="rId11"/>
    <p:sldId id="263" r:id="rId12"/>
  </p:sldIdLst>
  <p:sldSz cx="24387175" cy="13716000"/>
  <p:notesSz cx="6858000" cy="9144000"/>
  <p:embeddedFontLst>
    <p:embeddedFont>
      <p:font typeface="IBM Plex Mono" panose="020B0509050203000203" pitchFamily="49" charset="77"/>
      <p:regular r:id="rId14"/>
      <p:bold r:id="rId15"/>
      <p:italic r:id="rId16"/>
      <p:boldItalic r:id="rId17"/>
    </p:embeddedFont>
    <p:embeddedFont>
      <p:font typeface="IBM Plex Mono Light" panose="020B0409050203000203" pitchFamily="49" charset="77"/>
      <p:regular r:id="rId18"/>
      <p:italic r:id="rId19"/>
    </p:embeddedFont>
    <p:embeddedFont>
      <p:font typeface="IBM Plex Sans" panose="020B0503050203000203" pitchFamily="34" charset="0"/>
      <p:regular r:id="rId20"/>
      <p:bold r:id="rId21"/>
      <p:italic r:id="rId22"/>
      <p:boldItalic r:id="rId23"/>
    </p:embeddedFont>
    <p:embeddedFont>
      <p:font typeface="IBM Plex Sans Light" panose="020B0403050203000203" pitchFamily="34" charset="0"/>
      <p:regular r:id="rId24"/>
      <p:italic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75"/>
  </p:normalViewPr>
  <p:slideViewPr>
    <p:cSldViewPr snapToGrid="0" snapToObjects="1">
      <p:cViewPr varScale="1">
        <p:scale>
          <a:sx n="59" d="100"/>
          <a:sy n="59" d="100"/>
        </p:scale>
        <p:origin x="904"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font" Target="fonts/font8.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4.fntdata"/><Relationship Id="rId25" Type="http://schemas.openxmlformats.org/officeDocument/2006/relationships/font" Target="fonts/font12.fntdata"/><Relationship Id="rId2" Type="http://schemas.openxmlformats.org/officeDocument/2006/relationships/slideMaster" Target="slideMasters/slideMaster2.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11.fntdata"/><Relationship Id="rId5" Type="http://schemas.openxmlformats.org/officeDocument/2006/relationships/slide" Target="slides/slide3.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font" Target="fonts/font6.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dk1" tx1="lt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IN"/>
          </a:p>
        </p:txBody>
      </p:sp>
    </p:spTree>
    <p:extLst>
      <p:ext uri="{BB962C8B-B14F-4D97-AF65-F5344CB8AC3E}">
        <p14:creationId xmlns:p14="http://schemas.microsoft.com/office/powerpoint/2010/main" val="25544417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0D593-A05D-A51E-4A57-C28F5A0AAB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A7384E-C293-858F-B44A-FED1AD126E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90302E-A158-945F-5BCB-5BDD0CC17F0F}"/>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56A4CC87-D29B-64AB-4C24-6850D76A2DE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1517022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423CE-9126-CD70-8C3F-ABBC1C716B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B6D142-E28B-1E63-34E3-BA43606A78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AAD70-6FE2-3010-6A21-02990DC0FD2E}"/>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81BC1A57-D988-0302-441E-63FFD352A2E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1516778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1">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9ED0F45-CF91-144B-A4FC-B0E9287995A8}"/>
              </a:ext>
            </a:extLst>
          </p:cNvPr>
          <p:cNvSpPr>
            <a:spLocks noGrp="1"/>
          </p:cNvSpPr>
          <p:nvPr/>
        </p:nvSpPr>
        <p:spPr>
          <a:xfrm>
            <a:off x="-1" y="0"/>
            <a:ext cx="24387175" cy="13716000"/>
          </a:xfrm>
          <a:prstGeom prst="rect">
            <a:avLst/>
          </a:prstGeom>
          <a:solidFill>
            <a:schemeClr val="tx1"/>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chemeClr val="bg1"/>
              </a:solidFill>
              <a:latin typeface="+mn-lt"/>
              <a:ea typeface="+mn-lt"/>
              <a:cs typeface="+mn-lt"/>
            </a:endParaRPr>
          </a:p>
        </p:txBody>
      </p:sp>
      <p:sp>
        <p:nvSpPr>
          <p:cNvPr id="62" name="Text Placeholder 5">
            <a:extLst>
              <a:ext uri="{FF2B5EF4-FFF2-40B4-BE49-F238E27FC236}">
                <a16:creationId xmlns:a16="http://schemas.microsoft.com/office/drawing/2014/main" id="{CCA22637-7521-834E-B585-E724D4D30E65}"/>
              </a:ext>
            </a:extLst>
          </p:cNvPr>
          <p:cNvSpPr>
            <a:spLocks noGrp="1"/>
          </p:cNvSpPr>
          <p:nvPr>
            <p:ph type="body" idx="13" hasCustomPrompt="1"/>
          </p:nvPr>
        </p:nvSpPr>
        <p:spPr>
          <a:xfrm>
            <a:off x="525463" y="6858000"/>
            <a:ext cx="8612188" cy="2902226"/>
          </a:xfrm>
        </p:spPr>
        <p:txBody>
          <a:bodyPr/>
          <a:lstStyle>
            <a:lvl1pPr>
              <a:buNone/>
              <a:defRPr>
                <a:solidFill>
                  <a:srgbClr val="F4F4F4"/>
                </a:solidFill>
              </a:defRPr>
            </a:lvl1pPr>
          </a:lstStyle>
          <a:p>
            <a:r>
              <a:t>Session code (ID number)</a:t>
            </a:r>
            <a:br/>
            <a:r>
              <a:t>Session Title</a:t>
            </a:r>
            <a:br/>
            <a:r>
              <a:t>Firstname Lastname</a:t>
            </a:r>
            <a:br/>
            <a:r>
              <a:t>Company, Job Title</a:t>
            </a:r>
          </a:p>
        </p:txBody>
      </p:sp>
      <p:sp>
        <p:nvSpPr>
          <p:cNvPr id="63" name="Title 1">
            <a:extLst>
              <a:ext uri="{FF2B5EF4-FFF2-40B4-BE49-F238E27FC236}">
                <a16:creationId xmlns:a16="http://schemas.microsoft.com/office/drawing/2014/main" id="{D1D71252-7A4A-4A49-8C7D-CBE7A812DD2F}"/>
              </a:ext>
            </a:extLst>
          </p:cNvPr>
          <p:cNvSpPr>
            <a:spLocks noGrp="1"/>
          </p:cNvSpPr>
          <p:nvPr>
            <p:ph type="title"/>
          </p:nvPr>
        </p:nvSpPr>
        <p:spPr>
          <a:xfrm>
            <a:off x="525968" y="1452274"/>
            <a:ext cx="8611683" cy="4141712"/>
          </a:xfrm>
        </p:spPr>
        <p:txBody>
          <a:bodyPr/>
          <a:lstStyle>
            <a:lvl1pPr>
              <a:lnSpc>
                <a:spcPct val="100000"/>
              </a:lnSpc>
              <a:buNone/>
              <a:defRPr sz="8600">
                <a:solidFill>
                  <a:srgbClr val="F4F4F4"/>
                </a:solidFill>
              </a:defRPr>
            </a:lvl1pPr>
          </a:lstStyle>
          <a:p>
            <a:r>
              <a:t>Click to edit Master title style</a:t>
            </a:r>
          </a:p>
        </p:txBody>
      </p:sp>
      <p:sp>
        <p:nvSpPr>
          <p:cNvPr id="64" name="TextBox 63">
            <a:extLst>
              <a:ext uri="{FF2B5EF4-FFF2-40B4-BE49-F238E27FC236}">
                <a16:creationId xmlns:a16="http://schemas.microsoft.com/office/drawing/2014/main" id="{84D6F73F-7408-E54D-9F81-8C0B1A91D5AF}"/>
              </a:ext>
            </a:extLst>
          </p:cNvPr>
          <p:cNvSpPr>
            <a:spLocks noGrp="1"/>
          </p:cNvSpPr>
          <p:nvPr/>
        </p:nvSpPr>
        <p:spPr>
          <a:xfrm>
            <a:off x="540831" y="12363542"/>
            <a:ext cx="6800495" cy="861774"/>
          </a:xfrm>
          <a:prstGeom prst="rect">
            <a:avLst/>
          </a:prstGeom>
          <a:noFill/>
          <a:ln w="12700"/>
        </p:spPr>
        <p:txBody>
          <a:bodyPr wrap="square" lIns="0" tIns="0" rIns="0" bIns="0" anchor="b">
            <a:spAutoFit/>
          </a:bodyPr>
          <a:lstStyle/>
          <a:p>
            <a:r>
              <a:rPr sz="2800" b="0" i="0">
                <a:solidFill>
                  <a:srgbClr val="F4F4F4"/>
                </a:solidFill>
                <a:latin typeface="IBM Plex Mono Light"/>
                <a:ea typeface="IBM Plex Mono Light"/>
                <a:cs typeface="IBM Plex Mono Light"/>
              </a:rPr>
              <a:t>Atlanta, GA</a:t>
            </a:r>
            <a:br/>
            <a:r>
              <a:rPr sz="2800" b="0" i="0">
                <a:solidFill>
                  <a:srgbClr val="F4F4F4"/>
                </a:solidFill>
                <a:latin typeface="IBM Plex Mono Light"/>
                <a:ea typeface="IBM Plex Mono Light"/>
                <a:cs typeface="IBM Plex Mono Light"/>
              </a:rPr>
              <a:t>October 26–29</a:t>
            </a:r>
          </a:p>
        </p:txBody>
      </p:sp>
      <p:sp>
        <p:nvSpPr>
          <p:cNvPr id="66" name="TextBox 65">
            <a:extLst>
              <a:ext uri="{FF2B5EF4-FFF2-40B4-BE49-F238E27FC236}">
                <a16:creationId xmlns:a16="http://schemas.microsoft.com/office/drawing/2014/main" id="{A9EB1C30-2E3E-C749-BE09-CEE31CFB04EC}"/>
              </a:ext>
            </a:extLst>
          </p:cNvPr>
          <p:cNvSpPr>
            <a:spLocks noGrp="1"/>
          </p:cNvSpPr>
          <p:nvPr/>
        </p:nvSpPr>
        <p:spPr>
          <a:xfrm>
            <a:off x="12522200" y="-2260600"/>
            <a:ext cx="0" cy="0"/>
          </a:xfrm>
          <a:prstGeom prst="rect">
            <a:avLst/>
          </a:prstGeom>
          <a:ln w="12700"/>
        </p:spPr>
        <p:txBody>
          <a:bodyPr wrap="none" lIns="0" tIns="0" rIns="0" bIns="0">
            <a:noAutofit/>
          </a:bodyPr>
          <a:lstStyle/>
          <a:p>
            <a:pPr algn="l" defTabSz="2438400">
              <a:spcBef>
                <a:spcPts val="2900"/>
              </a:spcBef>
              <a:buSzPct val="100000"/>
              <a:buNone/>
            </a:pPr>
            <a:endParaRPr kern="0">
              <a:solidFill>
                <a:srgbClr val="000000"/>
              </a:solidFill>
            </a:endParaRPr>
          </a:p>
        </p:txBody>
      </p:sp>
      <p:sp>
        <p:nvSpPr>
          <p:cNvPr id="99" name="Graphic 74">
            <a:extLst>
              <a:ext uri="{FF2B5EF4-FFF2-40B4-BE49-F238E27FC236}">
                <a16:creationId xmlns:a16="http://schemas.microsoft.com/office/drawing/2014/main" id="{F4E9D5DA-D7CF-1740-BEC0-55DD0706F30F}"/>
              </a:ext>
            </a:extLst>
          </p:cNvPr>
          <p:cNvSpPr>
            <a:spLocks noGrp="1"/>
          </p:cNvSpPr>
          <p:nvPr/>
        </p:nvSpPr>
        <p:spPr>
          <a:xfrm rot="5400000">
            <a:off x="13961215" y="10237695"/>
            <a:ext cx="3478305" cy="3478305"/>
          </a:xfrm>
          <a:custGeom>
            <a:avLst/>
            <a:gdLst>
              <a:gd name="connsiteX0" fmla="*/ 502430 w 3430800"/>
              <a:gd name="connsiteY0" fmla="*/ 2217830 h 3430800"/>
              <a:gd name="connsiteX1" fmla="*/ 0 w 3430800"/>
              <a:gd name="connsiteY1" fmla="*/ 3430800 h 3430800"/>
              <a:gd name="connsiteX2" fmla="*/ 1715400 w 3430800"/>
              <a:gd name="connsiteY2" fmla="*/ 3430800 h 3430800"/>
              <a:gd name="connsiteX3" fmla="*/ 3430800 w 3430800"/>
              <a:gd name="connsiteY3" fmla="*/ 3430800 h 3430800"/>
              <a:gd name="connsiteX4" fmla="*/ 2928370 w 3430800"/>
              <a:gd name="connsiteY4" fmla="*/ 2217827 h 3430800"/>
              <a:gd name="connsiteX5" fmla="*/ 1715400 w 3430800"/>
              <a:gd name="connsiteY5" fmla="*/ 1715400 h 3430800"/>
              <a:gd name="connsiteX6" fmla="*/ 502430 w 3430800"/>
              <a:gd name="connsiteY6" fmla="*/ 2217830 h 3430800"/>
              <a:gd name="connsiteX7" fmla="*/ 502430 w 3430800"/>
              <a:gd name="connsiteY7" fmla="*/ 1212970 h 3430800"/>
              <a:gd name="connsiteX8" fmla="*/ 0 w 3430800"/>
              <a:gd name="connsiteY8" fmla="*/ 0 h 3430800"/>
              <a:gd name="connsiteX9" fmla="*/ 1715400 w 3430800"/>
              <a:gd name="connsiteY9" fmla="*/ 0 h 3430800"/>
              <a:gd name="connsiteX10" fmla="*/ 3430800 w 3430800"/>
              <a:gd name="connsiteY10" fmla="*/ 1 h 3430800"/>
              <a:gd name="connsiteX11" fmla="*/ 2928370 w 3430800"/>
              <a:gd name="connsiteY11" fmla="*/ 1212970 h 3430800"/>
              <a:gd name="connsiteX12" fmla="*/ 1715400 w 3430800"/>
              <a:gd name="connsiteY12" fmla="*/ 1715400 h 3430800"/>
              <a:gd name="connsiteX13" fmla="*/ 502430 w 3430800"/>
              <a:gd name="connsiteY13" fmla="*/ 1212970 h 3430800"/>
            </a:gdLst>
            <a:ahLst/>
            <a:cxnLst/>
            <a:rect l="l" t="t" r="r" b="b"/>
            <a:pathLst>
              <a:path w="3430800" h="3430800">
                <a:moveTo>
                  <a:pt x="502430" y="2217830"/>
                </a:moveTo>
                <a:cubicBezTo>
                  <a:pt x="180729" y="2539530"/>
                  <a:pt x="0" y="2975848"/>
                  <a:pt x="0" y="3430800"/>
                </a:cubicBezTo>
                <a:lnTo>
                  <a:pt x="1715400" y="3430800"/>
                </a:lnTo>
                <a:lnTo>
                  <a:pt x="3430800" y="3430800"/>
                </a:lnTo>
                <a:cubicBezTo>
                  <a:pt x="3430800" y="2975848"/>
                  <a:pt x="3250069" y="2539530"/>
                  <a:pt x="2928370" y="2217827"/>
                </a:cubicBezTo>
                <a:cubicBezTo>
                  <a:pt x="2606671" y="1896128"/>
                  <a:pt x="2170352" y="1715400"/>
                  <a:pt x="1715400" y="1715400"/>
                </a:cubicBezTo>
                <a:cubicBezTo>
                  <a:pt x="1260449" y="1715400"/>
                  <a:pt x="824130" y="1896128"/>
                  <a:pt x="502430" y="2217830"/>
                </a:cubicBezTo>
                <a:close/>
                <a:moveTo>
                  <a:pt x="502430" y="1212970"/>
                </a:moveTo>
                <a:cubicBezTo>
                  <a:pt x="180729" y="891270"/>
                  <a:pt x="0" y="454952"/>
                  <a:pt x="0" y="0"/>
                </a:cubicBezTo>
                <a:lnTo>
                  <a:pt x="1715400" y="0"/>
                </a:lnTo>
                <a:lnTo>
                  <a:pt x="3430800" y="1"/>
                </a:lnTo>
                <a:cubicBezTo>
                  <a:pt x="3430800" y="454952"/>
                  <a:pt x="3250069" y="891270"/>
                  <a:pt x="2928370" y="1212970"/>
                </a:cubicBezTo>
                <a:cubicBezTo>
                  <a:pt x="2606671" y="1534672"/>
                  <a:pt x="2170352" y="1715400"/>
                  <a:pt x="1715400" y="1715400"/>
                </a:cubicBezTo>
                <a:cubicBezTo>
                  <a:pt x="1260449" y="1715400"/>
                  <a:pt x="824130" y="1534672"/>
                  <a:pt x="502430" y="1212970"/>
                </a:cubicBezTo>
                <a:close/>
              </a:path>
            </a:pathLst>
          </a:custGeom>
          <a:solidFill>
            <a:srgbClr val="7F4AF3"/>
          </a:solidFill>
          <a:ln w="0">
            <a:noFill/>
            <a:prstDash val="solid"/>
          </a:ln>
        </p:spPr>
        <p:txBody>
          <a:bodyPr anchor="ctr"/>
          <a:lstStyle/>
          <a:p>
            <a:endParaRPr/>
          </a:p>
        </p:txBody>
      </p:sp>
      <p:pic>
        <p:nvPicPr>
          <p:cNvPr id="108" name="Picture 5"/>
          <p:cNvPicPr>
            <a:picLocks noChangeAspect="1"/>
          </p:cNvPicPr>
          <p:nvPr/>
        </p:nvPicPr>
        <p:blipFill>
          <a:blip r:embed="rId2"/>
          <a:stretch>
            <a:fillRect/>
          </a:stretch>
        </p:blipFill>
        <p:spPr>
          <a:xfrm>
            <a:off x="-70807" y="-97188"/>
            <a:ext cx="5118898" cy="1625047"/>
          </a:xfrm>
          <a:prstGeom prst="rect">
            <a:avLst/>
          </a:prstGeom>
        </p:spPr>
      </p:pic>
      <p:sp>
        <p:nvSpPr>
          <p:cNvPr id="8" name="Freeform: Shape 14">
            <a:extLst>
              <a:ext uri="{FF2B5EF4-FFF2-40B4-BE49-F238E27FC236}">
                <a16:creationId xmlns:a16="http://schemas.microsoft.com/office/drawing/2014/main" id="{EA1BBDA6-98BE-D4CD-8ADE-B7F9F2AD8884}"/>
              </a:ext>
            </a:extLst>
          </p:cNvPr>
          <p:cNvSpPr>
            <a:spLocks noGrp="1"/>
          </p:cNvSpPr>
          <p:nvPr/>
        </p:nvSpPr>
        <p:spPr>
          <a:xfrm rot="16200000">
            <a:off x="17440507" y="6396"/>
            <a:ext cx="6947654" cy="6946629"/>
          </a:xfrm>
          <a:custGeom>
            <a:avLst/>
            <a:gdLst>
              <a:gd name="connsiteX0" fmla="*/ 1432576 w 1432576"/>
              <a:gd name="connsiteY0" fmla="*/ 1432576 h 1432576"/>
              <a:gd name="connsiteX1" fmla="*/ 716288 w 1432576"/>
              <a:gd name="connsiteY1" fmla="*/ 1432576 h 1432576"/>
              <a:gd name="connsiteX2" fmla="*/ 716288 w 1432576"/>
              <a:gd name="connsiteY2" fmla="*/ 1432576 h 1432576"/>
              <a:gd name="connsiteX3" fmla="*/ 0 w 1432576"/>
              <a:gd name="connsiteY3" fmla="*/ 1432576 h 1432576"/>
              <a:gd name="connsiteX4" fmla="*/ 716288 w 1432576"/>
              <a:gd name="connsiteY4" fmla="*/ 716288 h 1432576"/>
              <a:gd name="connsiteX5" fmla="*/ 716288 w 1432576"/>
              <a:gd name="connsiteY5" fmla="*/ 1432576 h 1432576"/>
              <a:gd name="connsiteX6" fmla="*/ 1432576 w 1432576"/>
              <a:gd name="connsiteY6" fmla="*/ 716288 h 1432576"/>
              <a:gd name="connsiteX7" fmla="*/ 1432576 w 1432576"/>
              <a:gd name="connsiteY7" fmla="*/ 1432576 h 1432576"/>
              <a:gd name="connsiteX8" fmla="*/ 716288 w 1432576"/>
              <a:gd name="connsiteY8" fmla="*/ 0 h 1432576"/>
              <a:gd name="connsiteX9" fmla="*/ 0 w 1432576"/>
              <a:gd name="connsiteY9" fmla="*/ 0 h 1432576"/>
              <a:gd name="connsiteX10" fmla="*/ 716288 w 1432576"/>
              <a:gd name="connsiteY10" fmla="*/ 716288 h 1432576"/>
              <a:gd name="connsiteX11" fmla="*/ 716288 w 1432576"/>
              <a:gd name="connsiteY11" fmla="*/ 0 h 1432576"/>
              <a:gd name="connsiteX12" fmla="*/ 1432576 w 1432576"/>
              <a:gd name="connsiteY12" fmla="*/ 716288 h 1432576"/>
              <a:gd name="connsiteX13" fmla="*/ 1432576 w 1432576"/>
              <a:gd name="connsiteY13" fmla="*/ 0 h 1432576"/>
              <a:gd name="connsiteX14" fmla="*/ 716288 w 1432576"/>
              <a:gd name="connsiteY14" fmla="*/ 0 h 1432576"/>
              <a:gd name="connsiteX15" fmla="*/ 716288 w 1432576"/>
              <a:gd name="connsiteY15" fmla="*/ 0 h 1432576"/>
            </a:gdLst>
            <a:ahLst/>
            <a:cxnLst/>
            <a:rect l="l" t="t" r="r" b="b"/>
            <a:pathLst>
              <a:path w="1432576" h="1432576">
                <a:moveTo>
                  <a:pt x="1432576" y="1432576"/>
                </a:moveTo>
                <a:lnTo>
                  <a:pt x="716288" y="1432576"/>
                </a:lnTo>
                <a:lnTo>
                  <a:pt x="716288" y="1432576"/>
                </a:lnTo>
                <a:lnTo>
                  <a:pt x="0" y="1432576"/>
                </a:lnTo>
                <a:lnTo>
                  <a:pt x="716288" y="716288"/>
                </a:lnTo>
                <a:lnTo>
                  <a:pt x="716288" y="1432576"/>
                </a:lnTo>
                <a:lnTo>
                  <a:pt x="1432576" y="716288"/>
                </a:lnTo>
                <a:lnTo>
                  <a:pt x="1432576" y="1432576"/>
                </a:lnTo>
                <a:close/>
                <a:moveTo>
                  <a:pt x="716288" y="0"/>
                </a:moveTo>
                <a:lnTo>
                  <a:pt x="0" y="0"/>
                </a:lnTo>
                <a:lnTo>
                  <a:pt x="716288" y="716288"/>
                </a:lnTo>
                <a:lnTo>
                  <a:pt x="716288" y="0"/>
                </a:lnTo>
                <a:lnTo>
                  <a:pt x="1432576" y="716288"/>
                </a:lnTo>
                <a:lnTo>
                  <a:pt x="1432576" y="0"/>
                </a:lnTo>
                <a:lnTo>
                  <a:pt x="716288" y="0"/>
                </a:lnTo>
                <a:lnTo>
                  <a:pt x="716288" y="0"/>
                </a:lnTo>
                <a:close/>
              </a:path>
            </a:pathLst>
          </a:custGeom>
          <a:gradFill>
            <a:gsLst>
              <a:gs pos="50000">
                <a:srgbClr val="D02670"/>
              </a:gs>
              <a:gs pos="10000">
                <a:srgbClr val="8A3FFC"/>
              </a:gs>
              <a:gs pos="90000">
                <a:srgbClr val="FA4D56"/>
              </a:gs>
            </a:gsLst>
            <a:lin ang="2700000" scaled="0"/>
          </a:gra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lvl="0" defTabSz="914400">
              <a:spcBef>
                <a:spcPct val="0"/>
              </a:spcBef>
              <a:spcAft>
                <a:spcPct val="0"/>
              </a:spcAft>
              <a:buNone/>
            </a:pPr>
            <a:endParaRPr sz="1400">
              <a:solidFill>
                <a:schemeClr val="bg1"/>
              </a:solidFill>
            </a:endParaRPr>
          </a:p>
        </p:txBody>
      </p:sp>
      <p:sp>
        <p:nvSpPr>
          <p:cNvPr id="13" name="Freeform 12">
            <a:extLst>
              <a:ext uri="{FF2B5EF4-FFF2-40B4-BE49-F238E27FC236}">
                <a16:creationId xmlns:a16="http://schemas.microsoft.com/office/drawing/2014/main" id="{2AE707A7-8781-129E-4909-5237533905F8}"/>
              </a:ext>
            </a:extLst>
          </p:cNvPr>
          <p:cNvSpPr>
            <a:spLocks noGrp="1"/>
          </p:cNvSpPr>
          <p:nvPr/>
        </p:nvSpPr>
        <p:spPr>
          <a:xfrm>
            <a:off x="18950680" y="-2556740"/>
            <a:ext cx="171412" cy="265792"/>
          </a:xfrm>
          <a:custGeom>
            <a:avLst/>
            <a:gdLst>
              <a:gd name="csX0" fmla="*/ 160484 w 714909"/>
              <a:gd name="csY0" fmla="*/ 1108537 h 1108536"/>
              <a:gd name="csX1" fmla="*/ 0 w 714909"/>
              <a:gd name="csY1" fmla="*/ 947737 h 1108536"/>
              <a:gd name="csX2" fmla="*/ 393311 w 714909"/>
              <a:gd name="csY2" fmla="*/ 554426 h 1108536"/>
              <a:gd name="csX3" fmla="*/ 0 w 714909"/>
              <a:gd name="csY3" fmla="*/ 160799 h 1108536"/>
              <a:gd name="csX4" fmla="*/ 160484 w 714909"/>
              <a:gd name="csY4" fmla="*/ 0 h 1108536"/>
              <a:gd name="csX5" fmla="*/ 714910 w 714909"/>
              <a:gd name="csY5" fmla="*/ 554426 h 1108536"/>
              <a:gd name="csX6" fmla="*/ 160484 w 714909"/>
              <a:gd name="csY6" fmla="*/ 1108537 h 1108536"/>
            </a:gdLst>
            <a:ahLst/>
            <a:cxnLst/>
            <a:rect l="l" t="t" r="r" b="b"/>
            <a:pathLst>
              <a:path w="714909" h="1108536">
                <a:moveTo>
                  <a:pt x="160484" y="1108537"/>
                </a:moveTo>
                <a:lnTo>
                  <a:pt x="0" y="947737"/>
                </a:lnTo>
                <a:lnTo>
                  <a:pt x="393311" y="554426"/>
                </a:lnTo>
                <a:lnTo>
                  <a:pt x="0" y="160799"/>
                </a:lnTo>
                <a:lnTo>
                  <a:pt x="160484" y="0"/>
                </a:lnTo>
                <a:lnTo>
                  <a:pt x="714910" y="554426"/>
                </a:lnTo>
                <a:lnTo>
                  <a:pt x="160484" y="1108537"/>
                </a:lnTo>
                <a:close/>
              </a:path>
            </a:pathLst>
          </a:custGeom>
          <a:solidFill>
            <a:srgbClr val="BE95FF"/>
          </a:solidFill>
          <a:ln w="315813">
            <a:noFill/>
            <a:prstDash val="solid"/>
          </a:ln>
        </p:spPr>
        <p:txBody>
          <a:bodyPr/>
          <a:lstStyle/>
          <a:p>
            <a:endParaRPr/>
          </a:p>
        </p:txBody>
      </p:sp>
      <p:sp>
        <p:nvSpPr>
          <p:cNvPr id="14" name="Freeform 13">
            <a:extLst>
              <a:ext uri="{FF2B5EF4-FFF2-40B4-BE49-F238E27FC236}">
                <a16:creationId xmlns:a16="http://schemas.microsoft.com/office/drawing/2014/main" id="{DE9B5337-AD99-4B10-A35E-FF834273D4C3}"/>
              </a:ext>
            </a:extLst>
          </p:cNvPr>
          <p:cNvSpPr>
            <a:spLocks noGrp="1"/>
          </p:cNvSpPr>
          <p:nvPr/>
        </p:nvSpPr>
        <p:spPr>
          <a:xfrm>
            <a:off x="20722225" y="-1817538"/>
            <a:ext cx="178835" cy="340629"/>
          </a:xfrm>
          <a:custGeom>
            <a:avLst/>
            <a:gdLst>
              <a:gd name="csX0" fmla="*/ 227457 w 745869"/>
              <a:gd name="csY0" fmla="*/ 1420659 h 1420658"/>
              <a:gd name="csX1" fmla="*/ 0 w 745869"/>
              <a:gd name="csY1" fmla="*/ 1420027 h 1420658"/>
              <a:gd name="csX2" fmla="*/ 1895 w 745869"/>
              <a:gd name="csY2" fmla="*/ 582859 h 1420658"/>
              <a:gd name="csX3" fmla="*/ 585070 w 745869"/>
              <a:gd name="csY3" fmla="*/ 0 h 1420658"/>
              <a:gd name="csX4" fmla="*/ 745869 w 745869"/>
              <a:gd name="csY4" fmla="*/ 160799 h 1420658"/>
              <a:gd name="csX5" fmla="*/ 229352 w 745869"/>
              <a:gd name="csY5" fmla="*/ 677316 h 1420658"/>
              <a:gd name="csX6" fmla="*/ 227457 w 745869"/>
              <a:gd name="csY6" fmla="*/ 1420659 h 1420658"/>
            </a:gdLst>
            <a:ahLst/>
            <a:cxnLst/>
            <a:rect l="l" t="t" r="r" b="b"/>
            <a:pathLst>
              <a:path w="745869" h="1420658">
                <a:moveTo>
                  <a:pt x="227457" y="1420659"/>
                </a:moveTo>
                <a:lnTo>
                  <a:pt x="0" y="1420027"/>
                </a:lnTo>
                <a:lnTo>
                  <a:pt x="1895" y="582859"/>
                </a:lnTo>
                <a:lnTo>
                  <a:pt x="585070" y="0"/>
                </a:lnTo>
                <a:lnTo>
                  <a:pt x="745869" y="160799"/>
                </a:lnTo>
                <a:lnTo>
                  <a:pt x="229352" y="677316"/>
                </a:lnTo>
                <a:lnTo>
                  <a:pt x="227457" y="1420659"/>
                </a:lnTo>
                <a:close/>
              </a:path>
            </a:pathLst>
          </a:custGeom>
          <a:solidFill>
            <a:srgbClr val="BE95FF"/>
          </a:solidFill>
          <a:ln w="315813">
            <a:noFill/>
            <a:prstDash val="solid"/>
          </a:ln>
        </p:spPr>
        <p:txBody>
          <a:bodyPr/>
          <a:lstStyle/>
          <a:p>
            <a:endParaRPr/>
          </a:p>
        </p:txBody>
      </p:sp>
      <p:sp>
        <p:nvSpPr>
          <p:cNvPr id="15" name="Freeform 14">
            <a:extLst>
              <a:ext uri="{FF2B5EF4-FFF2-40B4-BE49-F238E27FC236}">
                <a16:creationId xmlns:a16="http://schemas.microsoft.com/office/drawing/2014/main" id="{0FAC76D9-C086-B1A1-A4DD-CC5DF0AA7D8B}"/>
              </a:ext>
            </a:extLst>
          </p:cNvPr>
          <p:cNvSpPr>
            <a:spLocks noGrp="1"/>
          </p:cNvSpPr>
          <p:nvPr/>
        </p:nvSpPr>
        <p:spPr>
          <a:xfrm>
            <a:off x="18932047" y="-2840409"/>
            <a:ext cx="1514917" cy="1742155"/>
          </a:xfrm>
          <a:custGeom>
            <a:avLst/>
            <a:gdLst>
              <a:gd name="csX0" fmla="*/ 315913 w 6318250"/>
              <a:gd name="csY0" fmla="*/ 157956 h 7265987"/>
              <a:gd name="csX1" fmla="*/ 157956 w 6318250"/>
              <a:gd name="csY1" fmla="*/ 315913 h 7265987"/>
              <a:gd name="csX2" fmla="*/ 0 w 6318250"/>
              <a:gd name="csY2" fmla="*/ 157956 h 7265987"/>
              <a:gd name="csX3" fmla="*/ 157956 w 6318250"/>
              <a:gd name="csY3" fmla="*/ 0 h 7265987"/>
              <a:gd name="csX4" fmla="*/ 315913 w 6318250"/>
              <a:gd name="csY4" fmla="*/ 157956 h 7265987"/>
              <a:gd name="csX5" fmla="*/ 789781 w 6318250"/>
              <a:gd name="csY5" fmla="*/ 0 h 7265987"/>
              <a:gd name="csX6" fmla="*/ 631825 w 6318250"/>
              <a:gd name="csY6" fmla="*/ 157956 h 7265987"/>
              <a:gd name="csX7" fmla="*/ 789781 w 6318250"/>
              <a:gd name="csY7" fmla="*/ 315913 h 7265987"/>
              <a:gd name="csX8" fmla="*/ 947738 w 6318250"/>
              <a:gd name="csY8" fmla="*/ 157956 h 7265987"/>
              <a:gd name="csX9" fmla="*/ 789781 w 6318250"/>
              <a:gd name="csY9" fmla="*/ 0 h 7265987"/>
              <a:gd name="csX10" fmla="*/ 1421606 w 6318250"/>
              <a:gd name="csY10" fmla="*/ 0 h 7265987"/>
              <a:gd name="csX11" fmla="*/ 1263650 w 6318250"/>
              <a:gd name="csY11" fmla="*/ 157956 h 7265987"/>
              <a:gd name="csX12" fmla="*/ 1421606 w 6318250"/>
              <a:gd name="csY12" fmla="*/ 315913 h 7265987"/>
              <a:gd name="csX13" fmla="*/ 1579563 w 6318250"/>
              <a:gd name="csY13" fmla="*/ 157956 h 7265987"/>
              <a:gd name="csX14" fmla="*/ 1421606 w 6318250"/>
              <a:gd name="csY14" fmla="*/ 0 h 7265987"/>
              <a:gd name="csX15" fmla="*/ 4896644 w 6318250"/>
              <a:gd name="csY15" fmla="*/ 1263650 h 7265987"/>
              <a:gd name="csX16" fmla="*/ 4738688 w 6318250"/>
              <a:gd name="csY16" fmla="*/ 1421606 h 7265987"/>
              <a:gd name="csX17" fmla="*/ 4896644 w 6318250"/>
              <a:gd name="csY17" fmla="*/ 1579562 h 7265987"/>
              <a:gd name="csX18" fmla="*/ 5054600 w 6318250"/>
              <a:gd name="csY18" fmla="*/ 1421606 h 7265987"/>
              <a:gd name="csX19" fmla="*/ 4896644 w 6318250"/>
              <a:gd name="csY19" fmla="*/ 1263650 h 7265987"/>
              <a:gd name="csX20" fmla="*/ 5528469 w 6318250"/>
              <a:gd name="csY20" fmla="*/ 1263650 h 7265987"/>
              <a:gd name="csX21" fmla="*/ 5370513 w 6318250"/>
              <a:gd name="csY21" fmla="*/ 1421606 h 7265987"/>
              <a:gd name="csX22" fmla="*/ 5528469 w 6318250"/>
              <a:gd name="csY22" fmla="*/ 1579562 h 7265987"/>
              <a:gd name="csX23" fmla="*/ 5686425 w 6318250"/>
              <a:gd name="csY23" fmla="*/ 1421606 h 7265987"/>
              <a:gd name="csX24" fmla="*/ 5528469 w 6318250"/>
              <a:gd name="csY24" fmla="*/ 1263650 h 7265987"/>
              <a:gd name="csX25" fmla="*/ 6160294 w 6318250"/>
              <a:gd name="csY25" fmla="*/ 1263650 h 7265987"/>
              <a:gd name="csX26" fmla="*/ 6002338 w 6318250"/>
              <a:gd name="csY26" fmla="*/ 1421606 h 7265987"/>
              <a:gd name="csX27" fmla="*/ 6160294 w 6318250"/>
              <a:gd name="csY27" fmla="*/ 1579562 h 7265987"/>
              <a:gd name="csX28" fmla="*/ 6318250 w 6318250"/>
              <a:gd name="csY28" fmla="*/ 1421606 h 7265987"/>
              <a:gd name="csX29" fmla="*/ 6160294 w 6318250"/>
              <a:gd name="csY29" fmla="*/ 1263650 h 7265987"/>
              <a:gd name="csX30" fmla="*/ 789781 w 6318250"/>
              <a:gd name="csY30" fmla="*/ 6950075 h 7265987"/>
              <a:gd name="csX31" fmla="*/ 631825 w 6318250"/>
              <a:gd name="csY31" fmla="*/ 7108032 h 7265987"/>
              <a:gd name="csX32" fmla="*/ 789781 w 6318250"/>
              <a:gd name="csY32" fmla="*/ 7265988 h 7265987"/>
              <a:gd name="csX33" fmla="*/ 947738 w 6318250"/>
              <a:gd name="csY33" fmla="*/ 7108032 h 7265987"/>
              <a:gd name="csX34" fmla="*/ 789781 w 6318250"/>
              <a:gd name="csY34" fmla="*/ 6950075 h 7265987"/>
            </a:gdLst>
            <a:ahLst/>
            <a:cxnLst/>
            <a:rect l="l" t="t" r="r" b="b"/>
            <a:pathLst>
              <a:path w="6318250" h="7265987">
                <a:moveTo>
                  <a:pt x="315913" y="157956"/>
                </a:moveTo>
                <a:cubicBezTo>
                  <a:pt x="315913" y="245148"/>
                  <a:pt x="245148" y="315913"/>
                  <a:pt x="157956" y="315913"/>
                </a:cubicBezTo>
                <a:cubicBezTo>
                  <a:pt x="70764" y="315913"/>
                  <a:pt x="0" y="245148"/>
                  <a:pt x="0" y="157956"/>
                </a:cubicBezTo>
                <a:cubicBezTo>
                  <a:pt x="0" y="70764"/>
                  <a:pt x="70764" y="0"/>
                  <a:pt x="157956" y="0"/>
                </a:cubicBezTo>
                <a:cubicBezTo>
                  <a:pt x="245148" y="0"/>
                  <a:pt x="315913" y="70764"/>
                  <a:pt x="315913" y="157956"/>
                </a:cubicBezTo>
                <a:close/>
                <a:moveTo>
                  <a:pt x="789781" y="0"/>
                </a:moveTo>
                <a:cubicBezTo>
                  <a:pt x="702589" y="0"/>
                  <a:pt x="631825" y="70764"/>
                  <a:pt x="631825" y="157956"/>
                </a:cubicBezTo>
                <a:cubicBezTo>
                  <a:pt x="631825" y="245148"/>
                  <a:pt x="702589" y="315913"/>
                  <a:pt x="789781" y="315913"/>
                </a:cubicBezTo>
                <a:cubicBezTo>
                  <a:pt x="876973" y="315913"/>
                  <a:pt x="947738" y="245148"/>
                  <a:pt x="947738" y="157956"/>
                </a:cubicBezTo>
                <a:cubicBezTo>
                  <a:pt x="947738" y="70764"/>
                  <a:pt x="876973" y="0"/>
                  <a:pt x="789781" y="0"/>
                </a:cubicBezTo>
                <a:close/>
                <a:moveTo>
                  <a:pt x="1421606" y="0"/>
                </a:moveTo>
                <a:cubicBezTo>
                  <a:pt x="1334414" y="0"/>
                  <a:pt x="1263650" y="70764"/>
                  <a:pt x="1263650" y="157956"/>
                </a:cubicBezTo>
                <a:cubicBezTo>
                  <a:pt x="1263650" y="245148"/>
                  <a:pt x="1334414" y="315913"/>
                  <a:pt x="1421606" y="315913"/>
                </a:cubicBezTo>
                <a:cubicBezTo>
                  <a:pt x="1508798" y="315913"/>
                  <a:pt x="1579563" y="245148"/>
                  <a:pt x="1579563" y="157956"/>
                </a:cubicBezTo>
                <a:cubicBezTo>
                  <a:pt x="1579563" y="70764"/>
                  <a:pt x="1508798" y="0"/>
                  <a:pt x="1421606" y="0"/>
                </a:cubicBezTo>
                <a:close/>
                <a:moveTo>
                  <a:pt x="4896644" y="1263650"/>
                </a:moveTo>
                <a:cubicBezTo>
                  <a:pt x="4809452" y="1263650"/>
                  <a:pt x="4738688" y="1334414"/>
                  <a:pt x="4738688" y="1421606"/>
                </a:cubicBezTo>
                <a:cubicBezTo>
                  <a:pt x="4738688" y="1508798"/>
                  <a:pt x="4809452" y="1579562"/>
                  <a:pt x="4896644" y="1579562"/>
                </a:cubicBezTo>
                <a:cubicBezTo>
                  <a:pt x="4983836" y="1579562"/>
                  <a:pt x="5054600" y="1508798"/>
                  <a:pt x="5054600" y="1421606"/>
                </a:cubicBezTo>
                <a:cubicBezTo>
                  <a:pt x="5054600" y="1334414"/>
                  <a:pt x="4983836" y="1263650"/>
                  <a:pt x="4896644" y="1263650"/>
                </a:cubicBezTo>
                <a:close/>
                <a:moveTo>
                  <a:pt x="5528469" y="1263650"/>
                </a:moveTo>
                <a:cubicBezTo>
                  <a:pt x="5441277" y="1263650"/>
                  <a:pt x="5370513" y="1334414"/>
                  <a:pt x="5370513" y="1421606"/>
                </a:cubicBezTo>
                <a:cubicBezTo>
                  <a:pt x="5370513" y="1508798"/>
                  <a:pt x="5441277" y="1579562"/>
                  <a:pt x="5528469" y="1579562"/>
                </a:cubicBezTo>
                <a:cubicBezTo>
                  <a:pt x="5615661" y="1579562"/>
                  <a:pt x="5686425" y="1508798"/>
                  <a:pt x="5686425" y="1421606"/>
                </a:cubicBezTo>
                <a:cubicBezTo>
                  <a:pt x="5686425" y="1334414"/>
                  <a:pt x="5615661" y="1263650"/>
                  <a:pt x="5528469" y="1263650"/>
                </a:cubicBezTo>
                <a:close/>
                <a:moveTo>
                  <a:pt x="6160294" y="1263650"/>
                </a:moveTo>
                <a:cubicBezTo>
                  <a:pt x="6073102" y="1263650"/>
                  <a:pt x="6002338" y="1334414"/>
                  <a:pt x="6002338" y="1421606"/>
                </a:cubicBezTo>
                <a:cubicBezTo>
                  <a:pt x="6002338" y="1508798"/>
                  <a:pt x="6073102" y="1579562"/>
                  <a:pt x="6160294" y="1579562"/>
                </a:cubicBezTo>
                <a:cubicBezTo>
                  <a:pt x="6247486" y="1579562"/>
                  <a:pt x="6318250" y="1508798"/>
                  <a:pt x="6318250" y="1421606"/>
                </a:cubicBezTo>
                <a:cubicBezTo>
                  <a:pt x="6318250" y="1334414"/>
                  <a:pt x="6247486" y="1263650"/>
                  <a:pt x="6160294" y="1263650"/>
                </a:cubicBezTo>
                <a:close/>
                <a:moveTo>
                  <a:pt x="789781" y="6950075"/>
                </a:moveTo>
                <a:cubicBezTo>
                  <a:pt x="702589" y="6950075"/>
                  <a:pt x="631825" y="7020840"/>
                  <a:pt x="631825" y="7108032"/>
                </a:cubicBezTo>
                <a:cubicBezTo>
                  <a:pt x="631825" y="7195223"/>
                  <a:pt x="702589" y="7265988"/>
                  <a:pt x="789781" y="7265988"/>
                </a:cubicBezTo>
                <a:cubicBezTo>
                  <a:pt x="876973" y="7265988"/>
                  <a:pt x="947738" y="7195223"/>
                  <a:pt x="947738" y="7108032"/>
                </a:cubicBezTo>
                <a:cubicBezTo>
                  <a:pt x="947738" y="7020840"/>
                  <a:pt x="876973" y="6950075"/>
                  <a:pt x="789781" y="6950075"/>
                </a:cubicBezTo>
                <a:close/>
              </a:path>
            </a:pathLst>
          </a:custGeom>
          <a:solidFill>
            <a:srgbClr val="BE95FF"/>
          </a:solidFill>
          <a:ln w="315813">
            <a:noFill/>
            <a:prstDash val="solid"/>
          </a:ln>
        </p:spPr>
        <p:txBody>
          <a:bodyPr/>
          <a:lstStyle/>
          <a:p>
            <a:endParaRPr/>
          </a:p>
        </p:txBody>
      </p:sp>
      <p:sp>
        <p:nvSpPr>
          <p:cNvPr id="16" name="Freeform 15">
            <a:extLst>
              <a:ext uri="{FF2B5EF4-FFF2-40B4-BE49-F238E27FC236}">
                <a16:creationId xmlns:a16="http://schemas.microsoft.com/office/drawing/2014/main" id="{1E6F9B4D-94B1-3C45-40A9-2C635C52D757}"/>
              </a:ext>
            </a:extLst>
          </p:cNvPr>
          <p:cNvSpPr>
            <a:spLocks noGrp="1"/>
          </p:cNvSpPr>
          <p:nvPr/>
        </p:nvSpPr>
        <p:spPr>
          <a:xfrm>
            <a:off x="18791159" y="-2943423"/>
            <a:ext cx="2327064" cy="2299796"/>
          </a:xfrm>
          <a:custGeom>
            <a:avLst/>
            <a:gdLst>
              <a:gd name="csX0" fmla="*/ 6950075 w 9705463"/>
              <a:gd name="csY0" fmla="*/ 9591419 h 9591735"/>
              <a:gd name="csX1" fmla="*/ 6950075 w 9705463"/>
              <a:gd name="csY1" fmla="*/ 9426197 h 9591735"/>
              <a:gd name="csX2" fmla="*/ 5343660 w 9705463"/>
              <a:gd name="csY2" fmla="*/ 7388562 h 9591735"/>
              <a:gd name="csX3" fmla="*/ 5257100 w 9705463"/>
              <a:gd name="csY3" fmla="*/ 7288417 h 9591735"/>
              <a:gd name="csX4" fmla="*/ 5323758 w 9705463"/>
              <a:gd name="csY4" fmla="*/ 7174057 h 9591735"/>
              <a:gd name="csX5" fmla="*/ 6008024 w 9705463"/>
              <a:gd name="csY5" fmla="*/ 6121121 h 9591735"/>
              <a:gd name="csX6" fmla="*/ 4852732 w 9705463"/>
              <a:gd name="csY6" fmla="*/ 4965829 h 9591735"/>
              <a:gd name="csX7" fmla="*/ 3696492 w 9705463"/>
              <a:gd name="csY7" fmla="*/ 6121121 h 9591735"/>
              <a:gd name="csX8" fmla="*/ 4380759 w 9705463"/>
              <a:gd name="csY8" fmla="*/ 7174057 h 9591735"/>
              <a:gd name="csX9" fmla="*/ 4447417 w 9705463"/>
              <a:gd name="csY9" fmla="*/ 7288417 h 9591735"/>
              <a:gd name="csX10" fmla="*/ 4360856 w 9705463"/>
              <a:gd name="csY10" fmla="*/ 7388562 h 9591735"/>
              <a:gd name="csX11" fmla="*/ 2754757 w 9705463"/>
              <a:gd name="csY11" fmla="*/ 9425881 h 9591735"/>
              <a:gd name="csX12" fmla="*/ 2754757 w 9705463"/>
              <a:gd name="csY12" fmla="*/ 9590787 h 9591735"/>
              <a:gd name="csX13" fmla="*/ 2527932 w 9705463"/>
              <a:gd name="csY13" fmla="*/ 9591419 h 9591735"/>
              <a:gd name="csX14" fmla="*/ 2527932 w 9705463"/>
              <a:gd name="csY14" fmla="*/ 9426197 h 9591735"/>
              <a:gd name="csX15" fmla="*/ 4049682 w 9705463"/>
              <a:gd name="csY15" fmla="*/ 7245138 h 9591735"/>
              <a:gd name="csX16" fmla="*/ 3469351 w 9705463"/>
              <a:gd name="csY16" fmla="*/ 6121121 h 9591735"/>
              <a:gd name="csX17" fmla="*/ 4739320 w 9705463"/>
              <a:gd name="csY17" fmla="*/ 4743111 h 9591735"/>
              <a:gd name="csX18" fmla="*/ 4739320 w 9705463"/>
              <a:gd name="csY18" fmla="*/ 1377379 h 9591735"/>
              <a:gd name="csX19" fmla="*/ 4853048 w 9705463"/>
              <a:gd name="csY19" fmla="*/ 1263650 h 9591735"/>
              <a:gd name="csX20" fmla="*/ 9591736 w 9705463"/>
              <a:gd name="csY20" fmla="*/ 1263650 h 9591735"/>
              <a:gd name="csX21" fmla="*/ 9705464 w 9705463"/>
              <a:gd name="csY21" fmla="*/ 1377379 h 9591735"/>
              <a:gd name="csX22" fmla="*/ 9705464 w 9705463"/>
              <a:gd name="csY22" fmla="*/ 6747891 h 9591735"/>
              <a:gd name="csX23" fmla="*/ 9591736 w 9705463"/>
              <a:gd name="csY23" fmla="*/ 6861620 h 9591735"/>
              <a:gd name="csX24" fmla="*/ 6019081 w 9705463"/>
              <a:gd name="csY24" fmla="*/ 6861620 h 9591735"/>
              <a:gd name="csX25" fmla="*/ 5655150 w 9705463"/>
              <a:gd name="csY25" fmla="*/ 7245453 h 9591735"/>
              <a:gd name="csX26" fmla="*/ 7177532 w 9705463"/>
              <a:gd name="csY26" fmla="*/ 9426197 h 9591735"/>
              <a:gd name="csX27" fmla="*/ 7177532 w 9705463"/>
              <a:gd name="csY27" fmla="*/ 9591104 h 9591735"/>
              <a:gd name="csX28" fmla="*/ 6950707 w 9705463"/>
              <a:gd name="csY28" fmla="*/ 9591735 h 9591735"/>
              <a:gd name="csX29" fmla="*/ 6135653 w 9705463"/>
              <a:gd name="csY29" fmla="*/ 6634163 h 9591735"/>
              <a:gd name="csX30" fmla="*/ 9477375 w 9705463"/>
              <a:gd name="csY30" fmla="*/ 6634163 h 9591735"/>
              <a:gd name="csX31" fmla="*/ 9477375 w 9705463"/>
              <a:gd name="csY31" fmla="*/ 2438845 h 9591735"/>
              <a:gd name="csX32" fmla="*/ 4966145 w 9705463"/>
              <a:gd name="csY32" fmla="*/ 2438845 h 9591735"/>
              <a:gd name="csX33" fmla="*/ 4966145 w 9705463"/>
              <a:gd name="csY33" fmla="*/ 4743426 h 9591735"/>
              <a:gd name="csX34" fmla="*/ 6235166 w 9705463"/>
              <a:gd name="csY34" fmla="*/ 6121436 h 9591735"/>
              <a:gd name="csX35" fmla="*/ 6135653 w 9705463"/>
              <a:gd name="csY35" fmla="*/ 6634163 h 9591735"/>
              <a:gd name="csX36" fmla="*/ 4966145 w 9705463"/>
              <a:gd name="csY36" fmla="*/ 2211388 h 9591735"/>
              <a:gd name="csX37" fmla="*/ 9477375 w 9705463"/>
              <a:gd name="csY37" fmla="*/ 2211388 h 9591735"/>
              <a:gd name="csX38" fmla="*/ 9477375 w 9705463"/>
              <a:gd name="csY38" fmla="*/ 1491107 h 9591735"/>
              <a:gd name="csX39" fmla="*/ 4966145 w 9705463"/>
              <a:gd name="csY39" fmla="*/ 1491107 h 9591735"/>
              <a:gd name="csX40" fmla="*/ 4966145 w 9705463"/>
              <a:gd name="csY40" fmla="*/ 2211388 h 9591735"/>
              <a:gd name="csX41" fmla="*/ 2140623 w 9705463"/>
              <a:gd name="csY41" fmla="*/ 8125270 h 9591735"/>
              <a:gd name="csX42" fmla="*/ 614134 w 9705463"/>
              <a:gd name="csY42" fmla="*/ 8125270 h 9591735"/>
              <a:gd name="csX43" fmla="*/ 315913 w 9705463"/>
              <a:gd name="csY43" fmla="*/ 7827048 h 9591735"/>
              <a:gd name="csX44" fmla="*/ 315913 w 9705463"/>
              <a:gd name="csY44" fmla="*/ 5352822 h 9591735"/>
              <a:gd name="csX45" fmla="*/ 614134 w 9705463"/>
              <a:gd name="csY45" fmla="*/ 5054600 h 9591735"/>
              <a:gd name="csX46" fmla="*/ 2140623 w 9705463"/>
              <a:gd name="csY46" fmla="*/ 5054600 h 9591735"/>
              <a:gd name="csX47" fmla="*/ 2438845 w 9705463"/>
              <a:gd name="csY47" fmla="*/ 5352822 h 9591735"/>
              <a:gd name="csX48" fmla="*/ 2438845 w 9705463"/>
              <a:gd name="csY48" fmla="*/ 7827048 h 9591735"/>
              <a:gd name="csX49" fmla="*/ 2140623 w 9705463"/>
              <a:gd name="csY49" fmla="*/ 8125270 h 9591735"/>
              <a:gd name="csX50" fmla="*/ 543370 w 9705463"/>
              <a:gd name="csY50" fmla="*/ 7177532 h 9591735"/>
              <a:gd name="csX51" fmla="*/ 543370 w 9705463"/>
              <a:gd name="csY51" fmla="*/ 7827048 h 9591735"/>
              <a:gd name="csX52" fmla="*/ 614134 w 9705463"/>
              <a:gd name="csY52" fmla="*/ 7897813 h 9591735"/>
              <a:gd name="csX53" fmla="*/ 2140623 w 9705463"/>
              <a:gd name="csY53" fmla="*/ 7897813 h 9591735"/>
              <a:gd name="csX54" fmla="*/ 2211388 w 9705463"/>
              <a:gd name="csY54" fmla="*/ 7827048 h 9591735"/>
              <a:gd name="csX55" fmla="*/ 2211388 w 9705463"/>
              <a:gd name="csY55" fmla="*/ 7177532 h 9591735"/>
              <a:gd name="csX56" fmla="*/ 543370 w 9705463"/>
              <a:gd name="csY56" fmla="*/ 7177532 h 9591735"/>
              <a:gd name="csX57" fmla="*/ 543370 w 9705463"/>
              <a:gd name="csY57" fmla="*/ 6950075 h 9591735"/>
              <a:gd name="csX58" fmla="*/ 2211388 w 9705463"/>
              <a:gd name="csY58" fmla="*/ 6950075 h 9591735"/>
              <a:gd name="csX59" fmla="*/ 2211388 w 9705463"/>
              <a:gd name="csY59" fmla="*/ 5352822 h 9591735"/>
              <a:gd name="csX60" fmla="*/ 2140623 w 9705463"/>
              <a:gd name="csY60" fmla="*/ 5282057 h 9591735"/>
              <a:gd name="csX61" fmla="*/ 614134 w 9705463"/>
              <a:gd name="csY61" fmla="*/ 5282057 h 9591735"/>
              <a:gd name="csX62" fmla="*/ 543370 w 9705463"/>
              <a:gd name="csY62" fmla="*/ 5352822 h 9591735"/>
              <a:gd name="csX63" fmla="*/ 543370 w 9705463"/>
              <a:gd name="csY63" fmla="*/ 6950075 h 9591735"/>
              <a:gd name="csX64" fmla="*/ 1851247 w 9705463"/>
              <a:gd name="csY64" fmla="*/ 6545707 h 9591735"/>
              <a:gd name="csX65" fmla="*/ 903510 w 9705463"/>
              <a:gd name="csY65" fmla="*/ 6545707 h 9591735"/>
              <a:gd name="csX66" fmla="*/ 903510 w 9705463"/>
              <a:gd name="csY66" fmla="*/ 6318250 h 9591735"/>
              <a:gd name="csX67" fmla="*/ 1851247 w 9705463"/>
              <a:gd name="csY67" fmla="*/ 6318250 h 9591735"/>
              <a:gd name="csX68" fmla="*/ 1851247 w 9705463"/>
              <a:gd name="csY68" fmla="*/ 6545707 h 9591735"/>
              <a:gd name="csX69" fmla="*/ 8169498 w 9705463"/>
              <a:gd name="csY69" fmla="*/ 6229795 h 9591735"/>
              <a:gd name="csX70" fmla="*/ 7265988 w 9705463"/>
              <a:gd name="csY70" fmla="*/ 5326285 h 9591735"/>
              <a:gd name="csX71" fmla="*/ 8169498 w 9705463"/>
              <a:gd name="csY71" fmla="*/ 4422775 h 9591735"/>
              <a:gd name="csX72" fmla="*/ 9073007 w 9705463"/>
              <a:gd name="csY72" fmla="*/ 5326285 h 9591735"/>
              <a:gd name="csX73" fmla="*/ 8169498 w 9705463"/>
              <a:gd name="csY73" fmla="*/ 6229795 h 9591735"/>
              <a:gd name="csX74" fmla="*/ 8169498 w 9705463"/>
              <a:gd name="csY74" fmla="*/ 4650232 h 9591735"/>
              <a:gd name="csX75" fmla="*/ 7493445 w 9705463"/>
              <a:gd name="csY75" fmla="*/ 5326285 h 9591735"/>
              <a:gd name="csX76" fmla="*/ 8169498 w 9705463"/>
              <a:gd name="csY76" fmla="*/ 6002338 h 9591735"/>
              <a:gd name="csX77" fmla="*/ 8845550 w 9705463"/>
              <a:gd name="csY77" fmla="*/ 5326285 h 9591735"/>
              <a:gd name="csX78" fmla="*/ 8169498 w 9705463"/>
              <a:gd name="csY78" fmla="*/ 4650232 h 9591735"/>
              <a:gd name="csX79" fmla="*/ 1851247 w 9705463"/>
              <a:gd name="csY79" fmla="*/ 5913882 h 9591735"/>
              <a:gd name="csX80" fmla="*/ 903510 w 9705463"/>
              <a:gd name="csY80" fmla="*/ 5913882 h 9591735"/>
              <a:gd name="csX81" fmla="*/ 903510 w 9705463"/>
              <a:gd name="csY81" fmla="*/ 5686425 h 9591735"/>
              <a:gd name="csX82" fmla="*/ 1851247 w 9705463"/>
              <a:gd name="csY82" fmla="*/ 5686425 h 9591735"/>
              <a:gd name="csX83" fmla="*/ 1851247 w 9705463"/>
              <a:gd name="csY83" fmla="*/ 5913882 h 9591735"/>
              <a:gd name="csX84" fmla="*/ 6747891 w 9705463"/>
              <a:gd name="csY84" fmla="*/ 4334320 h 9591735"/>
              <a:gd name="csX85" fmla="*/ 5484241 w 9705463"/>
              <a:gd name="csY85" fmla="*/ 4334320 h 9591735"/>
              <a:gd name="csX86" fmla="*/ 5484241 w 9705463"/>
              <a:gd name="csY86" fmla="*/ 4106863 h 9591735"/>
              <a:gd name="csX87" fmla="*/ 6747891 w 9705463"/>
              <a:gd name="csY87" fmla="*/ 4106863 h 9591735"/>
              <a:gd name="csX88" fmla="*/ 6747891 w 9705463"/>
              <a:gd name="csY88" fmla="*/ 4334320 h 9591735"/>
              <a:gd name="csX89" fmla="*/ 3904679 w 9705463"/>
              <a:gd name="csY89" fmla="*/ 4334320 h 9591735"/>
              <a:gd name="csX90" fmla="*/ 113729 w 9705463"/>
              <a:gd name="csY90" fmla="*/ 4334320 h 9591735"/>
              <a:gd name="csX91" fmla="*/ 0 w 9705463"/>
              <a:gd name="csY91" fmla="*/ 4220591 h 9591735"/>
              <a:gd name="csX92" fmla="*/ 0 w 9705463"/>
              <a:gd name="csY92" fmla="*/ 113728 h 9591735"/>
              <a:gd name="csX93" fmla="*/ 113729 w 9705463"/>
              <a:gd name="csY93" fmla="*/ 0 h 9591735"/>
              <a:gd name="csX94" fmla="*/ 3904679 w 9705463"/>
              <a:gd name="csY94" fmla="*/ 0 h 9591735"/>
              <a:gd name="csX95" fmla="*/ 4018407 w 9705463"/>
              <a:gd name="csY95" fmla="*/ 113728 h 9591735"/>
              <a:gd name="csX96" fmla="*/ 4018407 w 9705463"/>
              <a:gd name="csY96" fmla="*/ 4220591 h 9591735"/>
              <a:gd name="csX97" fmla="*/ 3904679 w 9705463"/>
              <a:gd name="csY97" fmla="*/ 4334320 h 9591735"/>
              <a:gd name="csX98" fmla="*/ 227457 w 9705463"/>
              <a:gd name="csY98" fmla="*/ 4106863 h 9591735"/>
              <a:gd name="csX99" fmla="*/ 3790950 w 9705463"/>
              <a:gd name="csY99" fmla="*/ 4106863 h 9591735"/>
              <a:gd name="csX100" fmla="*/ 3790950 w 9705463"/>
              <a:gd name="csY100" fmla="*/ 1175195 h 9591735"/>
              <a:gd name="csX101" fmla="*/ 227457 w 9705463"/>
              <a:gd name="csY101" fmla="*/ 1175195 h 9591735"/>
              <a:gd name="csX102" fmla="*/ 227457 w 9705463"/>
              <a:gd name="csY102" fmla="*/ 4106863 h 9591735"/>
              <a:gd name="csX103" fmla="*/ 227457 w 9705463"/>
              <a:gd name="csY103" fmla="*/ 947738 h 9591735"/>
              <a:gd name="csX104" fmla="*/ 3790950 w 9705463"/>
              <a:gd name="csY104" fmla="*/ 947738 h 9591735"/>
              <a:gd name="csX105" fmla="*/ 3790950 w 9705463"/>
              <a:gd name="csY105" fmla="*/ 227457 h 9591735"/>
              <a:gd name="csX106" fmla="*/ 227457 w 9705463"/>
              <a:gd name="csY106" fmla="*/ 227457 h 9591735"/>
              <a:gd name="csX107" fmla="*/ 227457 w 9705463"/>
              <a:gd name="csY107" fmla="*/ 947738 h 9591735"/>
              <a:gd name="csX108" fmla="*/ 8959279 w 9705463"/>
              <a:gd name="csY108" fmla="*/ 3702495 h 9591735"/>
              <a:gd name="csX109" fmla="*/ 7695629 w 9705463"/>
              <a:gd name="csY109" fmla="*/ 3702495 h 9591735"/>
              <a:gd name="csX110" fmla="*/ 7695629 w 9705463"/>
              <a:gd name="csY110" fmla="*/ 3475038 h 9591735"/>
              <a:gd name="csX111" fmla="*/ 8959279 w 9705463"/>
              <a:gd name="csY111" fmla="*/ 3475038 h 9591735"/>
              <a:gd name="csX112" fmla="*/ 8959279 w 9705463"/>
              <a:gd name="csY112" fmla="*/ 3702495 h 9591735"/>
              <a:gd name="csX113" fmla="*/ 6747891 w 9705463"/>
              <a:gd name="csY113" fmla="*/ 3702495 h 9591735"/>
              <a:gd name="csX114" fmla="*/ 5484241 w 9705463"/>
              <a:gd name="csY114" fmla="*/ 3702495 h 9591735"/>
              <a:gd name="csX115" fmla="*/ 5484241 w 9705463"/>
              <a:gd name="csY115" fmla="*/ 3475038 h 9591735"/>
              <a:gd name="csX116" fmla="*/ 6747891 w 9705463"/>
              <a:gd name="csY116" fmla="*/ 3475038 h 9591735"/>
              <a:gd name="csX117" fmla="*/ 6747891 w 9705463"/>
              <a:gd name="csY117" fmla="*/ 3702495 h 9591735"/>
              <a:gd name="csX118" fmla="*/ 8959279 w 9705463"/>
              <a:gd name="csY118" fmla="*/ 3070670 h 9591735"/>
              <a:gd name="csX119" fmla="*/ 7695629 w 9705463"/>
              <a:gd name="csY119" fmla="*/ 3070670 h 9591735"/>
              <a:gd name="csX120" fmla="*/ 7695629 w 9705463"/>
              <a:gd name="csY120" fmla="*/ 2843213 h 9591735"/>
              <a:gd name="csX121" fmla="*/ 8959279 w 9705463"/>
              <a:gd name="csY121" fmla="*/ 2843213 h 9591735"/>
              <a:gd name="csX122" fmla="*/ 8959279 w 9705463"/>
              <a:gd name="csY122" fmla="*/ 3070670 h 9591735"/>
              <a:gd name="csX123" fmla="*/ 6747891 w 9705463"/>
              <a:gd name="csY123" fmla="*/ 3070670 h 9591735"/>
              <a:gd name="csX124" fmla="*/ 5484241 w 9705463"/>
              <a:gd name="csY124" fmla="*/ 3070670 h 9591735"/>
              <a:gd name="csX125" fmla="*/ 5484241 w 9705463"/>
              <a:gd name="csY125" fmla="*/ 2843213 h 9591735"/>
              <a:gd name="csX126" fmla="*/ 6747891 w 9705463"/>
              <a:gd name="csY126" fmla="*/ 2843213 h 9591735"/>
              <a:gd name="csX127" fmla="*/ 6747891 w 9705463"/>
              <a:gd name="csY127" fmla="*/ 3070670 h 9591735"/>
              <a:gd name="csX128" fmla="*/ 2325116 w 9705463"/>
              <a:gd name="csY128" fmla="*/ 3070670 h 9591735"/>
              <a:gd name="csX129" fmla="*/ 1377379 w 9705463"/>
              <a:gd name="csY129" fmla="*/ 3070670 h 9591735"/>
              <a:gd name="csX130" fmla="*/ 1377379 w 9705463"/>
              <a:gd name="csY130" fmla="*/ 2843213 h 9591735"/>
              <a:gd name="csX131" fmla="*/ 2325116 w 9705463"/>
              <a:gd name="csY131" fmla="*/ 2843213 h 9591735"/>
              <a:gd name="csX132" fmla="*/ 2325116 w 9705463"/>
              <a:gd name="csY132" fmla="*/ 3070670 h 9591735"/>
            </a:gdLst>
            <a:ahLst/>
            <a:cxnLst/>
            <a:rect l="l" t="t" r="r" b="b"/>
            <a:pathLst>
              <a:path w="9705463" h="9591735">
                <a:moveTo>
                  <a:pt x="6950075" y="9591419"/>
                </a:moveTo>
                <a:lnTo>
                  <a:pt x="6950075" y="9426197"/>
                </a:lnTo>
                <a:cubicBezTo>
                  <a:pt x="6949759" y="8453819"/>
                  <a:pt x="6289186" y="7616019"/>
                  <a:pt x="5343660" y="7388562"/>
                </a:cubicBezTo>
                <a:cubicBezTo>
                  <a:pt x="5296274" y="7377189"/>
                  <a:pt x="5261523" y="7337068"/>
                  <a:pt x="5257100" y="7288417"/>
                </a:cubicBezTo>
                <a:cubicBezTo>
                  <a:pt x="5252677" y="7240083"/>
                  <a:pt x="5279214" y="7193960"/>
                  <a:pt x="5323758" y="7174057"/>
                </a:cubicBezTo>
                <a:cubicBezTo>
                  <a:pt x="5739499" y="6987353"/>
                  <a:pt x="6008024" y="6574139"/>
                  <a:pt x="6008024" y="6121121"/>
                </a:cubicBezTo>
                <a:cubicBezTo>
                  <a:pt x="6008024" y="5484241"/>
                  <a:pt x="5489612" y="4965829"/>
                  <a:pt x="4852732" y="4965829"/>
                </a:cubicBezTo>
                <a:cubicBezTo>
                  <a:pt x="4215852" y="4965829"/>
                  <a:pt x="3696492" y="5483925"/>
                  <a:pt x="3696492" y="6121121"/>
                </a:cubicBezTo>
                <a:cubicBezTo>
                  <a:pt x="3696492" y="6574139"/>
                  <a:pt x="3965018" y="6987669"/>
                  <a:pt x="4380759" y="7174057"/>
                </a:cubicBezTo>
                <a:cubicBezTo>
                  <a:pt x="4425302" y="7193960"/>
                  <a:pt x="4451839" y="7239767"/>
                  <a:pt x="4447417" y="7288417"/>
                </a:cubicBezTo>
                <a:cubicBezTo>
                  <a:pt x="4442994" y="7337068"/>
                  <a:pt x="4407927" y="7377189"/>
                  <a:pt x="4360856" y="7388562"/>
                </a:cubicBezTo>
                <a:cubicBezTo>
                  <a:pt x="3415330" y="7616019"/>
                  <a:pt x="2754757" y="8453819"/>
                  <a:pt x="2754757" y="9425881"/>
                </a:cubicBezTo>
                <a:lnTo>
                  <a:pt x="2754757" y="9590787"/>
                </a:lnTo>
                <a:cubicBezTo>
                  <a:pt x="2754757" y="9590787"/>
                  <a:pt x="2527932" y="9591419"/>
                  <a:pt x="2527932" y="9591419"/>
                </a:cubicBezTo>
                <a:lnTo>
                  <a:pt x="2527932" y="9426197"/>
                </a:lnTo>
                <a:cubicBezTo>
                  <a:pt x="2527616" y="8438970"/>
                  <a:pt x="3141434" y="7577162"/>
                  <a:pt x="4049682" y="7245138"/>
                </a:cubicBezTo>
                <a:cubicBezTo>
                  <a:pt x="3690490" y="6988617"/>
                  <a:pt x="3469351" y="6571296"/>
                  <a:pt x="3469351" y="6121121"/>
                </a:cubicBezTo>
                <a:cubicBezTo>
                  <a:pt x="3469351" y="5397049"/>
                  <a:pt x="4029148" y="4800922"/>
                  <a:pt x="4739320" y="4743111"/>
                </a:cubicBezTo>
                <a:lnTo>
                  <a:pt x="4739320" y="1377379"/>
                </a:lnTo>
                <a:cubicBezTo>
                  <a:pt x="4739320" y="1314512"/>
                  <a:pt x="4790182" y="1263650"/>
                  <a:pt x="4853048" y="1263650"/>
                </a:cubicBezTo>
                <a:lnTo>
                  <a:pt x="9591736" y="1263650"/>
                </a:lnTo>
                <a:cubicBezTo>
                  <a:pt x="9654602" y="1263650"/>
                  <a:pt x="9705464" y="1314512"/>
                  <a:pt x="9705464" y="1377379"/>
                </a:cubicBezTo>
                <a:lnTo>
                  <a:pt x="9705464" y="6747891"/>
                </a:lnTo>
                <a:cubicBezTo>
                  <a:pt x="9705464" y="6810758"/>
                  <a:pt x="9654602" y="6861620"/>
                  <a:pt x="9591736" y="6861620"/>
                </a:cubicBezTo>
                <a:lnTo>
                  <a:pt x="6019081" y="6861620"/>
                </a:lnTo>
                <a:cubicBezTo>
                  <a:pt x="5924307" y="7010415"/>
                  <a:pt x="5801102" y="7141202"/>
                  <a:pt x="5655150" y="7245453"/>
                </a:cubicBezTo>
                <a:cubicBezTo>
                  <a:pt x="6563714" y="7577162"/>
                  <a:pt x="7177532" y="8439287"/>
                  <a:pt x="7177532" y="9426197"/>
                </a:cubicBezTo>
                <a:lnTo>
                  <a:pt x="7177532" y="9591104"/>
                </a:lnTo>
                <a:cubicBezTo>
                  <a:pt x="7177532" y="9591104"/>
                  <a:pt x="6950707" y="9591735"/>
                  <a:pt x="6950707" y="9591735"/>
                </a:cubicBezTo>
                <a:close/>
                <a:moveTo>
                  <a:pt x="6135653" y="6634163"/>
                </a:moveTo>
                <a:lnTo>
                  <a:pt x="9477375" y="6634163"/>
                </a:lnTo>
                <a:lnTo>
                  <a:pt x="9477375" y="2438845"/>
                </a:lnTo>
                <a:lnTo>
                  <a:pt x="4966145" y="2438845"/>
                </a:lnTo>
                <a:lnTo>
                  <a:pt x="4966145" y="4743426"/>
                </a:lnTo>
                <a:cubicBezTo>
                  <a:pt x="5675685" y="4801554"/>
                  <a:pt x="6235166" y="5397365"/>
                  <a:pt x="6235166" y="6121436"/>
                </a:cubicBezTo>
                <a:cubicBezTo>
                  <a:pt x="6235166" y="6300243"/>
                  <a:pt x="6200415" y="6473679"/>
                  <a:pt x="6135653" y="6634163"/>
                </a:cubicBezTo>
                <a:close/>
                <a:moveTo>
                  <a:pt x="4966145" y="2211388"/>
                </a:moveTo>
                <a:lnTo>
                  <a:pt x="9477375" y="2211388"/>
                </a:lnTo>
                <a:lnTo>
                  <a:pt x="9477375" y="1491107"/>
                </a:lnTo>
                <a:lnTo>
                  <a:pt x="4966145" y="1491107"/>
                </a:lnTo>
                <a:lnTo>
                  <a:pt x="4966145" y="2211388"/>
                </a:lnTo>
                <a:close/>
                <a:moveTo>
                  <a:pt x="2140623" y="8125270"/>
                </a:moveTo>
                <a:lnTo>
                  <a:pt x="614134" y="8125270"/>
                </a:lnTo>
                <a:cubicBezTo>
                  <a:pt x="449543" y="8125270"/>
                  <a:pt x="315913" y="7991323"/>
                  <a:pt x="315913" y="7827048"/>
                </a:cubicBezTo>
                <a:lnTo>
                  <a:pt x="315913" y="5352822"/>
                </a:lnTo>
                <a:cubicBezTo>
                  <a:pt x="315913" y="5188231"/>
                  <a:pt x="449543" y="5054600"/>
                  <a:pt x="614134" y="5054600"/>
                </a:cubicBezTo>
                <a:lnTo>
                  <a:pt x="2140623" y="5054600"/>
                </a:lnTo>
                <a:cubicBezTo>
                  <a:pt x="2305214" y="5054600"/>
                  <a:pt x="2438845" y="5188547"/>
                  <a:pt x="2438845" y="5352822"/>
                </a:cubicBezTo>
                <a:lnTo>
                  <a:pt x="2438845" y="7827048"/>
                </a:lnTo>
                <a:cubicBezTo>
                  <a:pt x="2438845" y="7991638"/>
                  <a:pt x="2305214" y="8125270"/>
                  <a:pt x="2140623" y="8125270"/>
                </a:cubicBezTo>
                <a:close/>
                <a:moveTo>
                  <a:pt x="543370" y="7177532"/>
                </a:moveTo>
                <a:lnTo>
                  <a:pt x="543370" y="7827048"/>
                </a:lnTo>
                <a:cubicBezTo>
                  <a:pt x="543370" y="7866221"/>
                  <a:pt x="575277" y="7897813"/>
                  <a:pt x="614134" y="7897813"/>
                </a:cubicBezTo>
                <a:lnTo>
                  <a:pt x="2140623" y="7897813"/>
                </a:lnTo>
                <a:cubicBezTo>
                  <a:pt x="2179796" y="7897813"/>
                  <a:pt x="2211388" y="7865906"/>
                  <a:pt x="2211388" y="7827048"/>
                </a:cubicBezTo>
                <a:lnTo>
                  <a:pt x="2211388" y="7177532"/>
                </a:lnTo>
                <a:lnTo>
                  <a:pt x="543370" y="7177532"/>
                </a:lnTo>
                <a:close/>
                <a:moveTo>
                  <a:pt x="543370" y="6950075"/>
                </a:moveTo>
                <a:lnTo>
                  <a:pt x="2211388" y="6950075"/>
                </a:lnTo>
                <a:lnTo>
                  <a:pt x="2211388" y="5352822"/>
                </a:lnTo>
                <a:cubicBezTo>
                  <a:pt x="2211388" y="5313648"/>
                  <a:pt x="2179480" y="5282057"/>
                  <a:pt x="2140623" y="5282057"/>
                </a:cubicBezTo>
                <a:lnTo>
                  <a:pt x="614134" y="5282057"/>
                </a:lnTo>
                <a:cubicBezTo>
                  <a:pt x="574961" y="5282057"/>
                  <a:pt x="543370" y="5313964"/>
                  <a:pt x="543370" y="5352822"/>
                </a:cubicBezTo>
                <a:lnTo>
                  <a:pt x="543370" y="6950075"/>
                </a:lnTo>
                <a:close/>
                <a:moveTo>
                  <a:pt x="1851247" y="6545707"/>
                </a:moveTo>
                <a:lnTo>
                  <a:pt x="903510" y="6545707"/>
                </a:lnTo>
                <a:lnTo>
                  <a:pt x="903510" y="6318250"/>
                </a:lnTo>
                <a:lnTo>
                  <a:pt x="1851247" y="6318250"/>
                </a:lnTo>
                <a:lnTo>
                  <a:pt x="1851247" y="6545707"/>
                </a:lnTo>
                <a:close/>
                <a:moveTo>
                  <a:pt x="8169498" y="6229795"/>
                </a:moveTo>
                <a:cubicBezTo>
                  <a:pt x="7671304" y="6229795"/>
                  <a:pt x="7265988" y="5824479"/>
                  <a:pt x="7265988" y="5326285"/>
                </a:cubicBezTo>
                <a:cubicBezTo>
                  <a:pt x="7265988" y="4828091"/>
                  <a:pt x="7671304" y="4422775"/>
                  <a:pt x="8169498" y="4422775"/>
                </a:cubicBezTo>
                <a:cubicBezTo>
                  <a:pt x="8667691" y="4422775"/>
                  <a:pt x="9073007" y="4828091"/>
                  <a:pt x="9073007" y="5326285"/>
                </a:cubicBezTo>
                <a:cubicBezTo>
                  <a:pt x="9073007" y="5824479"/>
                  <a:pt x="8667691" y="6229795"/>
                  <a:pt x="8169498" y="6229795"/>
                </a:cubicBezTo>
                <a:close/>
                <a:moveTo>
                  <a:pt x="8169498" y="4650232"/>
                </a:moveTo>
                <a:cubicBezTo>
                  <a:pt x="7796721" y="4650232"/>
                  <a:pt x="7493445" y="4953508"/>
                  <a:pt x="7493445" y="5326285"/>
                </a:cubicBezTo>
                <a:cubicBezTo>
                  <a:pt x="7493445" y="5699061"/>
                  <a:pt x="7796721" y="6002338"/>
                  <a:pt x="8169498" y="6002338"/>
                </a:cubicBezTo>
                <a:cubicBezTo>
                  <a:pt x="8542274" y="6002338"/>
                  <a:pt x="8845550" y="5699061"/>
                  <a:pt x="8845550" y="5326285"/>
                </a:cubicBezTo>
                <a:cubicBezTo>
                  <a:pt x="8845550" y="4953508"/>
                  <a:pt x="8542274" y="4650232"/>
                  <a:pt x="8169498" y="4650232"/>
                </a:cubicBezTo>
                <a:close/>
                <a:moveTo>
                  <a:pt x="1851247" y="5913882"/>
                </a:moveTo>
                <a:lnTo>
                  <a:pt x="903510" y="5913882"/>
                </a:lnTo>
                <a:lnTo>
                  <a:pt x="903510" y="5686425"/>
                </a:lnTo>
                <a:lnTo>
                  <a:pt x="1851247" y="5686425"/>
                </a:lnTo>
                <a:lnTo>
                  <a:pt x="1851247" y="5913882"/>
                </a:lnTo>
                <a:close/>
                <a:moveTo>
                  <a:pt x="6747891" y="4334320"/>
                </a:moveTo>
                <a:lnTo>
                  <a:pt x="5484241" y="4334320"/>
                </a:lnTo>
                <a:lnTo>
                  <a:pt x="5484241" y="4106863"/>
                </a:lnTo>
                <a:lnTo>
                  <a:pt x="6747891" y="4106863"/>
                </a:lnTo>
                <a:lnTo>
                  <a:pt x="6747891" y="4334320"/>
                </a:lnTo>
                <a:close/>
                <a:moveTo>
                  <a:pt x="3904679" y="4334320"/>
                </a:moveTo>
                <a:lnTo>
                  <a:pt x="113729" y="4334320"/>
                </a:lnTo>
                <a:cubicBezTo>
                  <a:pt x="50862" y="4334320"/>
                  <a:pt x="0" y="4283458"/>
                  <a:pt x="0" y="4220591"/>
                </a:cubicBezTo>
                <a:lnTo>
                  <a:pt x="0" y="113728"/>
                </a:lnTo>
                <a:cubicBezTo>
                  <a:pt x="0" y="50862"/>
                  <a:pt x="50862" y="0"/>
                  <a:pt x="113729" y="0"/>
                </a:cubicBezTo>
                <a:lnTo>
                  <a:pt x="3904679" y="0"/>
                </a:lnTo>
                <a:cubicBezTo>
                  <a:pt x="3967545" y="0"/>
                  <a:pt x="4018407" y="50862"/>
                  <a:pt x="4018407" y="113728"/>
                </a:cubicBezTo>
                <a:lnTo>
                  <a:pt x="4018407" y="4220591"/>
                </a:lnTo>
                <a:cubicBezTo>
                  <a:pt x="4018407" y="4283458"/>
                  <a:pt x="3967545" y="4334320"/>
                  <a:pt x="3904679" y="4334320"/>
                </a:cubicBezTo>
                <a:close/>
                <a:moveTo>
                  <a:pt x="227457" y="4106863"/>
                </a:moveTo>
                <a:lnTo>
                  <a:pt x="3790950" y="4106863"/>
                </a:lnTo>
                <a:lnTo>
                  <a:pt x="3790950" y="1175195"/>
                </a:lnTo>
                <a:lnTo>
                  <a:pt x="227457" y="1175195"/>
                </a:lnTo>
                <a:lnTo>
                  <a:pt x="227457" y="4106863"/>
                </a:lnTo>
                <a:close/>
                <a:moveTo>
                  <a:pt x="227457" y="947738"/>
                </a:moveTo>
                <a:lnTo>
                  <a:pt x="3790950" y="947738"/>
                </a:lnTo>
                <a:lnTo>
                  <a:pt x="3790950" y="227457"/>
                </a:lnTo>
                <a:lnTo>
                  <a:pt x="227457" y="227457"/>
                </a:lnTo>
                <a:lnTo>
                  <a:pt x="227457" y="947738"/>
                </a:lnTo>
                <a:close/>
                <a:moveTo>
                  <a:pt x="8959279" y="3702495"/>
                </a:moveTo>
                <a:lnTo>
                  <a:pt x="7695629" y="3702495"/>
                </a:lnTo>
                <a:lnTo>
                  <a:pt x="7695629" y="3475038"/>
                </a:lnTo>
                <a:lnTo>
                  <a:pt x="8959279" y="3475038"/>
                </a:lnTo>
                <a:lnTo>
                  <a:pt x="8959279" y="3702495"/>
                </a:lnTo>
                <a:close/>
                <a:moveTo>
                  <a:pt x="6747891" y="3702495"/>
                </a:moveTo>
                <a:lnTo>
                  <a:pt x="5484241" y="3702495"/>
                </a:lnTo>
                <a:lnTo>
                  <a:pt x="5484241" y="3475038"/>
                </a:lnTo>
                <a:lnTo>
                  <a:pt x="6747891" y="3475038"/>
                </a:lnTo>
                <a:lnTo>
                  <a:pt x="6747891" y="3702495"/>
                </a:lnTo>
                <a:close/>
                <a:moveTo>
                  <a:pt x="8959279" y="3070670"/>
                </a:moveTo>
                <a:lnTo>
                  <a:pt x="7695629" y="3070670"/>
                </a:lnTo>
                <a:lnTo>
                  <a:pt x="7695629" y="2843213"/>
                </a:lnTo>
                <a:lnTo>
                  <a:pt x="8959279" y="2843213"/>
                </a:lnTo>
                <a:lnTo>
                  <a:pt x="8959279" y="3070670"/>
                </a:lnTo>
                <a:close/>
                <a:moveTo>
                  <a:pt x="6747891" y="3070670"/>
                </a:moveTo>
                <a:lnTo>
                  <a:pt x="5484241" y="3070670"/>
                </a:lnTo>
                <a:lnTo>
                  <a:pt x="5484241" y="2843213"/>
                </a:lnTo>
                <a:lnTo>
                  <a:pt x="6747891" y="2843213"/>
                </a:lnTo>
                <a:lnTo>
                  <a:pt x="6747891" y="3070670"/>
                </a:lnTo>
                <a:close/>
                <a:moveTo>
                  <a:pt x="2325116" y="3070670"/>
                </a:moveTo>
                <a:lnTo>
                  <a:pt x="1377379" y="3070670"/>
                </a:lnTo>
                <a:lnTo>
                  <a:pt x="1377379" y="2843213"/>
                </a:lnTo>
                <a:lnTo>
                  <a:pt x="2325116" y="2843213"/>
                </a:lnTo>
                <a:lnTo>
                  <a:pt x="2325116" y="3070670"/>
                </a:lnTo>
                <a:close/>
              </a:path>
            </a:pathLst>
          </a:custGeom>
          <a:solidFill>
            <a:srgbClr val="BE95FF"/>
          </a:solidFill>
          <a:ln w="315813">
            <a:noFill/>
            <a:prstDash val="solid"/>
          </a:ln>
        </p:spPr>
        <p:txBody>
          <a:bodyPr/>
          <a:lstStyle/>
          <a:p>
            <a:endParaRPr/>
          </a:p>
        </p:txBody>
      </p:sp>
      <p:sp>
        <p:nvSpPr>
          <p:cNvPr id="17" name="Rectangle 16">
            <a:extLst>
              <a:ext uri="{FF2B5EF4-FFF2-40B4-BE49-F238E27FC236}">
                <a16:creationId xmlns:a16="http://schemas.microsoft.com/office/drawing/2014/main" id="{B387184D-8C74-3DB6-27F5-0ABF838B4901}"/>
              </a:ext>
            </a:extLst>
          </p:cNvPr>
          <p:cNvSpPr>
            <a:spLocks noGrp="1"/>
          </p:cNvSpPr>
          <p:nvPr/>
        </p:nvSpPr>
        <p:spPr>
          <a:xfrm>
            <a:off x="18742682" y="-2992052"/>
            <a:ext cx="2423868" cy="2423868"/>
          </a:xfrm>
          <a:prstGeom prst="rect">
            <a:avLst/>
          </a:prstGeom>
          <a:noFill/>
          <a:ln w="315813">
            <a:noFill/>
            <a:prstDash val="solid"/>
          </a:ln>
        </p:spPr>
        <p:txBody>
          <a:bodyPr/>
          <a:lstStyle/>
          <a:p>
            <a:endParaRPr/>
          </a:p>
        </p:txBody>
      </p:sp>
      <p:pic>
        <p:nvPicPr>
          <p:cNvPr id="115" name="Picture 19"/>
          <p:cNvPicPr>
            <a:picLocks noChangeAspect="1"/>
          </p:cNvPicPr>
          <p:nvPr/>
        </p:nvPicPr>
        <p:blipFill>
          <a:blip r:embed="rId3"/>
          <a:srcRect l="16667" r="16667"/>
          <a:stretch/>
        </p:blipFill>
        <p:spPr>
          <a:xfrm>
            <a:off x="17534586" y="6982015"/>
            <a:ext cx="6852588" cy="6852588"/>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1">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9ED0F45-CF91-144B-A4FC-B0E9287995A8}"/>
              </a:ext>
            </a:extLst>
          </p:cNvPr>
          <p:cNvSpPr>
            <a:spLocks noGrp="1"/>
          </p:cNvSpPr>
          <p:nvPr/>
        </p:nvSpPr>
        <p:spPr>
          <a:xfrm>
            <a:off x="-1" y="6395"/>
            <a:ext cx="24387175" cy="13716000"/>
          </a:xfrm>
          <a:prstGeom prst="rect">
            <a:avLst/>
          </a:prstGeom>
          <a:solidFill>
            <a:schemeClr val="tx1"/>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chemeClr val="bg1"/>
              </a:solidFill>
              <a:latin typeface="+mn-lt"/>
              <a:ea typeface="+mn-lt"/>
              <a:cs typeface="+mn-lt"/>
            </a:endParaRPr>
          </a:p>
        </p:txBody>
      </p:sp>
      <p:sp>
        <p:nvSpPr>
          <p:cNvPr id="62" name="Text Placeholder 5">
            <a:extLst>
              <a:ext uri="{FF2B5EF4-FFF2-40B4-BE49-F238E27FC236}">
                <a16:creationId xmlns:a16="http://schemas.microsoft.com/office/drawing/2014/main" id="{CCA22637-7521-834E-B585-E724D4D30E65}"/>
              </a:ext>
            </a:extLst>
          </p:cNvPr>
          <p:cNvSpPr>
            <a:spLocks noGrp="1"/>
          </p:cNvSpPr>
          <p:nvPr>
            <p:ph type="body" idx="13" hasCustomPrompt="1"/>
          </p:nvPr>
        </p:nvSpPr>
        <p:spPr>
          <a:xfrm>
            <a:off x="525463" y="6858000"/>
            <a:ext cx="8612188" cy="2902226"/>
          </a:xfrm>
        </p:spPr>
        <p:txBody>
          <a:bodyPr/>
          <a:lstStyle>
            <a:lvl1pPr>
              <a:buNone/>
              <a:defRPr>
                <a:solidFill>
                  <a:srgbClr val="F4F4F4"/>
                </a:solidFill>
              </a:defRPr>
            </a:lvl1pPr>
          </a:lstStyle>
          <a:p>
            <a:r>
              <a:t>Session code (ID number)</a:t>
            </a:r>
            <a:br/>
            <a:r>
              <a:t>Session Title</a:t>
            </a:r>
            <a:br/>
            <a:r>
              <a:t>Firstname Lastname</a:t>
            </a:r>
            <a:br/>
            <a:r>
              <a:t>Company, Job Title</a:t>
            </a:r>
          </a:p>
        </p:txBody>
      </p:sp>
      <p:sp>
        <p:nvSpPr>
          <p:cNvPr id="63" name="Title 1">
            <a:extLst>
              <a:ext uri="{FF2B5EF4-FFF2-40B4-BE49-F238E27FC236}">
                <a16:creationId xmlns:a16="http://schemas.microsoft.com/office/drawing/2014/main" id="{D1D71252-7A4A-4A49-8C7D-CBE7A812DD2F}"/>
              </a:ext>
            </a:extLst>
          </p:cNvPr>
          <p:cNvSpPr>
            <a:spLocks noGrp="1"/>
          </p:cNvSpPr>
          <p:nvPr>
            <p:ph type="title"/>
          </p:nvPr>
        </p:nvSpPr>
        <p:spPr>
          <a:xfrm>
            <a:off x="525968" y="1452274"/>
            <a:ext cx="8611683" cy="4141712"/>
          </a:xfrm>
        </p:spPr>
        <p:txBody>
          <a:bodyPr/>
          <a:lstStyle>
            <a:lvl1pPr>
              <a:lnSpc>
                <a:spcPct val="100000"/>
              </a:lnSpc>
              <a:buNone/>
              <a:defRPr sz="8600">
                <a:solidFill>
                  <a:srgbClr val="F4F4F4"/>
                </a:solidFill>
              </a:defRPr>
            </a:lvl1pPr>
          </a:lstStyle>
          <a:p>
            <a:r>
              <a:t>Click to edit Master title style</a:t>
            </a:r>
          </a:p>
        </p:txBody>
      </p:sp>
      <p:sp>
        <p:nvSpPr>
          <p:cNvPr id="64" name="TextBox 63">
            <a:extLst>
              <a:ext uri="{FF2B5EF4-FFF2-40B4-BE49-F238E27FC236}">
                <a16:creationId xmlns:a16="http://schemas.microsoft.com/office/drawing/2014/main" id="{84D6F73F-7408-E54D-9F81-8C0B1A91D5AF}"/>
              </a:ext>
            </a:extLst>
          </p:cNvPr>
          <p:cNvSpPr>
            <a:spLocks noGrp="1"/>
          </p:cNvSpPr>
          <p:nvPr/>
        </p:nvSpPr>
        <p:spPr>
          <a:xfrm>
            <a:off x="540831" y="12363542"/>
            <a:ext cx="6800495" cy="861774"/>
          </a:xfrm>
          <a:prstGeom prst="rect">
            <a:avLst/>
          </a:prstGeom>
          <a:noFill/>
          <a:ln w="12700"/>
        </p:spPr>
        <p:txBody>
          <a:bodyPr wrap="square" lIns="0" tIns="0" rIns="0" bIns="0" anchor="b">
            <a:spAutoFit/>
          </a:bodyPr>
          <a:lstStyle/>
          <a:p>
            <a:r>
              <a:rPr sz="2800" b="0" i="0">
                <a:solidFill>
                  <a:srgbClr val="F4F4F4"/>
                </a:solidFill>
                <a:latin typeface="IBM Plex Mono Light"/>
                <a:ea typeface="IBM Plex Mono Light"/>
                <a:cs typeface="IBM Plex Mono Light"/>
              </a:rPr>
              <a:t>Atlanta, GA</a:t>
            </a:r>
            <a:br/>
            <a:r>
              <a:rPr sz="2800" b="0" i="0">
                <a:solidFill>
                  <a:srgbClr val="F4F4F4"/>
                </a:solidFill>
                <a:latin typeface="IBM Plex Mono Light"/>
                <a:ea typeface="IBM Plex Mono Light"/>
                <a:cs typeface="IBM Plex Mono Light"/>
              </a:rPr>
              <a:t>October 26–29</a:t>
            </a:r>
          </a:p>
        </p:txBody>
      </p:sp>
      <p:sp>
        <p:nvSpPr>
          <p:cNvPr id="66" name="TextBox 65">
            <a:extLst>
              <a:ext uri="{FF2B5EF4-FFF2-40B4-BE49-F238E27FC236}">
                <a16:creationId xmlns:a16="http://schemas.microsoft.com/office/drawing/2014/main" id="{A9EB1C30-2E3E-C749-BE09-CEE31CFB04EC}"/>
              </a:ext>
            </a:extLst>
          </p:cNvPr>
          <p:cNvSpPr>
            <a:spLocks noGrp="1"/>
          </p:cNvSpPr>
          <p:nvPr/>
        </p:nvSpPr>
        <p:spPr>
          <a:xfrm>
            <a:off x="12522200" y="-2260600"/>
            <a:ext cx="0" cy="0"/>
          </a:xfrm>
          <a:prstGeom prst="rect">
            <a:avLst/>
          </a:prstGeom>
          <a:ln w="12700"/>
        </p:spPr>
        <p:txBody>
          <a:bodyPr wrap="none" lIns="0" tIns="0" rIns="0" bIns="0">
            <a:noAutofit/>
          </a:bodyPr>
          <a:lstStyle/>
          <a:p>
            <a:pPr algn="l" defTabSz="2438400">
              <a:spcBef>
                <a:spcPts val="2900"/>
              </a:spcBef>
              <a:buSzPct val="100000"/>
              <a:buNone/>
            </a:pPr>
            <a:endParaRPr kern="0">
              <a:solidFill>
                <a:srgbClr val="000000"/>
              </a:solidFill>
            </a:endParaRPr>
          </a:p>
        </p:txBody>
      </p:sp>
      <p:pic>
        <p:nvPicPr>
          <p:cNvPr id="75" name="Picture 5"/>
          <p:cNvPicPr>
            <a:picLocks noChangeAspect="1"/>
          </p:cNvPicPr>
          <p:nvPr/>
        </p:nvPicPr>
        <p:blipFill>
          <a:blip r:embed="rId2"/>
          <a:stretch>
            <a:fillRect/>
          </a:stretch>
        </p:blipFill>
        <p:spPr>
          <a:xfrm>
            <a:off x="-70807" y="-97188"/>
            <a:ext cx="5118898" cy="1625047"/>
          </a:xfrm>
          <a:prstGeom prst="rect">
            <a:avLst/>
          </a:prstGeom>
        </p:spPr>
      </p:pic>
      <p:pic>
        <p:nvPicPr>
          <p:cNvPr id="76" name="Graphic 18"/>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6200000">
            <a:off x="14081897" y="3432198"/>
            <a:ext cx="3438593" cy="3438593"/>
          </a:xfrm>
          <a:prstGeom prst="rect">
            <a:avLst/>
          </a:prstGeom>
        </p:spPr>
      </p:pic>
      <p:pic>
        <p:nvPicPr>
          <p:cNvPr id="77" name="Picture 19"/>
          <p:cNvPicPr>
            <a:picLocks noChangeAspect="1"/>
          </p:cNvPicPr>
          <p:nvPr/>
        </p:nvPicPr>
        <p:blipFill>
          <a:blip r:embed="rId4"/>
          <a:srcRect l="12500" r="12500"/>
          <a:stretch/>
        </p:blipFill>
        <p:spPr>
          <a:xfrm>
            <a:off x="17520490" y="6396"/>
            <a:ext cx="6851604" cy="6851604"/>
          </a:xfrm>
          <a:prstGeom prst="rect">
            <a:avLst/>
          </a:prstGeom>
        </p:spPr>
      </p:pic>
      <p:sp>
        <p:nvSpPr>
          <p:cNvPr id="3" name="Freeform: Shape 82">
            <a:extLst>
              <a:ext uri="{FF2B5EF4-FFF2-40B4-BE49-F238E27FC236}">
                <a16:creationId xmlns:a16="http://schemas.microsoft.com/office/drawing/2014/main" id="{76F85DE3-61C2-E5B3-4D32-1AC6AB7B4AE4}"/>
              </a:ext>
            </a:extLst>
          </p:cNvPr>
          <p:cNvSpPr>
            <a:spLocks noGrp="1"/>
          </p:cNvSpPr>
          <p:nvPr/>
        </p:nvSpPr>
        <p:spPr>
          <a:xfrm rot="16200000">
            <a:off x="17520491" y="6870791"/>
            <a:ext cx="6851604" cy="6851604"/>
          </a:xfrm>
          <a:custGeom>
            <a:avLst/>
            <a:gdLst>
              <a:gd name="connsiteX0" fmla="*/ 409166 w 818931"/>
              <a:gd name="connsiteY0" fmla="*/ 409166 h 818931"/>
              <a:gd name="connsiteX1" fmla="*/ 289000 w 818931"/>
              <a:gd name="connsiteY1" fmla="*/ 119565 h 818931"/>
              <a:gd name="connsiteX2" fmla="*/ 0 w 818931"/>
              <a:gd name="connsiteY2" fmla="*/ 0 h 818931"/>
              <a:gd name="connsiteX3" fmla="*/ 0 w 818931"/>
              <a:gd name="connsiteY3" fmla="*/ 409166 h 818931"/>
              <a:gd name="connsiteX4" fmla="*/ 0 w 818931"/>
              <a:gd name="connsiteY4" fmla="*/ 818331 h 818931"/>
              <a:gd name="connsiteX5" fmla="*/ 289600 w 818931"/>
              <a:gd name="connsiteY5" fmla="*/ 698165 h 818931"/>
              <a:gd name="connsiteX6" fmla="*/ 409166 w 818931"/>
              <a:gd name="connsiteY6" fmla="*/ 409166 h 818931"/>
              <a:gd name="connsiteX7" fmla="*/ 698766 w 818931"/>
              <a:gd name="connsiteY7" fmla="*/ 698766 h 818931"/>
              <a:gd name="connsiteX8" fmla="*/ 409166 w 818931"/>
              <a:gd name="connsiteY8" fmla="*/ 818932 h 818931"/>
              <a:gd name="connsiteX9" fmla="*/ 409166 w 818931"/>
              <a:gd name="connsiteY9" fmla="*/ 409166 h 818931"/>
              <a:gd name="connsiteX10" fmla="*/ 409166 w 818931"/>
              <a:gd name="connsiteY10" fmla="*/ 0 h 818931"/>
              <a:gd name="connsiteX11" fmla="*/ 698766 w 818931"/>
              <a:gd name="connsiteY11" fmla="*/ 120166 h 818931"/>
              <a:gd name="connsiteX12" fmla="*/ 818932 w 818931"/>
              <a:gd name="connsiteY12" fmla="*/ 409766 h 818931"/>
              <a:gd name="connsiteX13" fmla="*/ 698766 w 818931"/>
              <a:gd name="connsiteY13" fmla="*/ 698766 h 818931"/>
            </a:gdLst>
            <a:ahLst/>
            <a:cxnLst/>
            <a:rect l="l" t="t" r="r" b="b"/>
            <a:pathLst>
              <a:path w="818931" h="818931">
                <a:moveTo>
                  <a:pt x="409166" y="409166"/>
                </a:moveTo>
                <a:cubicBezTo>
                  <a:pt x="409166" y="300415"/>
                  <a:pt x="365906" y="196472"/>
                  <a:pt x="289000" y="119565"/>
                </a:cubicBezTo>
                <a:cubicBezTo>
                  <a:pt x="212093" y="42659"/>
                  <a:pt x="108750" y="0"/>
                  <a:pt x="0" y="0"/>
                </a:cubicBezTo>
                <a:lnTo>
                  <a:pt x="0" y="409166"/>
                </a:lnTo>
                <a:lnTo>
                  <a:pt x="0" y="818331"/>
                </a:lnTo>
                <a:cubicBezTo>
                  <a:pt x="108750" y="818331"/>
                  <a:pt x="212694" y="775071"/>
                  <a:pt x="289600" y="698165"/>
                </a:cubicBezTo>
                <a:cubicBezTo>
                  <a:pt x="365906" y="621860"/>
                  <a:pt x="409166" y="517916"/>
                  <a:pt x="409166" y="409166"/>
                </a:cubicBezTo>
                <a:close/>
                <a:moveTo>
                  <a:pt x="698766" y="698766"/>
                </a:moveTo>
                <a:cubicBezTo>
                  <a:pt x="621860" y="775672"/>
                  <a:pt x="517916" y="818932"/>
                  <a:pt x="409166" y="818932"/>
                </a:cubicBezTo>
                <a:lnTo>
                  <a:pt x="409166" y="409166"/>
                </a:lnTo>
                <a:lnTo>
                  <a:pt x="409166" y="0"/>
                </a:lnTo>
                <a:cubicBezTo>
                  <a:pt x="517916" y="0"/>
                  <a:pt x="621860" y="43260"/>
                  <a:pt x="698766" y="120166"/>
                </a:cubicBezTo>
                <a:cubicBezTo>
                  <a:pt x="775672" y="197072"/>
                  <a:pt x="818932" y="301016"/>
                  <a:pt x="818932" y="409766"/>
                </a:cubicBezTo>
                <a:cubicBezTo>
                  <a:pt x="818932" y="518517"/>
                  <a:pt x="775672" y="621860"/>
                  <a:pt x="698766" y="698766"/>
                </a:cubicBezTo>
                <a:close/>
              </a:path>
            </a:pathLst>
          </a:custGeom>
          <a:gradFill>
            <a:gsLst>
              <a:gs pos="50000">
                <a:srgbClr val="0F62FE"/>
              </a:gs>
              <a:gs pos="10000">
                <a:srgbClr val="8A3FFC"/>
              </a:gs>
              <a:gs pos="90000">
                <a:srgbClr val="33B1FF"/>
              </a:gs>
            </a:gsLst>
            <a:lin ang="2700000" scaled="0"/>
          </a:gradFill>
          <a:ln w="5992">
            <a:noFill/>
            <a:prstDash val="solid"/>
          </a:ln>
        </p:spPr>
        <p:txBody>
          <a:bodyPr anchor="ctr"/>
          <a:lstStyle/>
          <a:p>
            <a:endParaRPr/>
          </a:p>
        </p:txBody>
      </p:sp>
      <p:sp>
        <p:nvSpPr>
          <p:cNvPr id="22" name="Freeform 21">
            <a:extLst>
              <a:ext uri="{FF2B5EF4-FFF2-40B4-BE49-F238E27FC236}">
                <a16:creationId xmlns:a16="http://schemas.microsoft.com/office/drawing/2014/main" id="{1A278BE4-D425-C285-FEE9-62652917DD88}"/>
              </a:ext>
            </a:extLst>
          </p:cNvPr>
          <p:cNvSpPr>
            <a:spLocks noGrp="1"/>
          </p:cNvSpPr>
          <p:nvPr/>
        </p:nvSpPr>
        <p:spPr>
          <a:xfrm>
            <a:off x="16418150" y="823820"/>
            <a:ext cx="262738" cy="428613"/>
          </a:xfrm>
          <a:custGeom>
            <a:avLst/>
            <a:gdLst>
              <a:gd name="csX0" fmla="*/ 152402 w 827585"/>
              <a:gd name="csY0" fmla="*/ 1350067 h 1350066"/>
              <a:gd name="csX1" fmla="*/ 0 w 827585"/>
              <a:gd name="csY1" fmla="*/ 1197664 h 1350066"/>
              <a:gd name="csX2" fmla="*/ 522780 w 827585"/>
              <a:gd name="csY2" fmla="*/ 675183 h 1350066"/>
              <a:gd name="csX3" fmla="*/ 0 w 827585"/>
              <a:gd name="csY3" fmla="*/ 152403 h 1350066"/>
              <a:gd name="csX4" fmla="*/ 152402 w 827585"/>
              <a:gd name="csY4" fmla="*/ 0 h 1350066"/>
              <a:gd name="csX5" fmla="*/ 827586 w 827585"/>
              <a:gd name="csY5" fmla="*/ 675183 h 1350066"/>
              <a:gd name="csX6" fmla="*/ 152402 w 827585"/>
              <a:gd name="csY6" fmla="*/ 1350067 h 1350066"/>
            </a:gdLst>
            <a:ahLst/>
            <a:cxnLst/>
            <a:rect l="l" t="t" r="r" b="b"/>
            <a:pathLst>
              <a:path w="827585" h="1350066">
                <a:moveTo>
                  <a:pt x="152402" y="1350067"/>
                </a:moveTo>
                <a:lnTo>
                  <a:pt x="0" y="1197664"/>
                </a:lnTo>
                <a:lnTo>
                  <a:pt x="522780" y="675183"/>
                </a:lnTo>
                <a:lnTo>
                  <a:pt x="0" y="152403"/>
                </a:lnTo>
                <a:lnTo>
                  <a:pt x="152402" y="0"/>
                </a:lnTo>
                <a:lnTo>
                  <a:pt x="827586" y="675183"/>
                </a:lnTo>
                <a:lnTo>
                  <a:pt x="152402" y="1350067"/>
                </a:lnTo>
                <a:close/>
              </a:path>
            </a:pathLst>
          </a:custGeom>
          <a:solidFill>
            <a:srgbClr val="BE95FF"/>
          </a:solidFill>
          <a:ln w="299145">
            <a:noFill/>
            <a:prstDash val="solid"/>
          </a:ln>
        </p:spPr>
        <p:txBody>
          <a:bodyPr/>
          <a:lstStyle/>
          <a:p>
            <a:endParaRPr/>
          </a:p>
        </p:txBody>
      </p:sp>
      <p:sp>
        <p:nvSpPr>
          <p:cNvPr id="23" name="Freeform 22">
            <a:extLst>
              <a:ext uri="{FF2B5EF4-FFF2-40B4-BE49-F238E27FC236}">
                <a16:creationId xmlns:a16="http://schemas.microsoft.com/office/drawing/2014/main" id="{D8C0536E-B486-808A-D4CA-D71E02E0B61A}"/>
              </a:ext>
            </a:extLst>
          </p:cNvPr>
          <p:cNvSpPr>
            <a:spLocks noGrp="1"/>
          </p:cNvSpPr>
          <p:nvPr/>
        </p:nvSpPr>
        <p:spPr>
          <a:xfrm>
            <a:off x="14411962" y="433610"/>
            <a:ext cx="2730049" cy="2730049"/>
          </a:xfrm>
          <a:custGeom>
            <a:avLst/>
            <a:gdLst>
              <a:gd name="csX0" fmla="*/ 8491438 w 8599227"/>
              <a:gd name="csY0" fmla="*/ 8599228 h 8599227"/>
              <a:gd name="csX1" fmla="*/ 4898446 w 8599227"/>
              <a:gd name="csY1" fmla="*/ 8599228 h 8599227"/>
              <a:gd name="csX2" fmla="*/ 4790656 w 8599227"/>
              <a:gd name="csY2" fmla="*/ 8491438 h 8599227"/>
              <a:gd name="csX3" fmla="*/ 4790656 w 8599227"/>
              <a:gd name="csY3" fmla="*/ 6802732 h 8599227"/>
              <a:gd name="csX4" fmla="*/ 3808572 w 8599227"/>
              <a:gd name="csY4" fmla="*/ 6802732 h 8599227"/>
              <a:gd name="csX5" fmla="*/ 3808572 w 8599227"/>
              <a:gd name="csY5" fmla="*/ 8491438 h 8599227"/>
              <a:gd name="csX6" fmla="*/ 3700782 w 8599227"/>
              <a:gd name="csY6" fmla="*/ 8599228 h 8599227"/>
              <a:gd name="csX7" fmla="*/ 107790 w 8599227"/>
              <a:gd name="csY7" fmla="*/ 8599228 h 8599227"/>
              <a:gd name="csX8" fmla="*/ 0 w 8599227"/>
              <a:gd name="csY8" fmla="*/ 8491438 h 8599227"/>
              <a:gd name="csX9" fmla="*/ 0 w 8599227"/>
              <a:gd name="csY9" fmla="*/ 4898446 h 8599227"/>
              <a:gd name="csX10" fmla="*/ 107790 w 8599227"/>
              <a:gd name="csY10" fmla="*/ 4790656 h 8599227"/>
              <a:gd name="csX11" fmla="*/ 1796496 w 8599227"/>
              <a:gd name="csY11" fmla="*/ 4790656 h 8599227"/>
              <a:gd name="csX12" fmla="*/ 1796496 w 8599227"/>
              <a:gd name="csY12" fmla="*/ 3808572 h 8599227"/>
              <a:gd name="csX13" fmla="*/ 107790 w 8599227"/>
              <a:gd name="csY13" fmla="*/ 3808572 h 8599227"/>
              <a:gd name="csX14" fmla="*/ 0 w 8599227"/>
              <a:gd name="csY14" fmla="*/ 3700782 h 8599227"/>
              <a:gd name="csX15" fmla="*/ 0 w 8599227"/>
              <a:gd name="csY15" fmla="*/ 107790 h 8599227"/>
              <a:gd name="csX16" fmla="*/ 107790 w 8599227"/>
              <a:gd name="csY16" fmla="*/ 0 h 8599227"/>
              <a:gd name="csX17" fmla="*/ 3700782 w 8599227"/>
              <a:gd name="csY17" fmla="*/ 0 h 8599227"/>
              <a:gd name="csX18" fmla="*/ 3808572 w 8599227"/>
              <a:gd name="csY18" fmla="*/ 107790 h 8599227"/>
              <a:gd name="csX19" fmla="*/ 3808572 w 8599227"/>
              <a:gd name="csY19" fmla="*/ 1796496 h 8599227"/>
              <a:gd name="csX20" fmla="*/ 4790656 w 8599227"/>
              <a:gd name="csY20" fmla="*/ 1796496 h 8599227"/>
              <a:gd name="csX21" fmla="*/ 4790656 w 8599227"/>
              <a:gd name="csY21" fmla="*/ 107790 h 8599227"/>
              <a:gd name="csX22" fmla="*/ 4898446 w 8599227"/>
              <a:gd name="csY22" fmla="*/ 0 h 8599227"/>
              <a:gd name="csX23" fmla="*/ 8491438 w 8599227"/>
              <a:gd name="csY23" fmla="*/ 0 h 8599227"/>
              <a:gd name="csX24" fmla="*/ 8599228 w 8599227"/>
              <a:gd name="csY24" fmla="*/ 107790 h 8599227"/>
              <a:gd name="csX25" fmla="*/ 8599228 w 8599227"/>
              <a:gd name="csY25" fmla="*/ 3700782 h 8599227"/>
              <a:gd name="csX26" fmla="*/ 8491438 w 8599227"/>
              <a:gd name="csY26" fmla="*/ 3808572 h 8599227"/>
              <a:gd name="csX27" fmla="*/ 4898446 w 8599227"/>
              <a:gd name="csY27" fmla="*/ 3808572 h 8599227"/>
              <a:gd name="csX28" fmla="*/ 4790656 w 8599227"/>
              <a:gd name="csY28" fmla="*/ 3700782 h 8599227"/>
              <a:gd name="csX29" fmla="*/ 4790656 w 8599227"/>
              <a:gd name="csY29" fmla="*/ 2012075 h 8599227"/>
              <a:gd name="csX30" fmla="*/ 3808572 w 8599227"/>
              <a:gd name="csY30" fmla="*/ 2012075 h 8599227"/>
              <a:gd name="csX31" fmla="*/ 3808572 w 8599227"/>
              <a:gd name="csY31" fmla="*/ 3700782 h 8599227"/>
              <a:gd name="csX32" fmla="*/ 3700782 w 8599227"/>
              <a:gd name="csY32" fmla="*/ 3808572 h 8599227"/>
              <a:gd name="csX33" fmla="*/ 2012075 w 8599227"/>
              <a:gd name="csY33" fmla="*/ 3808572 h 8599227"/>
              <a:gd name="csX34" fmla="*/ 2012075 w 8599227"/>
              <a:gd name="csY34" fmla="*/ 4790656 h 8599227"/>
              <a:gd name="csX35" fmla="*/ 3700782 w 8599227"/>
              <a:gd name="csY35" fmla="*/ 4790656 h 8599227"/>
              <a:gd name="csX36" fmla="*/ 3808572 w 8599227"/>
              <a:gd name="csY36" fmla="*/ 4898446 h 8599227"/>
              <a:gd name="csX37" fmla="*/ 3808572 w 8599227"/>
              <a:gd name="csY37" fmla="*/ 6587152 h 8599227"/>
              <a:gd name="csX38" fmla="*/ 4790656 w 8599227"/>
              <a:gd name="csY38" fmla="*/ 6587152 h 8599227"/>
              <a:gd name="csX39" fmla="*/ 4790656 w 8599227"/>
              <a:gd name="csY39" fmla="*/ 4898446 h 8599227"/>
              <a:gd name="csX40" fmla="*/ 4898446 w 8599227"/>
              <a:gd name="csY40" fmla="*/ 4790656 h 8599227"/>
              <a:gd name="csX41" fmla="*/ 8491438 w 8599227"/>
              <a:gd name="csY41" fmla="*/ 4790656 h 8599227"/>
              <a:gd name="csX42" fmla="*/ 8599228 w 8599227"/>
              <a:gd name="csY42" fmla="*/ 4898446 h 8599227"/>
              <a:gd name="csX43" fmla="*/ 8599228 w 8599227"/>
              <a:gd name="csY43" fmla="*/ 8491438 h 8599227"/>
              <a:gd name="csX44" fmla="*/ 8491438 w 8599227"/>
              <a:gd name="csY44" fmla="*/ 8599228 h 8599227"/>
              <a:gd name="csX45" fmla="*/ 5006236 w 8599227"/>
              <a:gd name="csY45" fmla="*/ 8383648 h 8599227"/>
              <a:gd name="csX46" fmla="*/ 8383648 w 8599227"/>
              <a:gd name="csY46" fmla="*/ 8383648 h 8599227"/>
              <a:gd name="csX47" fmla="*/ 8383648 w 8599227"/>
              <a:gd name="csY47" fmla="*/ 5006236 h 8599227"/>
              <a:gd name="csX48" fmla="*/ 5006236 w 8599227"/>
              <a:gd name="csY48" fmla="*/ 5006236 h 8599227"/>
              <a:gd name="csX49" fmla="*/ 5006236 w 8599227"/>
              <a:gd name="csY49" fmla="*/ 6587152 h 8599227"/>
              <a:gd name="csX50" fmla="*/ 6302407 w 8599227"/>
              <a:gd name="csY50" fmla="*/ 6587152 h 8599227"/>
              <a:gd name="csX51" fmla="*/ 6695241 w 8599227"/>
              <a:gd name="csY51" fmla="*/ 6287736 h 8599227"/>
              <a:gd name="csX52" fmla="*/ 7102447 w 8599227"/>
              <a:gd name="csY52" fmla="*/ 6694942 h 8599227"/>
              <a:gd name="csX53" fmla="*/ 6695241 w 8599227"/>
              <a:gd name="csY53" fmla="*/ 7102148 h 8599227"/>
              <a:gd name="csX54" fmla="*/ 6302407 w 8599227"/>
              <a:gd name="csY54" fmla="*/ 6802732 h 8599227"/>
              <a:gd name="csX55" fmla="*/ 5006236 w 8599227"/>
              <a:gd name="csY55" fmla="*/ 6802732 h 8599227"/>
              <a:gd name="csX56" fmla="*/ 5006236 w 8599227"/>
              <a:gd name="csY56" fmla="*/ 8383648 h 8599227"/>
              <a:gd name="csX57" fmla="*/ 215580 w 8599227"/>
              <a:gd name="csY57" fmla="*/ 8383648 h 8599227"/>
              <a:gd name="csX58" fmla="*/ 3592992 w 8599227"/>
              <a:gd name="csY58" fmla="*/ 8383648 h 8599227"/>
              <a:gd name="csX59" fmla="*/ 3592992 w 8599227"/>
              <a:gd name="csY59" fmla="*/ 6802732 h 8599227"/>
              <a:gd name="csX60" fmla="*/ 2296820 w 8599227"/>
              <a:gd name="csY60" fmla="*/ 6802732 h 8599227"/>
              <a:gd name="csX61" fmla="*/ 1903986 w 8599227"/>
              <a:gd name="csY61" fmla="*/ 7102148 h 8599227"/>
              <a:gd name="csX62" fmla="*/ 1496781 w 8599227"/>
              <a:gd name="csY62" fmla="*/ 6694942 h 8599227"/>
              <a:gd name="csX63" fmla="*/ 1796197 w 8599227"/>
              <a:gd name="csY63" fmla="*/ 6302108 h 8599227"/>
              <a:gd name="csX64" fmla="*/ 1796197 w 8599227"/>
              <a:gd name="csY64" fmla="*/ 5006236 h 8599227"/>
              <a:gd name="csX65" fmla="*/ 215580 w 8599227"/>
              <a:gd name="csY65" fmla="*/ 5006236 h 8599227"/>
              <a:gd name="csX66" fmla="*/ 215580 w 8599227"/>
              <a:gd name="csY66" fmla="*/ 8383648 h 8599227"/>
              <a:gd name="csX67" fmla="*/ 6694942 w 8599227"/>
              <a:gd name="csY67" fmla="*/ 6503316 h 8599227"/>
              <a:gd name="csX68" fmla="*/ 6503316 w 8599227"/>
              <a:gd name="csY68" fmla="*/ 6694942 h 8599227"/>
              <a:gd name="csX69" fmla="*/ 6694942 w 8599227"/>
              <a:gd name="csY69" fmla="*/ 6886568 h 8599227"/>
              <a:gd name="csX70" fmla="*/ 6886568 w 8599227"/>
              <a:gd name="csY70" fmla="*/ 6694942 h 8599227"/>
              <a:gd name="csX71" fmla="*/ 6694942 w 8599227"/>
              <a:gd name="csY71" fmla="*/ 6503316 h 8599227"/>
              <a:gd name="csX72" fmla="*/ 1904286 w 8599227"/>
              <a:gd name="csY72" fmla="*/ 6503316 h 8599227"/>
              <a:gd name="csX73" fmla="*/ 1712660 w 8599227"/>
              <a:gd name="csY73" fmla="*/ 6694942 h 8599227"/>
              <a:gd name="csX74" fmla="*/ 1904286 w 8599227"/>
              <a:gd name="csY74" fmla="*/ 6886568 h 8599227"/>
              <a:gd name="csX75" fmla="*/ 2095912 w 8599227"/>
              <a:gd name="csY75" fmla="*/ 6694942 h 8599227"/>
              <a:gd name="csX76" fmla="*/ 1904286 w 8599227"/>
              <a:gd name="csY76" fmla="*/ 6503316 h 8599227"/>
              <a:gd name="csX77" fmla="*/ 2296820 w 8599227"/>
              <a:gd name="csY77" fmla="*/ 6587152 h 8599227"/>
              <a:gd name="csX78" fmla="*/ 3592992 w 8599227"/>
              <a:gd name="csY78" fmla="*/ 6587152 h 8599227"/>
              <a:gd name="csX79" fmla="*/ 3592992 w 8599227"/>
              <a:gd name="csY79" fmla="*/ 5006236 h 8599227"/>
              <a:gd name="csX80" fmla="*/ 2012075 w 8599227"/>
              <a:gd name="csY80" fmla="*/ 5006236 h 8599227"/>
              <a:gd name="csX81" fmla="*/ 2012075 w 8599227"/>
              <a:gd name="csY81" fmla="*/ 6302108 h 8599227"/>
              <a:gd name="csX82" fmla="*/ 2297120 w 8599227"/>
              <a:gd name="csY82" fmla="*/ 6587152 h 8599227"/>
              <a:gd name="csX83" fmla="*/ 5006236 w 8599227"/>
              <a:gd name="csY83" fmla="*/ 3592992 h 8599227"/>
              <a:gd name="csX84" fmla="*/ 8383648 w 8599227"/>
              <a:gd name="csY84" fmla="*/ 3592992 h 8599227"/>
              <a:gd name="csX85" fmla="*/ 8383648 w 8599227"/>
              <a:gd name="csY85" fmla="*/ 215580 h 8599227"/>
              <a:gd name="csX86" fmla="*/ 5006236 w 8599227"/>
              <a:gd name="csY86" fmla="*/ 215580 h 8599227"/>
              <a:gd name="csX87" fmla="*/ 5006236 w 8599227"/>
              <a:gd name="csY87" fmla="*/ 1796496 h 8599227"/>
              <a:gd name="csX88" fmla="*/ 6994358 w 8599227"/>
              <a:gd name="csY88" fmla="*/ 1796496 h 8599227"/>
              <a:gd name="csX89" fmla="*/ 6994358 w 8599227"/>
              <a:gd name="csY89" fmla="*/ 2012075 h 8599227"/>
              <a:gd name="csX90" fmla="*/ 5006236 w 8599227"/>
              <a:gd name="csY90" fmla="*/ 2012075 h 8599227"/>
              <a:gd name="csX91" fmla="*/ 5006236 w 8599227"/>
              <a:gd name="csY91" fmla="*/ 3592992 h 8599227"/>
              <a:gd name="csX92" fmla="*/ 2012075 w 8599227"/>
              <a:gd name="csY92" fmla="*/ 3592992 h 8599227"/>
              <a:gd name="csX93" fmla="*/ 3592992 w 8599227"/>
              <a:gd name="csY93" fmla="*/ 3592992 h 8599227"/>
              <a:gd name="csX94" fmla="*/ 3592992 w 8599227"/>
              <a:gd name="csY94" fmla="*/ 2012075 h 8599227"/>
              <a:gd name="csX95" fmla="*/ 2296820 w 8599227"/>
              <a:gd name="csY95" fmla="*/ 2012075 h 8599227"/>
              <a:gd name="csX96" fmla="*/ 2011776 w 8599227"/>
              <a:gd name="csY96" fmla="*/ 2297120 h 8599227"/>
              <a:gd name="csX97" fmla="*/ 2011776 w 8599227"/>
              <a:gd name="csY97" fmla="*/ 3592992 h 8599227"/>
              <a:gd name="csX98" fmla="*/ 215580 w 8599227"/>
              <a:gd name="csY98" fmla="*/ 3592992 h 8599227"/>
              <a:gd name="csX99" fmla="*/ 1796496 w 8599227"/>
              <a:gd name="csY99" fmla="*/ 3592992 h 8599227"/>
              <a:gd name="csX100" fmla="*/ 1796496 w 8599227"/>
              <a:gd name="csY100" fmla="*/ 2297120 h 8599227"/>
              <a:gd name="csX101" fmla="*/ 1497080 w 8599227"/>
              <a:gd name="csY101" fmla="*/ 1904286 h 8599227"/>
              <a:gd name="csX102" fmla="*/ 1904286 w 8599227"/>
              <a:gd name="csY102" fmla="*/ 1497080 h 8599227"/>
              <a:gd name="csX103" fmla="*/ 2297120 w 8599227"/>
              <a:gd name="csY103" fmla="*/ 1796496 h 8599227"/>
              <a:gd name="csX104" fmla="*/ 3593291 w 8599227"/>
              <a:gd name="csY104" fmla="*/ 1796496 h 8599227"/>
              <a:gd name="csX105" fmla="*/ 3593291 w 8599227"/>
              <a:gd name="csY105" fmla="*/ 215580 h 8599227"/>
              <a:gd name="csX106" fmla="*/ 215580 w 8599227"/>
              <a:gd name="csY106" fmla="*/ 215580 h 8599227"/>
              <a:gd name="csX107" fmla="*/ 215580 w 8599227"/>
              <a:gd name="csY107" fmla="*/ 3592992 h 8599227"/>
              <a:gd name="csX108" fmla="*/ 1904286 w 8599227"/>
              <a:gd name="csY108" fmla="*/ 1712660 h 8599227"/>
              <a:gd name="csX109" fmla="*/ 1712660 w 8599227"/>
              <a:gd name="csY109" fmla="*/ 1904286 h 8599227"/>
              <a:gd name="csX110" fmla="*/ 1904286 w 8599227"/>
              <a:gd name="csY110" fmla="*/ 2095912 h 8599227"/>
              <a:gd name="csX111" fmla="*/ 2095912 w 8599227"/>
              <a:gd name="csY111" fmla="*/ 1904286 h 8599227"/>
              <a:gd name="csX112" fmla="*/ 1904286 w 8599227"/>
              <a:gd name="csY112" fmla="*/ 1712660 h 8599227"/>
            </a:gdLst>
            <a:ahLst/>
            <a:cxnLst/>
            <a:rect l="l" t="t" r="r" b="b"/>
            <a:pathLst>
              <a:path w="8599227" h="8599227">
                <a:moveTo>
                  <a:pt x="8491438" y="8599228"/>
                </a:moveTo>
                <a:lnTo>
                  <a:pt x="4898446" y="8599228"/>
                </a:lnTo>
                <a:cubicBezTo>
                  <a:pt x="4838862" y="8599228"/>
                  <a:pt x="4790656" y="8551021"/>
                  <a:pt x="4790656" y="8491438"/>
                </a:cubicBezTo>
                <a:lnTo>
                  <a:pt x="4790656" y="6802732"/>
                </a:lnTo>
                <a:lnTo>
                  <a:pt x="3808572" y="6802732"/>
                </a:lnTo>
                <a:lnTo>
                  <a:pt x="3808572" y="8491438"/>
                </a:lnTo>
                <a:cubicBezTo>
                  <a:pt x="3808572" y="8551021"/>
                  <a:pt x="3760366" y="8599228"/>
                  <a:pt x="3700782" y="8599228"/>
                </a:cubicBezTo>
                <a:lnTo>
                  <a:pt x="107790" y="8599228"/>
                </a:lnTo>
                <a:cubicBezTo>
                  <a:pt x="48206" y="8599228"/>
                  <a:pt x="0" y="8551021"/>
                  <a:pt x="0" y="8491438"/>
                </a:cubicBezTo>
                <a:lnTo>
                  <a:pt x="0" y="4898446"/>
                </a:lnTo>
                <a:cubicBezTo>
                  <a:pt x="0" y="4838862"/>
                  <a:pt x="48206" y="4790656"/>
                  <a:pt x="107790" y="4790656"/>
                </a:cubicBezTo>
                <a:lnTo>
                  <a:pt x="1796496" y="4790656"/>
                </a:lnTo>
                <a:lnTo>
                  <a:pt x="1796496" y="3808572"/>
                </a:lnTo>
                <a:lnTo>
                  <a:pt x="107790" y="3808572"/>
                </a:lnTo>
                <a:cubicBezTo>
                  <a:pt x="48206" y="3808572"/>
                  <a:pt x="0" y="3760366"/>
                  <a:pt x="0" y="3700782"/>
                </a:cubicBezTo>
                <a:lnTo>
                  <a:pt x="0" y="107790"/>
                </a:lnTo>
                <a:cubicBezTo>
                  <a:pt x="0" y="48206"/>
                  <a:pt x="48206" y="0"/>
                  <a:pt x="107790" y="0"/>
                </a:cubicBezTo>
                <a:lnTo>
                  <a:pt x="3700782" y="0"/>
                </a:lnTo>
                <a:cubicBezTo>
                  <a:pt x="3760366" y="0"/>
                  <a:pt x="3808572" y="48206"/>
                  <a:pt x="3808572" y="107790"/>
                </a:cubicBezTo>
                <a:lnTo>
                  <a:pt x="3808572" y="1796496"/>
                </a:lnTo>
                <a:lnTo>
                  <a:pt x="4790656" y="1796496"/>
                </a:lnTo>
                <a:lnTo>
                  <a:pt x="4790656" y="107790"/>
                </a:lnTo>
                <a:cubicBezTo>
                  <a:pt x="4790656" y="48206"/>
                  <a:pt x="4838862" y="0"/>
                  <a:pt x="4898446" y="0"/>
                </a:cubicBezTo>
                <a:lnTo>
                  <a:pt x="8491438" y="0"/>
                </a:lnTo>
                <a:cubicBezTo>
                  <a:pt x="8551021" y="0"/>
                  <a:pt x="8599228" y="48206"/>
                  <a:pt x="8599228" y="107790"/>
                </a:cubicBezTo>
                <a:lnTo>
                  <a:pt x="8599228" y="3700782"/>
                </a:lnTo>
                <a:cubicBezTo>
                  <a:pt x="8599228" y="3760366"/>
                  <a:pt x="8551021" y="3808572"/>
                  <a:pt x="8491438" y="3808572"/>
                </a:cubicBezTo>
                <a:lnTo>
                  <a:pt x="4898446" y="3808572"/>
                </a:lnTo>
                <a:cubicBezTo>
                  <a:pt x="4838862" y="3808572"/>
                  <a:pt x="4790656" y="3760366"/>
                  <a:pt x="4790656" y="3700782"/>
                </a:cubicBezTo>
                <a:lnTo>
                  <a:pt x="4790656" y="2012075"/>
                </a:lnTo>
                <a:lnTo>
                  <a:pt x="3808572" y="2012075"/>
                </a:lnTo>
                <a:lnTo>
                  <a:pt x="3808572" y="3700782"/>
                </a:lnTo>
                <a:cubicBezTo>
                  <a:pt x="3808572" y="3760366"/>
                  <a:pt x="3760366" y="3808572"/>
                  <a:pt x="3700782" y="3808572"/>
                </a:cubicBezTo>
                <a:lnTo>
                  <a:pt x="2012075" y="3808572"/>
                </a:lnTo>
                <a:lnTo>
                  <a:pt x="2012075" y="4790656"/>
                </a:lnTo>
                <a:lnTo>
                  <a:pt x="3700782" y="4790656"/>
                </a:lnTo>
                <a:cubicBezTo>
                  <a:pt x="3760366" y="4790656"/>
                  <a:pt x="3808572" y="4838862"/>
                  <a:pt x="3808572" y="4898446"/>
                </a:cubicBezTo>
                <a:lnTo>
                  <a:pt x="3808572" y="6587152"/>
                </a:lnTo>
                <a:lnTo>
                  <a:pt x="4790656" y="6587152"/>
                </a:lnTo>
                <a:lnTo>
                  <a:pt x="4790656" y="4898446"/>
                </a:lnTo>
                <a:cubicBezTo>
                  <a:pt x="4790656" y="4838862"/>
                  <a:pt x="4838862" y="4790656"/>
                  <a:pt x="4898446" y="4790656"/>
                </a:cubicBezTo>
                <a:lnTo>
                  <a:pt x="8491438" y="4790656"/>
                </a:lnTo>
                <a:cubicBezTo>
                  <a:pt x="8551021" y="4790656"/>
                  <a:pt x="8599228" y="4838862"/>
                  <a:pt x="8599228" y="4898446"/>
                </a:cubicBezTo>
                <a:lnTo>
                  <a:pt x="8599228" y="8491438"/>
                </a:lnTo>
                <a:cubicBezTo>
                  <a:pt x="8599228" y="8551021"/>
                  <a:pt x="8551021" y="8599228"/>
                  <a:pt x="8491438" y="8599228"/>
                </a:cubicBezTo>
                <a:close/>
                <a:moveTo>
                  <a:pt x="5006236" y="8383648"/>
                </a:moveTo>
                <a:lnTo>
                  <a:pt x="8383648" y="8383648"/>
                </a:lnTo>
                <a:lnTo>
                  <a:pt x="8383648" y="5006236"/>
                </a:lnTo>
                <a:lnTo>
                  <a:pt x="5006236" y="5006236"/>
                </a:lnTo>
                <a:lnTo>
                  <a:pt x="5006236" y="6587152"/>
                </a:lnTo>
                <a:lnTo>
                  <a:pt x="6302407" y="6587152"/>
                </a:lnTo>
                <a:cubicBezTo>
                  <a:pt x="6349715" y="6414688"/>
                  <a:pt x="6507807" y="6287736"/>
                  <a:pt x="6695241" y="6287736"/>
                </a:cubicBezTo>
                <a:cubicBezTo>
                  <a:pt x="6919803" y="6287736"/>
                  <a:pt x="7102447" y="6470380"/>
                  <a:pt x="7102447" y="6694942"/>
                </a:cubicBezTo>
                <a:cubicBezTo>
                  <a:pt x="7102447" y="6919504"/>
                  <a:pt x="6919803" y="7102148"/>
                  <a:pt x="6695241" y="7102148"/>
                </a:cubicBezTo>
                <a:cubicBezTo>
                  <a:pt x="6508106" y="7102148"/>
                  <a:pt x="6350015" y="6975196"/>
                  <a:pt x="6302407" y="6802732"/>
                </a:cubicBezTo>
                <a:lnTo>
                  <a:pt x="5006236" y="6802732"/>
                </a:lnTo>
                <a:lnTo>
                  <a:pt x="5006236" y="8383648"/>
                </a:lnTo>
                <a:close/>
                <a:moveTo>
                  <a:pt x="215580" y="8383648"/>
                </a:moveTo>
                <a:lnTo>
                  <a:pt x="3592992" y="8383648"/>
                </a:lnTo>
                <a:lnTo>
                  <a:pt x="3592992" y="6802732"/>
                </a:lnTo>
                <a:lnTo>
                  <a:pt x="2296820" y="6802732"/>
                </a:lnTo>
                <a:cubicBezTo>
                  <a:pt x="2249513" y="6975196"/>
                  <a:pt x="2091421" y="7102148"/>
                  <a:pt x="1903986" y="7102148"/>
                </a:cubicBezTo>
                <a:cubicBezTo>
                  <a:pt x="1679424" y="7102148"/>
                  <a:pt x="1496781" y="6919504"/>
                  <a:pt x="1496781" y="6694942"/>
                </a:cubicBezTo>
                <a:cubicBezTo>
                  <a:pt x="1496781" y="6507807"/>
                  <a:pt x="1623733" y="6349715"/>
                  <a:pt x="1796197" y="6302108"/>
                </a:cubicBezTo>
                <a:lnTo>
                  <a:pt x="1796197" y="5006236"/>
                </a:lnTo>
                <a:lnTo>
                  <a:pt x="215580" y="5006236"/>
                </a:lnTo>
                <a:lnTo>
                  <a:pt x="215580" y="8383648"/>
                </a:lnTo>
                <a:close/>
                <a:moveTo>
                  <a:pt x="6694942" y="6503316"/>
                </a:moveTo>
                <a:cubicBezTo>
                  <a:pt x="6589248" y="6503316"/>
                  <a:pt x="6503316" y="6589248"/>
                  <a:pt x="6503316" y="6694942"/>
                </a:cubicBezTo>
                <a:cubicBezTo>
                  <a:pt x="6503316" y="6800636"/>
                  <a:pt x="6589248" y="6886568"/>
                  <a:pt x="6694942" y="6886568"/>
                </a:cubicBezTo>
                <a:cubicBezTo>
                  <a:pt x="6800636" y="6886568"/>
                  <a:pt x="6886568" y="6800636"/>
                  <a:pt x="6886568" y="6694942"/>
                </a:cubicBezTo>
                <a:cubicBezTo>
                  <a:pt x="6886568" y="6589248"/>
                  <a:pt x="6800636" y="6503316"/>
                  <a:pt x="6694942" y="6503316"/>
                </a:cubicBezTo>
                <a:close/>
                <a:moveTo>
                  <a:pt x="1904286" y="6503316"/>
                </a:moveTo>
                <a:cubicBezTo>
                  <a:pt x="1798592" y="6503316"/>
                  <a:pt x="1712660" y="6589248"/>
                  <a:pt x="1712660" y="6694942"/>
                </a:cubicBezTo>
                <a:cubicBezTo>
                  <a:pt x="1712660" y="6800636"/>
                  <a:pt x="1798592" y="6886568"/>
                  <a:pt x="1904286" y="6886568"/>
                </a:cubicBezTo>
                <a:cubicBezTo>
                  <a:pt x="2009980" y="6886568"/>
                  <a:pt x="2095912" y="6800636"/>
                  <a:pt x="2095912" y="6694942"/>
                </a:cubicBezTo>
                <a:cubicBezTo>
                  <a:pt x="2095912" y="6589248"/>
                  <a:pt x="2009980" y="6503316"/>
                  <a:pt x="1904286" y="6503316"/>
                </a:cubicBezTo>
                <a:close/>
                <a:moveTo>
                  <a:pt x="2296820" y="6587152"/>
                </a:moveTo>
                <a:lnTo>
                  <a:pt x="3592992" y="6587152"/>
                </a:lnTo>
                <a:lnTo>
                  <a:pt x="3592992" y="5006236"/>
                </a:lnTo>
                <a:lnTo>
                  <a:pt x="2012075" y="5006236"/>
                </a:lnTo>
                <a:lnTo>
                  <a:pt x="2012075" y="6302108"/>
                </a:lnTo>
                <a:cubicBezTo>
                  <a:pt x="2150106" y="6340134"/>
                  <a:pt x="2259094" y="6449122"/>
                  <a:pt x="2297120" y="6587152"/>
                </a:cubicBezTo>
                <a:close/>
                <a:moveTo>
                  <a:pt x="5006236" y="3592992"/>
                </a:moveTo>
                <a:lnTo>
                  <a:pt x="8383648" y="3592992"/>
                </a:lnTo>
                <a:lnTo>
                  <a:pt x="8383648" y="215580"/>
                </a:lnTo>
                <a:lnTo>
                  <a:pt x="5006236" y="215580"/>
                </a:lnTo>
                <a:lnTo>
                  <a:pt x="5006236" y="1796496"/>
                </a:lnTo>
                <a:lnTo>
                  <a:pt x="6994358" y="1796496"/>
                </a:lnTo>
                <a:lnTo>
                  <a:pt x="6994358" y="2012075"/>
                </a:lnTo>
                <a:lnTo>
                  <a:pt x="5006236" y="2012075"/>
                </a:lnTo>
                <a:lnTo>
                  <a:pt x="5006236" y="3592992"/>
                </a:lnTo>
                <a:close/>
                <a:moveTo>
                  <a:pt x="2012075" y="3592992"/>
                </a:moveTo>
                <a:lnTo>
                  <a:pt x="3592992" y="3592992"/>
                </a:lnTo>
                <a:lnTo>
                  <a:pt x="3592992" y="2012075"/>
                </a:lnTo>
                <a:lnTo>
                  <a:pt x="2296820" y="2012075"/>
                </a:lnTo>
                <a:cubicBezTo>
                  <a:pt x="2259094" y="2150106"/>
                  <a:pt x="2149807" y="2259094"/>
                  <a:pt x="2011776" y="2297120"/>
                </a:cubicBezTo>
                <a:lnTo>
                  <a:pt x="2011776" y="3592992"/>
                </a:lnTo>
                <a:close/>
                <a:moveTo>
                  <a:pt x="215580" y="3592992"/>
                </a:moveTo>
                <a:lnTo>
                  <a:pt x="1796496" y="3592992"/>
                </a:lnTo>
                <a:lnTo>
                  <a:pt x="1796496" y="2297120"/>
                </a:lnTo>
                <a:cubicBezTo>
                  <a:pt x="1624032" y="2249812"/>
                  <a:pt x="1497080" y="2091720"/>
                  <a:pt x="1497080" y="1904286"/>
                </a:cubicBezTo>
                <a:cubicBezTo>
                  <a:pt x="1497080" y="1679724"/>
                  <a:pt x="1679724" y="1497080"/>
                  <a:pt x="1904286" y="1497080"/>
                </a:cubicBezTo>
                <a:cubicBezTo>
                  <a:pt x="2091421" y="1497080"/>
                  <a:pt x="2249513" y="1624032"/>
                  <a:pt x="2297120" y="1796496"/>
                </a:cubicBezTo>
                <a:lnTo>
                  <a:pt x="3593291" y="1796496"/>
                </a:lnTo>
                <a:lnTo>
                  <a:pt x="3593291" y="215580"/>
                </a:lnTo>
                <a:lnTo>
                  <a:pt x="215580" y="215580"/>
                </a:lnTo>
                <a:lnTo>
                  <a:pt x="215580" y="3592992"/>
                </a:lnTo>
                <a:close/>
                <a:moveTo>
                  <a:pt x="1904286" y="1712660"/>
                </a:moveTo>
                <a:cubicBezTo>
                  <a:pt x="1798592" y="1712660"/>
                  <a:pt x="1712660" y="1798592"/>
                  <a:pt x="1712660" y="1904286"/>
                </a:cubicBezTo>
                <a:cubicBezTo>
                  <a:pt x="1712660" y="2009980"/>
                  <a:pt x="1798592" y="2095912"/>
                  <a:pt x="1904286" y="2095912"/>
                </a:cubicBezTo>
                <a:cubicBezTo>
                  <a:pt x="2009980" y="2095912"/>
                  <a:pt x="2095912" y="2009980"/>
                  <a:pt x="2095912" y="1904286"/>
                </a:cubicBezTo>
                <a:cubicBezTo>
                  <a:pt x="2095912" y="1798592"/>
                  <a:pt x="2009980" y="1712660"/>
                  <a:pt x="1904286" y="1712660"/>
                </a:cubicBezTo>
                <a:close/>
              </a:path>
            </a:pathLst>
          </a:custGeom>
          <a:solidFill>
            <a:srgbClr val="BE95FF"/>
          </a:solidFill>
          <a:ln w="299145">
            <a:noFill/>
            <a:prstDash val="solid"/>
          </a:ln>
        </p:spPr>
        <p:txBody>
          <a:bodyPr/>
          <a:lstStyle/>
          <a:p>
            <a:endParaRPr/>
          </a:p>
        </p:txBody>
      </p:sp>
      <p:sp>
        <p:nvSpPr>
          <p:cNvPr id="24" name="Rectangle 23">
            <a:extLst>
              <a:ext uri="{FF2B5EF4-FFF2-40B4-BE49-F238E27FC236}">
                <a16:creationId xmlns:a16="http://schemas.microsoft.com/office/drawing/2014/main" id="{7E35D77E-5FAE-04B1-213C-E6090EE657EB}"/>
              </a:ext>
            </a:extLst>
          </p:cNvPr>
          <p:cNvSpPr>
            <a:spLocks noGrp="1"/>
          </p:cNvSpPr>
          <p:nvPr/>
        </p:nvSpPr>
        <p:spPr>
          <a:xfrm>
            <a:off x="14256068" y="277715"/>
            <a:ext cx="3041838" cy="3041838"/>
          </a:xfrm>
          <a:prstGeom prst="rect">
            <a:avLst/>
          </a:prstGeom>
          <a:noFill/>
          <a:ln w="299145">
            <a:noFill/>
            <a:prstDash val="solid"/>
          </a:ln>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2">
    <p:bg>
      <p:bgPr>
        <a:solidFill>
          <a:schemeClr val="tx1"/>
        </a:solidFill>
        <a:effectLst/>
      </p:bgPr>
    </p:bg>
    <p:spTree>
      <p:nvGrpSpPr>
        <p:cNvPr id="1" name=""/>
        <p:cNvGrpSpPr/>
        <p:nvPr/>
      </p:nvGrpSpPr>
      <p:grpSpPr>
        <a:xfrm>
          <a:off x="0" y="0"/>
          <a:ext cx="0" cy="0"/>
          <a:chOff x="0" y="0"/>
          <a:chExt cx="0" cy="0"/>
        </a:xfrm>
      </p:grpSpPr>
      <p:sp>
        <p:nvSpPr>
          <p:cNvPr id="8" name="Text Placeholder 5">
            <a:extLst>
              <a:ext uri="{FF2B5EF4-FFF2-40B4-BE49-F238E27FC236}">
                <a16:creationId xmlns:a16="http://schemas.microsoft.com/office/drawing/2014/main" id="{03F79CF1-BB23-64AA-9C92-5A1EAE747F93}"/>
              </a:ext>
            </a:extLst>
          </p:cNvPr>
          <p:cNvSpPr>
            <a:spLocks noGrp="1"/>
          </p:cNvSpPr>
          <p:nvPr>
            <p:ph type="body" idx="13" hasCustomPrompt="1"/>
          </p:nvPr>
        </p:nvSpPr>
        <p:spPr>
          <a:xfrm>
            <a:off x="18288000" y="3629079"/>
            <a:ext cx="5516563" cy="3168107"/>
          </a:xfrm>
        </p:spPr>
        <p:txBody>
          <a:bodyPr/>
          <a:lstStyle>
            <a:lvl1pPr>
              <a:buNone/>
              <a:defRPr>
                <a:solidFill>
                  <a:srgbClr val="F4F4F4"/>
                </a:solidFill>
              </a:defRPr>
            </a:lvl1pPr>
          </a:lstStyle>
          <a:p>
            <a:r>
              <a:t>Session code (ID number)</a:t>
            </a:r>
            <a:br/>
            <a:r>
              <a:t>Session Title</a:t>
            </a:r>
            <a:br/>
            <a:r>
              <a:t>Firstname Lastname</a:t>
            </a:r>
            <a:br/>
            <a:r>
              <a:t>Company, Job Title</a:t>
            </a:r>
          </a:p>
        </p:txBody>
      </p:sp>
      <p:sp>
        <p:nvSpPr>
          <p:cNvPr id="10" name="Title 1">
            <a:extLst>
              <a:ext uri="{FF2B5EF4-FFF2-40B4-BE49-F238E27FC236}">
                <a16:creationId xmlns:a16="http://schemas.microsoft.com/office/drawing/2014/main" id="{C20F0B5B-6B52-3139-61A7-7B7287D7127D}"/>
              </a:ext>
            </a:extLst>
          </p:cNvPr>
          <p:cNvSpPr>
            <a:spLocks noGrp="1"/>
          </p:cNvSpPr>
          <p:nvPr>
            <p:ph type="title"/>
          </p:nvPr>
        </p:nvSpPr>
        <p:spPr>
          <a:xfrm>
            <a:off x="525967" y="3532827"/>
            <a:ext cx="14103644" cy="3264359"/>
          </a:xfrm>
        </p:spPr>
        <p:txBody>
          <a:bodyPr/>
          <a:lstStyle>
            <a:lvl1pPr>
              <a:lnSpc>
                <a:spcPct val="100000"/>
              </a:lnSpc>
              <a:buNone/>
              <a:defRPr sz="8600">
                <a:solidFill>
                  <a:srgbClr val="F4F4F4"/>
                </a:solidFill>
              </a:defRPr>
            </a:lvl1pPr>
          </a:lstStyle>
          <a:p>
            <a:r>
              <a:t>Click to edit Master title style</a:t>
            </a:r>
          </a:p>
        </p:txBody>
      </p:sp>
      <p:sp>
        <p:nvSpPr>
          <p:cNvPr id="84" name="TextBox 83">
            <a:extLst>
              <a:ext uri="{FF2B5EF4-FFF2-40B4-BE49-F238E27FC236}">
                <a16:creationId xmlns:a16="http://schemas.microsoft.com/office/drawing/2014/main" id="{8E5AEF9C-5462-6B4C-8E20-CC8A53B19D1B}"/>
              </a:ext>
            </a:extLst>
          </p:cNvPr>
          <p:cNvSpPr>
            <a:spLocks noGrp="1"/>
          </p:cNvSpPr>
          <p:nvPr/>
        </p:nvSpPr>
        <p:spPr>
          <a:xfrm>
            <a:off x="18288001" y="446440"/>
            <a:ext cx="3048000" cy="861774"/>
          </a:xfrm>
          <a:prstGeom prst="rect">
            <a:avLst/>
          </a:prstGeom>
          <a:noFill/>
          <a:ln w="12700"/>
        </p:spPr>
        <p:txBody>
          <a:bodyPr wrap="square" lIns="0" tIns="0" rIns="0" bIns="0">
            <a:spAutoFit/>
          </a:bodyPr>
          <a:lstStyle/>
          <a:p>
            <a:r>
              <a:rPr sz="2800">
                <a:solidFill>
                  <a:srgbClr val="F4F4F4"/>
                </a:solidFill>
                <a:latin typeface="IBM Plex Mono Light"/>
                <a:ea typeface="IBM Plex Mono Light"/>
                <a:cs typeface="IBM Plex Mono Light"/>
              </a:rPr>
              <a:t>Atlanta, GA</a:t>
            </a:r>
          </a:p>
          <a:p>
            <a:r>
              <a:rPr sz="2800">
                <a:solidFill>
                  <a:srgbClr val="F4F4F4"/>
                </a:solidFill>
                <a:latin typeface="IBM Plex Mono Light"/>
                <a:ea typeface="IBM Plex Mono Light"/>
                <a:cs typeface="IBM Plex Mono Light"/>
              </a:rPr>
              <a:t>October 26–29</a:t>
            </a:r>
          </a:p>
        </p:txBody>
      </p:sp>
      <p:sp>
        <p:nvSpPr>
          <p:cNvPr id="90" name="Freeform: Shape 14">
            <a:extLst>
              <a:ext uri="{FF2B5EF4-FFF2-40B4-BE49-F238E27FC236}">
                <a16:creationId xmlns:a16="http://schemas.microsoft.com/office/drawing/2014/main" id="{871E5A42-0ACE-C648-9C10-A8FED77F3709}"/>
              </a:ext>
            </a:extLst>
          </p:cNvPr>
          <p:cNvSpPr>
            <a:spLocks noGrp="1"/>
          </p:cNvSpPr>
          <p:nvPr/>
        </p:nvSpPr>
        <p:spPr>
          <a:xfrm rot="16200000">
            <a:off x="4915299" y="11292559"/>
            <a:ext cx="2449992" cy="2449992"/>
          </a:xfrm>
          <a:custGeom>
            <a:avLst/>
            <a:gdLst>
              <a:gd name="connsiteX0" fmla="*/ 1432576 w 1432576"/>
              <a:gd name="connsiteY0" fmla="*/ 1432576 h 1432576"/>
              <a:gd name="connsiteX1" fmla="*/ 716288 w 1432576"/>
              <a:gd name="connsiteY1" fmla="*/ 1432576 h 1432576"/>
              <a:gd name="connsiteX2" fmla="*/ 716288 w 1432576"/>
              <a:gd name="connsiteY2" fmla="*/ 1432576 h 1432576"/>
              <a:gd name="connsiteX3" fmla="*/ 0 w 1432576"/>
              <a:gd name="connsiteY3" fmla="*/ 1432576 h 1432576"/>
              <a:gd name="connsiteX4" fmla="*/ 716288 w 1432576"/>
              <a:gd name="connsiteY4" fmla="*/ 716288 h 1432576"/>
              <a:gd name="connsiteX5" fmla="*/ 716288 w 1432576"/>
              <a:gd name="connsiteY5" fmla="*/ 1432576 h 1432576"/>
              <a:gd name="connsiteX6" fmla="*/ 1432576 w 1432576"/>
              <a:gd name="connsiteY6" fmla="*/ 716288 h 1432576"/>
              <a:gd name="connsiteX7" fmla="*/ 1432576 w 1432576"/>
              <a:gd name="connsiteY7" fmla="*/ 1432576 h 1432576"/>
              <a:gd name="connsiteX8" fmla="*/ 716288 w 1432576"/>
              <a:gd name="connsiteY8" fmla="*/ 0 h 1432576"/>
              <a:gd name="connsiteX9" fmla="*/ 0 w 1432576"/>
              <a:gd name="connsiteY9" fmla="*/ 0 h 1432576"/>
              <a:gd name="connsiteX10" fmla="*/ 716288 w 1432576"/>
              <a:gd name="connsiteY10" fmla="*/ 716288 h 1432576"/>
              <a:gd name="connsiteX11" fmla="*/ 716288 w 1432576"/>
              <a:gd name="connsiteY11" fmla="*/ 0 h 1432576"/>
              <a:gd name="connsiteX12" fmla="*/ 1432576 w 1432576"/>
              <a:gd name="connsiteY12" fmla="*/ 716288 h 1432576"/>
              <a:gd name="connsiteX13" fmla="*/ 1432576 w 1432576"/>
              <a:gd name="connsiteY13" fmla="*/ 0 h 1432576"/>
              <a:gd name="connsiteX14" fmla="*/ 716288 w 1432576"/>
              <a:gd name="connsiteY14" fmla="*/ 0 h 1432576"/>
              <a:gd name="connsiteX15" fmla="*/ 716288 w 1432576"/>
              <a:gd name="connsiteY15" fmla="*/ 0 h 1432576"/>
            </a:gdLst>
            <a:ahLst/>
            <a:cxnLst/>
            <a:rect l="l" t="t" r="r" b="b"/>
            <a:pathLst>
              <a:path w="1432576" h="1432576">
                <a:moveTo>
                  <a:pt x="1432576" y="1432576"/>
                </a:moveTo>
                <a:lnTo>
                  <a:pt x="716288" y="1432576"/>
                </a:lnTo>
                <a:lnTo>
                  <a:pt x="716288" y="1432576"/>
                </a:lnTo>
                <a:lnTo>
                  <a:pt x="0" y="1432576"/>
                </a:lnTo>
                <a:lnTo>
                  <a:pt x="716288" y="716288"/>
                </a:lnTo>
                <a:lnTo>
                  <a:pt x="716288" y="1432576"/>
                </a:lnTo>
                <a:lnTo>
                  <a:pt x="1432576" y="716288"/>
                </a:lnTo>
                <a:lnTo>
                  <a:pt x="1432576" y="1432576"/>
                </a:lnTo>
                <a:close/>
                <a:moveTo>
                  <a:pt x="716288" y="0"/>
                </a:moveTo>
                <a:lnTo>
                  <a:pt x="0" y="0"/>
                </a:lnTo>
                <a:lnTo>
                  <a:pt x="716288" y="716288"/>
                </a:lnTo>
                <a:lnTo>
                  <a:pt x="716288" y="0"/>
                </a:lnTo>
                <a:lnTo>
                  <a:pt x="1432576" y="716288"/>
                </a:lnTo>
                <a:lnTo>
                  <a:pt x="1432576" y="0"/>
                </a:lnTo>
                <a:lnTo>
                  <a:pt x="716288" y="0"/>
                </a:lnTo>
                <a:lnTo>
                  <a:pt x="716288" y="0"/>
                </a:lnTo>
                <a:close/>
              </a:path>
            </a:pathLst>
          </a:custGeom>
          <a:solidFill>
            <a:srgbClr val="D02670"/>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defTabSz="914400">
              <a:spcBef>
                <a:spcPct val="0"/>
              </a:spcBef>
              <a:spcAft>
                <a:spcPct val="0"/>
              </a:spcAft>
              <a:buNone/>
            </a:pPr>
            <a:endParaRPr sz="1400">
              <a:solidFill>
                <a:schemeClr val="bg1"/>
              </a:solidFill>
            </a:endParaRPr>
          </a:p>
        </p:txBody>
      </p:sp>
      <p:sp>
        <p:nvSpPr>
          <p:cNvPr id="97" name="Freeform: Shape 71">
            <a:extLst>
              <a:ext uri="{FF2B5EF4-FFF2-40B4-BE49-F238E27FC236}">
                <a16:creationId xmlns:a16="http://schemas.microsoft.com/office/drawing/2014/main" id="{06C83EA9-FD17-1B4E-A699-160E6EF52BD7}"/>
              </a:ext>
            </a:extLst>
          </p:cNvPr>
          <p:cNvSpPr>
            <a:spLocks noGrp="1"/>
          </p:cNvSpPr>
          <p:nvPr/>
        </p:nvSpPr>
        <p:spPr>
          <a:xfrm>
            <a:off x="7310688" y="8834400"/>
            <a:ext cx="2440800" cy="2440800"/>
          </a:xfrm>
          <a:custGeom>
            <a:avLst/>
            <a:gdLst>
              <a:gd name="connsiteX0" fmla="*/ 0 w 952500"/>
              <a:gd name="connsiteY0" fmla="*/ 0 h 952500"/>
              <a:gd name="connsiteX1" fmla="*/ 952500 w 952500"/>
              <a:gd name="connsiteY1" fmla="*/ 0 h 952500"/>
              <a:gd name="connsiteX2" fmla="*/ 952500 w 952500"/>
              <a:gd name="connsiteY2" fmla="*/ 952500 h 952500"/>
              <a:gd name="connsiteX3" fmla="*/ 0 w 952500"/>
              <a:gd name="connsiteY3" fmla="*/ 952500 h 952500"/>
            </a:gdLst>
            <a:ahLst/>
            <a:cxnLst/>
            <a:rect l="l" t="t" r="r" b="b"/>
            <a:pathLst>
              <a:path w="952500" h="952500">
                <a:moveTo>
                  <a:pt x="0" y="0"/>
                </a:moveTo>
                <a:lnTo>
                  <a:pt x="952500" y="0"/>
                </a:lnTo>
                <a:lnTo>
                  <a:pt x="952500" y="952500"/>
                </a:lnTo>
                <a:lnTo>
                  <a:pt x="0" y="952500"/>
                </a:lnTo>
                <a:close/>
              </a:path>
            </a:pathLst>
          </a:custGeom>
          <a:noFill/>
          <a:ln w="9525">
            <a:noFill/>
            <a:prstDash val="solid"/>
          </a:ln>
        </p:spPr>
        <p:txBody>
          <a:bodyPr anchor="ctr"/>
          <a:lstStyle/>
          <a:p>
            <a:endParaRPr/>
          </a:p>
        </p:txBody>
      </p:sp>
      <p:pic>
        <p:nvPicPr>
          <p:cNvPr id="106" name="Picture 1"/>
          <p:cNvPicPr>
            <a:picLocks noChangeAspect="1"/>
          </p:cNvPicPr>
          <p:nvPr/>
        </p:nvPicPr>
        <p:blipFill>
          <a:blip r:embed="rId2"/>
          <a:stretch>
            <a:fillRect/>
          </a:stretch>
        </p:blipFill>
        <p:spPr>
          <a:xfrm>
            <a:off x="-70807" y="-97188"/>
            <a:ext cx="5118898" cy="1625047"/>
          </a:xfrm>
          <a:prstGeom prst="rect">
            <a:avLst/>
          </a:prstGeom>
        </p:spPr>
      </p:pic>
      <p:pic>
        <p:nvPicPr>
          <p:cNvPr id="107" name="Graphic 3"/>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041187" y="6705600"/>
            <a:ext cx="304800" cy="304800"/>
          </a:xfrm>
          <a:prstGeom prst="rect">
            <a:avLst/>
          </a:prstGeom>
        </p:spPr>
      </p:pic>
      <p:sp>
        <p:nvSpPr>
          <p:cNvPr id="17" name="Freeform: Shape 12">
            <a:extLst>
              <a:ext uri="{FF2B5EF4-FFF2-40B4-BE49-F238E27FC236}">
                <a16:creationId xmlns:a16="http://schemas.microsoft.com/office/drawing/2014/main" id="{C77EDECA-03B5-7F98-39DF-7E37A0D94C96}"/>
              </a:ext>
            </a:extLst>
          </p:cNvPr>
          <p:cNvSpPr>
            <a:spLocks noGrp="1"/>
          </p:cNvSpPr>
          <p:nvPr/>
        </p:nvSpPr>
        <p:spPr>
          <a:xfrm>
            <a:off x="7367152" y="8851758"/>
            <a:ext cx="2440835" cy="2440800"/>
          </a:xfrm>
          <a:custGeom>
            <a:avLst/>
            <a:gdLst>
              <a:gd name="connsiteX0" fmla="*/ 19639 w 628511"/>
              <a:gd name="connsiteY0" fmla="*/ 176770 h 628502"/>
              <a:gd name="connsiteX1" fmla="*/ 314254 w 628511"/>
              <a:gd name="connsiteY1" fmla="*/ 0 h 628502"/>
              <a:gd name="connsiteX2" fmla="*/ 608869 w 628511"/>
              <a:gd name="connsiteY2" fmla="*/ 176770 h 628502"/>
              <a:gd name="connsiteX3" fmla="*/ 608869 w 628511"/>
              <a:gd name="connsiteY3" fmla="*/ 235693 h 628502"/>
              <a:gd name="connsiteX4" fmla="*/ 314254 w 628511"/>
              <a:gd name="connsiteY4" fmla="*/ 98206 h 628502"/>
              <a:gd name="connsiteX5" fmla="*/ 19639 w 628511"/>
              <a:gd name="connsiteY5" fmla="*/ 235693 h 628502"/>
              <a:gd name="connsiteX6" fmla="*/ 19639 w 628511"/>
              <a:gd name="connsiteY6" fmla="*/ 176770 h 628502"/>
              <a:gd name="connsiteX7" fmla="*/ 628512 w 628511"/>
              <a:gd name="connsiteY7" fmla="*/ 412451 h 628502"/>
              <a:gd name="connsiteX8" fmla="*/ 314255 w 628511"/>
              <a:gd name="connsiteY8" fmla="*/ 628502 h 628502"/>
              <a:gd name="connsiteX9" fmla="*/ 0 w 628511"/>
              <a:gd name="connsiteY9" fmla="*/ 412451 h 628502"/>
              <a:gd name="connsiteX10" fmla="*/ 314255 w 628511"/>
              <a:gd name="connsiteY10" fmla="*/ 196399 h 628502"/>
              <a:gd name="connsiteX11" fmla="*/ 628512 w 628511"/>
              <a:gd name="connsiteY11" fmla="*/ 412451 h 628502"/>
              <a:gd name="connsiteX12" fmla="*/ 491024 w 628511"/>
              <a:gd name="connsiteY12" fmla="*/ 412451 h 628502"/>
              <a:gd name="connsiteX13" fmla="*/ 314255 w 628511"/>
              <a:gd name="connsiteY13" fmla="*/ 235681 h 628502"/>
              <a:gd name="connsiteX14" fmla="*/ 137487 w 628511"/>
              <a:gd name="connsiteY14" fmla="*/ 412451 h 628502"/>
              <a:gd name="connsiteX15" fmla="*/ 314255 w 628511"/>
              <a:gd name="connsiteY15" fmla="*/ 589220 h 628502"/>
              <a:gd name="connsiteX16" fmla="*/ 491024 w 628511"/>
              <a:gd name="connsiteY16" fmla="*/ 412451 h 628502"/>
              <a:gd name="connsiteX17" fmla="*/ 314255 w 628511"/>
              <a:gd name="connsiteY17" fmla="*/ 491023 h 628502"/>
              <a:gd name="connsiteX18" fmla="*/ 392819 w 628511"/>
              <a:gd name="connsiteY18" fmla="*/ 412458 h 628502"/>
              <a:gd name="connsiteX19" fmla="*/ 314255 w 628511"/>
              <a:gd name="connsiteY19" fmla="*/ 333894 h 628502"/>
              <a:gd name="connsiteX20" fmla="*/ 235690 w 628511"/>
              <a:gd name="connsiteY20" fmla="*/ 412458 h 628502"/>
              <a:gd name="connsiteX21" fmla="*/ 314255 w 628511"/>
              <a:gd name="connsiteY21" fmla="*/ 491023 h 628502"/>
            </a:gdLst>
            <a:ahLst/>
            <a:cxnLst/>
            <a:rect l="l" t="t" r="r" b="b"/>
            <a:pathLst>
              <a:path w="628511" h="628502">
                <a:moveTo>
                  <a:pt x="19639" y="176770"/>
                </a:moveTo>
                <a:cubicBezTo>
                  <a:pt x="78774" y="71056"/>
                  <a:pt x="188545" y="0"/>
                  <a:pt x="314254" y="0"/>
                </a:cubicBezTo>
                <a:cubicBezTo>
                  <a:pt x="439962" y="0"/>
                  <a:pt x="549733" y="71056"/>
                  <a:pt x="608869" y="176770"/>
                </a:cubicBezTo>
                <a:lnTo>
                  <a:pt x="608869" y="235693"/>
                </a:lnTo>
                <a:cubicBezTo>
                  <a:pt x="538498" y="151682"/>
                  <a:pt x="432652" y="98206"/>
                  <a:pt x="314254" y="98206"/>
                </a:cubicBezTo>
                <a:cubicBezTo>
                  <a:pt x="195854" y="98206"/>
                  <a:pt x="90009" y="151682"/>
                  <a:pt x="19639" y="235693"/>
                </a:cubicBezTo>
                <a:lnTo>
                  <a:pt x="19639" y="176770"/>
                </a:lnTo>
                <a:close/>
                <a:moveTo>
                  <a:pt x="628512" y="412451"/>
                </a:moveTo>
                <a:cubicBezTo>
                  <a:pt x="576773" y="539407"/>
                  <a:pt x="455551" y="628502"/>
                  <a:pt x="314255" y="628502"/>
                </a:cubicBezTo>
                <a:cubicBezTo>
                  <a:pt x="172960" y="628502"/>
                  <a:pt x="51739" y="539407"/>
                  <a:pt x="0" y="412451"/>
                </a:cubicBezTo>
                <a:cubicBezTo>
                  <a:pt x="51739" y="285494"/>
                  <a:pt x="172960" y="196399"/>
                  <a:pt x="314255" y="196399"/>
                </a:cubicBezTo>
                <a:cubicBezTo>
                  <a:pt x="455551" y="196399"/>
                  <a:pt x="576773" y="285494"/>
                  <a:pt x="628512" y="412451"/>
                </a:cubicBezTo>
                <a:close/>
                <a:moveTo>
                  <a:pt x="491024" y="412451"/>
                </a:moveTo>
                <a:cubicBezTo>
                  <a:pt x="491024" y="314823"/>
                  <a:pt x="411883" y="235681"/>
                  <a:pt x="314255" y="235681"/>
                </a:cubicBezTo>
                <a:cubicBezTo>
                  <a:pt x="216628" y="235681"/>
                  <a:pt x="137487" y="314823"/>
                  <a:pt x="137487" y="412451"/>
                </a:cubicBezTo>
                <a:cubicBezTo>
                  <a:pt x="137487" y="510078"/>
                  <a:pt x="216628" y="589220"/>
                  <a:pt x="314255" y="589220"/>
                </a:cubicBezTo>
                <a:cubicBezTo>
                  <a:pt x="411883" y="589220"/>
                  <a:pt x="491024" y="510078"/>
                  <a:pt x="491024" y="412451"/>
                </a:cubicBezTo>
                <a:close/>
                <a:moveTo>
                  <a:pt x="314255" y="491023"/>
                </a:moveTo>
                <a:cubicBezTo>
                  <a:pt x="357645" y="491023"/>
                  <a:pt x="392819" y="455848"/>
                  <a:pt x="392819" y="412458"/>
                </a:cubicBezTo>
                <a:cubicBezTo>
                  <a:pt x="392819" y="369069"/>
                  <a:pt x="357645" y="333894"/>
                  <a:pt x="314255" y="333894"/>
                </a:cubicBezTo>
                <a:cubicBezTo>
                  <a:pt x="270865" y="333894"/>
                  <a:pt x="235690" y="369069"/>
                  <a:pt x="235690" y="412458"/>
                </a:cubicBezTo>
                <a:cubicBezTo>
                  <a:pt x="235690" y="455848"/>
                  <a:pt x="270865" y="491023"/>
                  <a:pt x="314255" y="491023"/>
                </a:cubicBezTo>
                <a:close/>
              </a:path>
            </a:pathLst>
          </a:custGeom>
          <a:solidFill>
            <a:srgbClr val="FA4D56"/>
          </a:solidFill>
          <a:ln w="33950">
            <a:noFill/>
            <a:prstDash val="solid"/>
          </a:ln>
        </p:spPr>
        <p:txBody>
          <a:bodyPr anchor="ctr"/>
          <a:lstStyle/>
          <a:p>
            <a:endParaRPr>
              <a:solidFill>
                <a:schemeClr val="tx1"/>
              </a:solidFill>
            </a:endParaRPr>
          </a:p>
        </p:txBody>
      </p:sp>
      <p:sp>
        <p:nvSpPr>
          <p:cNvPr id="30" name="Freeform 29">
            <a:extLst>
              <a:ext uri="{FF2B5EF4-FFF2-40B4-BE49-F238E27FC236}">
                <a16:creationId xmlns:a16="http://schemas.microsoft.com/office/drawing/2014/main" id="{980F93DE-5DBB-19D7-3194-B756DB91F27A}"/>
              </a:ext>
            </a:extLst>
          </p:cNvPr>
          <p:cNvSpPr>
            <a:spLocks noGrp="1"/>
          </p:cNvSpPr>
          <p:nvPr/>
        </p:nvSpPr>
        <p:spPr>
          <a:xfrm>
            <a:off x="5089475" y="9186079"/>
            <a:ext cx="1986460" cy="1727806"/>
          </a:xfrm>
          <a:custGeom>
            <a:avLst/>
            <a:gdLst>
              <a:gd name="csX0" fmla="*/ 7192274 w 9665207"/>
              <a:gd name="csY0" fmla="*/ 8406718 h 8406717"/>
              <a:gd name="csX1" fmla="*/ 2472934 w 9665207"/>
              <a:gd name="csY1" fmla="*/ 8406718 h 8406717"/>
              <a:gd name="csX2" fmla="*/ 2374772 w 9665207"/>
              <a:gd name="csY2" fmla="*/ 8350086 h 8406717"/>
              <a:gd name="csX3" fmla="*/ 15102 w 9665207"/>
              <a:gd name="csY3" fmla="*/ 4256845 h 8406717"/>
              <a:gd name="csX4" fmla="*/ 15102 w 9665207"/>
              <a:gd name="csY4" fmla="*/ 4143581 h 8406717"/>
              <a:gd name="csX5" fmla="*/ 2374772 w 9665207"/>
              <a:gd name="csY5" fmla="*/ 56632 h 8406717"/>
              <a:gd name="csX6" fmla="*/ 2472934 w 9665207"/>
              <a:gd name="csY6" fmla="*/ 0 h 8406717"/>
              <a:gd name="csX7" fmla="*/ 7192274 w 9665207"/>
              <a:gd name="csY7" fmla="*/ 0 h 8406717"/>
              <a:gd name="csX8" fmla="*/ 7290437 w 9665207"/>
              <a:gd name="csY8" fmla="*/ 56632 h 8406717"/>
              <a:gd name="csX9" fmla="*/ 9650106 w 9665207"/>
              <a:gd name="csY9" fmla="*/ 4143581 h 8406717"/>
              <a:gd name="csX10" fmla="*/ 9650106 w 9665207"/>
              <a:gd name="csY10" fmla="*/ 4256845 h 8406717"/>
              <a:gd name="csX11" fmla="*/ 7290437 w 9665207"/>
              <a:gd name="csY11" fmla="*/ 8350086 h 8406717"/>
              <a:gd name="csX12" fmla="*/ 7192274 w 9665207"/>
              <a:gd name="csY12" fmla="*/ 8406718 h 8406717"/>
              <a:gd name="csX13" fmla="*/ 2669259 w 9665207"/>
              <a:gd name="csY13" fmla="*/ 8180189 h 8406717"/>
              <a:gd name="csX14" fmla="*/ 6996265 w 9665207"/>
              <a:gd name="csY14" fmla="*/ 8180189 h 8406717"/>
              <a:gd name="csX15" fmla="*/ 4832919 w 9665207"/>
              <a:gd name="csY15" fmla="*/ 4429887 h 8406717"/>
              <a:gd name="csX16" fmla="*/ 2669573 w 9665207"/>
              <a:gd name="csY16" fmla="*/ 8180189 h 8406717"/>
              <a:gd name="csX17" fmla="*/ 5027041 w 9665207"/>
              <a:gd name="csY17" fmla="*/ 4313477 h 8406717"/>
              <a:gd name="csX18" fmla="*/ 7192274 w 9665207"/>
              <a:gd name="csY18" fmla="*/ 8066610 h 8406717"/>
              <a:gd name="csX19" fmla="*/ 9355934 w 9665207"/>
              <a:gd name="csY19" fmla="*/ 4313477 h 8406717"/>
              <a:gd name="csX20" fmla="*/ 5027041 w 9665207"/>
              <a:gd name="csY20" fmla="*/ 4313477 h 8406717"/>
              <a:gd name="csX21" fmla="*/ 309274 w 9665207"/>
              <a:gd name="csY21" fmla="*/ 4313477 h 8406717"/>
              <a:gd name="csX22" fmla="*/ 2472934 w 9665207"/>
              <a:gd name="csY22" fmla="*/ 8066610 h 8406717"/>
              <a:gd name="csX23" fmla="*/ 4638167 w 9665207"/>
              <a:gd name="csY23" fmla="*/ 4313477 h 8406717"/>
              <a:gd name="csX24" fmla="*/ 309274 w 9665207"/>
              <a:gd name="csY24" fmla="*/ 4313477 h 8406717"/>
              <a:gd name="csX25" fmla="*/ 5030502 w 9665207"/>
              <a:gd name="csY25" fmla="*/ 4086948 h 8406717"/>
              <a:gd name="csX26" fmla="*/ 9355934 w 9665207"/>
              <a:gd name="csY26" fmla="*/ 4086948 h 8406717"/>
              <a:gd name="csX27" fmla="*/ 7192589 w 9665207"/>
              <a:gd name="csY27" fmla="*/ 339792 h 8406717"/>
              <a:gd name="csX28" fmla="*/ 5030816 w 9665207"/>
              <a:gd name="csY28" fmla="*/ 4086948 h 8406717"/>
              <a:gd name="csX29" fmla="*/ 309589 w 9665207"/>
              <a:gd name="csY29" fmla="*/ 4086948 h 8406717"/>
              <a:gd name="csX30" fmla="*/ 4635021 w 9665207"/>
              <a:gd name="csY30" fmla="*/ 4086948 h 8406717"/>
              <a:gd name="csX31" fmla="*/ 2472934 w 9665207"/>
              <a:gd name="csY31" fmla="*/ 339792 h 8406717"/>
              <a:gd name="csX32" fmla="*/ 309589 w 9665207"/>
              <a:gd name="csY32" fmla="*/ 4086948 h 8406717"/>
              <a:gd name="csX33" fmla="*/ 2669259 w 9665207"/>
              <a:gd name="csY33" fmla="*/ 226528 h 8406717"/>
              <a:gd name="csX34" fmla="*/ 4832604 w 9665207"/>
              <a:gd name="csY34" fmla="*/ 3976830 h 8406717"/>
              <a:gd name="csX35" fmla="*/ 6995949 w 9665207"/>
              <a:gd name="csY35" fmla="*/ 226528 h 8406717"/>
              <a:gd name="csX36" fmla="*/ 2668944 w 9665207"/>
              <a:gd name="csY36" fmla="*/ 226528 h 8406717"/>
            </a:gdLst>
            <a:ahLst/>
            <a:cxnLst/>
            <a:rect l="l" t="t" r="r" b="b"/>
            <a:pathLst>
              <a:path w="9665207" h="8406717">
                <a:moveTo>
                  <a:pt x="7192274" y="8406718"/>
                </a:moveTo>
                <a:lnTo>
                  <a:pt x="2472934" y="8406718"/>
                </a:lnTo>
                <a:cubicBezTo>
                  <a:pt x="2432348" y="8406718"/>
                  <a:pt x="2394908" y="8385009"/>
                  <a:pt x="2374772" y="8350086"/>
                </a:cubicBezTo>
                <a:lnTo>
                  <a:pt x="15102" y="4256845"/>
                </a:lnTo>
                <a:cubicBezTo>
                  <a:pt x="-5034" y="4221922"/>
                  <a:pt x="-5034" y="4178503"/>
                  <a:pt x="15102" y="4143581"/>
                </a:cubicBezTo>
                <a:lnTo>
                  <a:pt x="2374772" y="56632"/>
                </a:lnTo>
                <a:cubicBezTo>
                  <a:pt x="2394908" y="21709"/>
                  <a:pt x="2432662" y="0"/>
                  <a:pt x="2472934" y="0"/>
                </a:cubicBezTo>
                <a:lnTo>
                  <a:pt x="7192274" y="0"/>
                </a:lnTo>
                <a:cubicBezTo>
                  <a:pt x="7232546" y="0"/>
                  <a:pt x="7270300" y="21709"/>
                  <a:pt x="7290437" y="56632"/>
                </a:cubicBezTo>
                <a:lnTo>
                  <a:pt x="9650106" y="4143581"/>
                </a:lnTo>
                <a:cubicBezTo>
                  <a:pt x="9670242" y="4178503"/>
                  <a:pt x="9670242" y="4221922"/>
                  <a:pt x="9650106" y="4256845"/>
                </a:cubicBezTo>
                <a:lnTo>
                  <a:pt x="7290437" y="8350086"/>
                </a:lnTo>
                <a:cubicBezTo>
                  <a:pt x="7270300" y="8385009"/>
                  <a:pt x="7232860" y="8406718"/>
                  <a:pt x="7192274" y="8406718"/>
                </a:cubicBezTo>
                <a:close/>
                <a:moveTo>
                  <a:pt x="2669259" y="8180189"/>
                </a:moveTo>
                <a:lnTo>
                  <a:pt x="6996265" y="8180189"/>
                </a:lnTo>
                <a:lnTo>
                  <a:pt x="4832919" y="4429887"/>
                </a:lnTo>
                <a:lnTo>
                  <a:pt x="2669573" y="8180189"/>
                </a:lnTo>
                <a:close/>
                <a:moveTo>
                  <a:pt x="5027041" y="4313477"/>
                </a:moveTo>
                <a:lnTo>
                  <a:pt x="7192274" y="8066610"/>
                </a:lnTo>
                <a:lnTo>
                  <a:pt x="9355934" y="4313477"/>
                </a:lnTo>
                <a:lnTo>
                  <a:pt x="5027041" y="4313477"/>
                </a:lnTo>
                <a:close/>
                <a:moveTo>
                  <a:pt x="309274" y="4313477"/>
                </a:moveTo>
                <a:lnTo>
                  <a:pt x="2472934" y="8066610"/>
                </a:lnTo>
                <a:lnTo>
                  <a:pt x="4638167" y="4313477"/>
                </a:lnTo>
                <a:lnTo>
                  <a:pt x="309274" y="4313477"/>
                </a:lnTo>
                <a:close/>
                <a:moveTo>
                  <a:pt x="5030502" y="4086948"/>
                </a:moveTo>
                <a:lnTo>
                  <a:pt x="9355934" y="4086948"/>
                </a:lnTo>
                <a:lnTo>
                  <a:pt x="7192589" y="339792"/>
                </a:lnTo>
                <a:lnTo>
                  <a:pt x="5030816" y="4086948"/>
                </a:lnTo>
                <a:close/>
                <a:moveTo>
                  <a:pt x="309589" y="4086948"/>
                </a:moveTo>
                <a:lnTo>
                  <a:pt x="4635021" y="4086948"/>
                </a:lnTo>
                <a:lnTo>
                  <a:pt x="2472934" y="339792"/>
                </a:lnTo>
                <a:lnTo>
                  <a:pt x="309589" y="4086948"/>
                </a:lnTo>
                <a:close/>
                <a:moveTo>
                  <a:pt x="2669259" y="226528"/>
                </a:moveTo>
                <a:lnTo>
                  <a:pt x="4832604" y="3976830"/>
                </a:lnTo>
                <a:lnTo>
                  <a:pt x="6995949" y="226528"/>
                </a:lnTo>
                <a:lnTo>
                  <a:pt x="2668944" y="226528"/>
                </a:lnTo>
                <a:close/>
              </a:path>
            </a:pathLst>
          </a:custGeom>
          <a:solidFill>
            <a:srgbClr val="BE95FF"/>
          </a:solidFill>
          <a:ln w="314623">
            <a:noFill/>
            <a:prstDash val="solid"/>
          </a:ln>
        </p:spPr>
        <p:txBody>
          <a:bodyPr/>
          <a:lstStyle/>
          <a:p>
            <a:endParaRPr/>
          </a:p>
        </p:txBody>
      </p:sp>
      <p:sp>
        <p:nvSpPr>
          <p:cNvPr id="31" name="Rectangle 30">
            <a:extLst>
              <a:ext uri="{FF2B5EF4-FFF2-40B4-BE49-F238E27FC236}">
                <a16:creationId xmlns:a16="http://schemas.microsoft.com/office/drawing/2014/main" id="{0B592ABD-7ECB-A34D-6E73-3E0EAF6A09E5}"/>
              </a:ext>
            </a:extLst>
          </p:cNvPr>
          <p:cNvSpPr>
            <a:spLocks noGrp="1"/>
          </p:cNvSpPr>
          <p:nvPr/>
        </p:nvSpPr>
        <p:spPr>
          <a:xfrm>
            <a:off x="5048091" y="9015368"/>
            <a:ext cx="2069229" cy="2069229"/>
          </a:xfrm>
          <a:prstGeom prst="rect">
            <a:avLst/>
          </a:prstGeom>
          <a:noFill/>
          <a:ln w="314623">
            <a:noFill/>
            <a:prstDash val="solid"/>
          </a:ln>
        </p:spPr>
        <p:txBody>
          <a:bodyPr/>
          <a:lstStyle/>
          <a:p>
            <a:endParaRPr/>
          </a:p>
        </p:txBody>
      </p:sp>
      <p:sp>
        <p:nvSpPr>
          <p:cNvPr id="3" name="Graphic 15">
            <a:extLst>
              <a:ext uri="{FF2B5EF4-FFF2-40B4-BE49-F238E27FC236}">
                <a16:creationId xmlns:a16="http://schemas.microsoft.com/office/drawing/2014/main" id="{32B90E74-6DDD-3D48-1F6D-44754E635C67}"/>
              </a:ext>
            </a:extLst>
          </p:cNvPr>
          <p:cNvSpPr>
            <a:spLocks noGrp="1"/>
          </p:cNvSpPr>
          <p:nvPr/>
        </p:nvSpPr>
        <p:spPr>
          <a:xfrm>
            <a:off x="41151" y="8832011"/>
            <a:ext cx="4874148" cy="4874148"/>
          </a:xfrm>
          <a:custGeom>
            <a:avLst/>
            <a:gdLst>
              <a:gd name="csX0" fmla="*/ 2437074 w 4874148"/>
              <a:gd name="csY0" fmla="*/ 0 h 4874148"/>
              <a:gd name="csX1" fmla="*/ 2437074 w 4874148"/>
              <a:gd name="csY1" fmla="*/ 0 h 4874148"/>
              <a:gd name="csX2" fmla="*/ 0 w 4874148"/>
              <a:gd name="csY2" fmla="*/ 0 h 4874148"/>
              <a:gd name="csX3" fmla="*/ 2437074 w 4874148"/>
              <a:gd name="csY3" fmla="*/ 2437074 h 4874148"/>
              <a:gd name="csX4" fmla="*/ 0 w 4874148"/>
              <a:gd name="csY4" fmla="*/ 4874148 h 4874148"/>
              <a:gd name="csX5" fmla="*/ 2437074 w 4874148"/>
              <a:gd name="csY5" fmla="*/ 4874148 h 4874148"/>
              <a:gd name="csX6" fmla="*/ 2437074 w 4874148"/>
              <a:gd name="csY6" fmla="*/ 4874148 h 4874148"/>
              <a:gd name="csX7" fmla="*/ 4874148 w 4874148"/>
              <a:gd name="csY7" fmla="*/ 2437074 h 4874148"/>
              <a:gd name="csX8" fmla="*/ 2437074 w 4874148"/>
              <a:gd name="csY8" fmla="*/ 2437074 h 4874148"/>
              <a:gd name="csX9" fmla="*/ 2437074 w 4874148"/>
              <a:gd name="csY9" fmla="*/ 2437074 h 4874148"/>
              <a:gd name="csX10" fmla="*/ 4874148 w 4874148"/>
              <a:gd name="csY10" fmla="*/ 2437074 h 4874148"/>
              <a:gd name="csX11" fmla="*/ 2437074 w 4874148"/>
              <a:gd name="csY11" fmla="*/ 0 h 4874148"/>
            </a:gdLst>
            <a:ahLst/>
            <a:cxnLst/>
            <a:rect l="l" t="t" r="r" b="b"/>
            <a:pathLst>
              <a:path w="4874148" h="4874148">
                <a:moveTo>
                  <a:pt x="2437074" y="0"/>
                </a:moveTo>
                <a:lnTo>
                  <a:pt x="2437074" y="0"/>
                </a:lnTo>
                <a:lnTo>
                  <a:pt x="0" y="0"/>
                </a:lnTo>
                <a:lnTo>
                  <a:pt x="2437074" y="2437074"/>
                </a:lnTo>
                <a:lnTo>
                  <a:pt x="0" y="4874148"/>
                </a:lnTo>
                <a:lnTo>
                  <a:pt x="2437074" y="4874148"/>
                </a:lnTo>
                <a:lnTo>
                  <a:pt x="2437074" y="4874148"/>
                </a:lnTo>
                <a:lnTo>
                  <a:pt x="4874148" y="2437074"/>
                </a:lnTo>
                <a:lnTo>
                  <a:pt x="2437074" y="2437074"/>
                </a:lnTo>
                <a:lnTo>
                  <a:pt x="2437074" y="2437074"/>
                </a:lnTo>
                <a:lnTo>
                  <a:pt x="4874148" y="2437074"/>
                </a:lnTo>
                <a:lnTo>
                  <a:pt x="2437074" y="0"/>
                </a:lnTo>
                <a:close/>
              </a:path>
            </a:pathLst>
          </a:custGeom>
          <a:gradFill>
            <a:gsLst>
              <a:gs pos="50000">
                <a:srgbClr val="D02670"/>
              </a:gs>
              <a:gs pos="10000">
                <a:srgbClr val="8A3FFC"/>
              </a:gs>
              <a:gs pos="90000">
                <a:srgbClr val="FA4D56"/>
              </a:gs>
            </a:gsLst>
            <a:lin ang="18900000" scaled="0"/>
          </a:gradFill>
          <a:ln w="24960">
            <a:noFill/>
            <a:prstDash val="solid"/>
          </a:ln>
        </p:spPr>
        <p:txBody>
          <a:bodyPr/>
          <a:lstStyle/>
          <a:p>
            <a:endParaRPr/>
          </a:p>
        </p:txBody>
      </p:sp>
      <p:pic>
        <p:nvPicPr>
          <p:cNvPr id="112" name="Picture 4"/>
          <p:cNvPicPr>
            <a:picLocks noChangeAspect="1"/>
          </p:cNvPicPr>
          <p:nvPr/>
        </p:nvPicPr>
        <p:blipFill>
          <a:blip r:embed="rId4"/>
          <a:srcRect l="4485" t="25798" r="46047"/>
          <a:stretch>
            <a:fillRect/>
          </a:stretch>
        </p:blipFill>
        <p:spPr>
          <a:xfrm>
            <a:off x="9775013" y="8833105"/>
            <a:ext cx="4881600" cy="4881600"/>
          </a:xfrm>
          <a:prstGeom prst="rect">
            <a:avLst/>
          </a:prstGeom>
        </p:spPr>
      </p:pic>
      <p:sp>
        <p:nvSpPr>
          <p:cNvPr id="6" name="TextBox 5">
            <a:extLst>
              <a:ext uri="{FF2B5EF4-FFF2-40B4-BE49-F238E27FC236}">
                <a16:creationId xmlns:a16="http://schemas.microsoft.com/office/drawing/2014/main" id="{13D1A398-92AA-57A4-3DDD-05095C9ADC6D}"/>
              </a:ext>
            </a:extLst>
          </p:cNvPr>
          <p:cNvSpPr>
            <a:spLocks noGrp="1"/>
          </p:cNvSpPr>
          <p:nvPr/>
        </p:nvSpPr>
        <p:spPr>
          <a:xfrm>
            <a:off x="13136137" y="14920332"/>
            <a:ext cx="0" cy="0"/>
          </a:xfrm>
          <a:prstGeom prst="rect">
            <a:avLst/>
          </a:prstGeom>
          <a:ln w="12700"/>
        </p:spPr>
        <p:txBody>
          <a:bodyPr wrap="none" lIns="0" tIns="0" rIns="0" bIns="0">
            <a:noAutofit/>
          </a:bodyPr>
          <a:lstStyle/>
          <a:p>
            <a:pPr algn="l" defTabSz="2438400">
              <a:spcBef>
                <a:spcPts val="2900"/>
              </a:spcBef>
              <a:buSzPct val="100000"/>
              <a:buNone/>
            </a:pPr>
            <a:endParaRPr kern="0">
              <a:solidFill>
                <a:srgbClr val="000000"/>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3">
    <p:bg>
      <p:bgPr>
        <a:solidFill>
          <a:schemeClr val="tx1"/>
        </a:solidFill>
        <a:effectLst/>
      </p:bgPr>
    </p:bg>
    <p:spTree>
      <p:nvGrpSpPr>
        <p:cNvPr id="1" name=""/>
        <p:cNvGrpSpPr/>
        <p:nvPr/>
      </p:nvGrpSpPr>
      <p:grpSpPr>
        <a:xfrm>
          <a:off x="0" y="0"/>
          <a:ext cx="0" cy="0"/>
          <a:chOff x="0" y="0"/>
          <a:chExt cx="0" cy="0"/>
        </a:xfrm>
      </p:grpSpPr>
      <p:sp>
        <p:nvSpPr>
          <p:cNvPr id="162" name="Rectangle 161">
            <a:extLst>
              <a:ext uri="{FF2B5EF4-FFF2-40B4-BE49-F238E27FC236}">
                <a16:creationId xmlns:a16="http://schemas.microsoft.com/office/drawing/2014/main" id="{E5C023F2-DA57-5A4A-BA9F-3C40C2FA9DA1}"/>
              </a:ext>
            </a:extLst>
          </p:cNvPr>
          <p:cNvSpPr>
            <a:spLocks noGrp="1"/>
          </p:cNvSpPr>
          <p:nvPr/>
        </p:nvSpPr>
        <p:spPr>
          <a:xfrm>
            <a:off x="-1" y="0"/>
            <a:ext cx="24387175" cy="13716000"/>
          </a:xfrm>
          <a:prstGeom prst="rect">
            <a:avLst/>
          </a:prstGeom>
          <a:solidFill>
            <a:schemeClr val="tx1"/>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chemeClr val="bg1"/>
              </a:solidFill>
              <a:latin typeface="+mn-lt"/>
              <a:ea typeface="+mn-lt"/>
              <a:cs typeface="+mn-lt"/>
            </a:endParaRPr>
          </a:p>
        </p:txBody>
      </p:sp>
      <p:sp>
        <p:nvSpPr>
          <p:cNvPr id="62" name="TextBox 61">
            <a:extLst>
              <a:ext uri="{FF2B5EF4-FFF2-40B4-BE49-F238E27FC236}">
                <a16:creationId xmlns:a16="http://schemas.microsoft.com/office/drawing/2014/main" id="{95478347-FC62-EB41-AE54-7EC35B136205}"/>
              </a:ext>
            </a:extLst>
          </p:cNvPr>
          <p:cNvSpPr>
            <a:spLocks noGrp="1"/>
          </p:cNvSpPr>
          <p:nvPr/>
        </p:nvSpPr>
        <p:spPr>
          <a:xfrm>
            <a:off x="18288001" y="446440"/>
            <a:ext cx="3048000" cy="861774"/>
          </a:xfrm>
          <a:prstGeom prst="rect">
            <a:avLst/>
          </a:prstGeom>
          <a:noFill/>
          <a:ln w="12700"/>
        </p:spPr>
        <p:txBody>
          <a:bodyPr wrap="square" lIns="0" tIns="0" rIns="0" bIns="0">
            <a:spAutoFit/>
          </a:bodyPr>
          <a:lstStyle/>
          <a:p>
            <a:r>
              <a:rPr sz="2800">
                <a:solidFill>
                  <a:srgbClr val="F4F4F4"/>
                </a:solidFill>
                <a:latin typeface="IBM Plex Mono Light"/>
                <a:ea typeface="IBM Plex Mono Light"/>
                <a:cs typeface="IBM Plex Mono Light"/>
              </a:rPr>
              <a:t>Atlanta, GA</a:t>
            </a:r>
          </a:p>
          <a:p>
            <a:r>
              <a:rPr sz="2800">
                <a:solidFill>
                  <a:srgbClr val="F4F4F4"/>
                </a:solidFill>
                <a:latin typeface="IBM Plex Mono Light"/>
                <a:ea typeface="IBM Plex Mono Light"/>
                <a:cs typeface="IBM Plex Mono Light"/>
              </a:rPr>
              <a:t>October 26–29</a:t>
            </a:r>
          </a:p>
        </p:txBody>
      </p:sp>
      <p:sp>
        <p:nvSpPr>
          <p:cNvPr id="122" name="Freeform: Shape 10">
            <a:extLst>
              <a:ext uri="{FF2B5EF4-FFF2-40B4-BE49-F238E27FC236}">
                <a16:creationId xmlns:a16="http://schemas.microsoft.com/office/drawing/2014/main" id="{33D30FEF-7361-274D-8077-ACA3D6B6AB6D}"/>
              </a:ext>
            </a:extLst>
          </p:cNvPr>
          <p:cNvSpPr>
            <a:spLocks noGrp="1"/>
          </p:cNvSpPr>
          <p:nvPr/>
        </p:nvSpPr>
        <p:spPr>
          <a:xfrm>
            <a:off x="0" y="8834400"/>
            <a:ext cx="4878610" cy="4878610"/>
          </a:xfrm>
          <a:custGeom>
            <a:avLst/>
            <a:gdLst>
              <a:gd name="connsiteX0" fmla="*/ 716288 w 1432576"/>
              <a:gd name="connsiteY0" fmla="*/ 1432576 h 1432576"/>
              <a:gd name="connsiteX1" fmla="*/ 0 w 1432576"/>
              <a:gd name="connsiteY1" fmla="*/ 716288 h 1432576"/>
              <a:gd name="connsiteX2" fmla="*/ 0 w 1432576"/>
              <a:gd name="connsiteY2" fmla="*/ 1432576 h 1432576"/>
              <a:gd name="connsiteX3" fmla="*/ 716288 w 1432576"/>
              <a:gd name="connsiteY3" fmla="*/ 1432576 h 1432576"/>
              <a:gd name="connsiteX4" fmla="*/ 716288 w 1432576"/>
              <a:gd name="connsiteY4" fmla="*/ 1432576 h 1432576"/>
              <a:gd name="connsiteX5" fmla="*/ 1432577 w 1432576"/>
              <a:gd name="connsiteY5" fmla="*/ 716288 h 1432576"/>
              <a:gd name="connsiteX6" fmla="*/ 1432577 w 1432576"/>
              <a:gd name="connsiteY6" fmla="*/ 1432576 h 1432576"/>
              <a:gd name="connsiteX7" fmla="*/ 716288 w 1432576"/>
              <a:gd name="connsiteY7" fmla="*/ 1432576 h 1432576"/>
              <a:gd name="connsiteX8" fmla="*/ 1432577 w 1432576"/>
              <a:gd name="connsiteY8" fmla="*/ 0 h 1432576"/>
              <a:gd name="connsiteX9" fmla="*/ 1432577 w 1432576"/>
              <a:gd name="connsiteY9" fmla="*/ 716288 h 1432576"/>
              <a:gd name="connsiteX10" fmla="*/ 716288 w 1432576"/>
              <a:gd name="connsiteY10" fmla="*/ 0 h 1432576"/>
              <a:gd name="connsiteX11" fmla="*/ 0 w 1432576"/>
              <a:gd name="connsiteY11" fmla="*/ 716288 h 1432576"/>
              <a:gd name="connsiteX12" fmla="*/ 0 w 1432576"/>
              <a:gd name="connsiteY12" fmla="*/ 0 h 1432576"/>
              <a:gd name="connsiteX13" fmla="*/ 716288 w 1432576"/>
              <a:gd name="connsiteY13" fmla="*/ 0 h 1432576"/>
              <a:gd name="connsiteX14" fmla="*/ 716288 w 1432576"/>
              <a:gd name="connsiteY14" fmla="*/ 0 h 1432576"/>
              <a:gd name="connsiteX15" fmla="*/ 1432577 w 1432576"/>
              <a:gd name="connsiteY15" fmla="*/ 0 h 1432576"/>
            </a:gdLst>
            <a:ahLst/>
            <a:cxnLst/>
            <a:rect l="l" t="t" r="r" b="b"/>
            <a:pathLst>
              <a:path w="1432576" h="1432576">
                <a:moveTo>
                  <a:pt x="716288" y="1432576"/>
                </a:moveTo>
                <a:lnTo>
                  <a:pt x="0" y="716288"/>
                </a:lnTo>
                <a:lnTo>
                  <a:pt x="0" y="1432576"/>
                </a:lnTo>
                <a:lnTo>
                  <a:pt x="716288" y="1432576"/>
                </a:lnTo>
                <a:close/>
                <a:moveTo>
                  <a:pt x="716288" y="1432576"/>
                </a:moveTo>
                <a:lnTo>
                  <a:pt x="1432577" y="716288"/>
                </a:lnTo>
                <a:lnTo>
                  <a:pt x="1432577" y="1432576"/>
                </a:lnTo>
                <a:lnTo>
                  <a:pt x="716288" y="1432576"/>
                </a:lnTo>
                <a:close/>
                <a:moveTo>
                  <a:pt x="1432577" y="0"/>
                </a:moveTo>
                <a:lnTo>
                  <a:pt x="1432577" y="716288"/>
                </a:lnTo>
                <a:lnTo>
                  <a:pt x="716288" y="0"/>
                </a:lnTo>
                <a:lnTo>
                  <a:pt x="0" y="716288"/>
                </a:lnTo>
                <a:lnTo>
                  <a:pt x="0" y="0"/>
                </a:lnTo>
                <a:lnTo>
                  <a:pt x="716288" y="0"/>
                </a:lnTo>
                <a:lnTo>
                  <a:pt x="716288" y="0"/>
                </a:lnTo>
                <a:lnTo>
                  <a:pt x="1432577" y="0"/>
                </a:lnTo>
                <a:close/>
              </a:path>
            </a:pathLst>
          </a:custGeom>
          <a:gradFill>
            <a:gsLst>
              <a:gs pos="50000">
                <a:srgbClr val="0F62FE"/>
              </a:gs>
              <a:gs pos="10000">
                <a:srgbClr val="8A3FFC"/>
              </a:gs>
              <a:gs pos="90000">
                <a:srgbClr val="33B1FF"/>
              </a:gs>
            </a:gsLst>
            <a:lin ang="18900000" scaled="0"/>
          </a:gra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defTabSz="914400">
              <a:spcBef>
                <a:spcPct val="0"/>
              </a:spcBef>
              <a:spcAft>
                <a:spcPct val="0"/>
              </a:spcAft>
              <a:buNone/>
            </a:pPr>
            <a:endParaRPr sz="1400">
              <a:solidFill>
                <a:schemeClr val="bg1"/>
              </a:solidFill>
            </a:endParaRPr>
          </a:p>
        </p:txBody>
      </p:sp>
      <p:sp>
        <p:nvSpPr>
          <p:cNvPr id="126" name="Freeform: Shape 14">
            <a:extLst>
              <a:ext uri="{FF2B5EF4-FFF2-40B4-BE49-F238E27FC236}">
                <a16:creationId xmlns:a16="http://schemas.microsoft.com/office/drawing/2014/main" id="{CAC1CFF8-5599-8447-AD46-1DBD80829300}"/>
              </a:ext>
            </a:extLst>
          </p:cNvPr>
          <p:cNvSpPr>
            <a:spLocks noGrp="1"/>
          </p:cNvSpPr>
          <p:nvPr/>
        </p:nvSpPr>
        <p:spPr>
          <a:xfrm rot="16200000">
            <a:off x="12220181" y="11274553"/>
            <a:ext cx="2440800" cy="2440800"/>
          </a:xfrm>
          <a:custGeom>
            <a:avLst/>
            <a:gdLst>
              <a:gd name="connsiteX0" fmla="*/ 1432576 w 1432576"/>
              <a:gd name="connsiteY0" fmla="*/ 1432576 h 1432576"/>
              <a:gd name="connsiteX1" fmla="*/ 716288 w 1432576"/>
              <a:gd name="connsiteY1" fmla="*/ 1432576 h 1432576"/>
              <a:gd name="connsiteX2" fmla="*/ 716288 w 1432576"/>
              <a:gd name="connsiteY2" fmla="*/ 1432576 h 1432576"/>
              <a:gd name="connsiteX3" fmla="*/ 0 w 1432576"/>
              <a:gd name="connsiteY3" fmla="*/ 1432576 h 1432576"/>
              <a:gd name="connsiteX4" fmla="*/ 716288 w 1432576"/>
              <a:gd name="connsiteY4" fmla="*/ 716288 h 1432576"/>
              <a:gd name="connsiteX5" fmla="*/ 716288 w 1432576"/>
              <a:gd name="connsiteY5" fmla="*/ 1432576 h 1432576"/>
              <a:gd name="connsiteX6" fmla="*/ 1432576 w 1432576"/>
              <a:gd name="connsiteY6" fmla="*/ 716288 h 1432576"/>
              <a:gd name="connsiteX7" fmla="*/ 1432576 w 1432576"/>
              <a:gd name="connsiteY7" fmla="*/ 1432576 h 1432576"/>
              <a:gd name="connsiteX8" fmla="*/ 716288 w 1432576"/>
              <a:gd name="connsiteY8" fmla="*/ 0 h 1432576"/>
              <a:gd name="connsiteX9" fmla="*/ 0 w 1432576"/>
              <a:gd name="connsiteY9" fmla="*/ 0 h 1432576"/>
              <a:gd name="connsiteX10" fmla="*/ 716288 w 1432576"/>
              <a:gd name="connsiteY10" fmla="*/ 716288 h 1432576"/>
              <a:gd name="connsiteX11" fmla="*/ 716288 w 1432576"/>
              <a:gd name="connsiteY11" fmla="*/ 0 h 1432576"/>
              <a:gd name="connsiteX12" fmla="*/ 1432576 w 1432576"/>
              <a:gd name="connsiteY12" fmla="*/ 716288 h 1432576"/>
              <a:gd name="connsiteX13" fmla="*/ 1432576 w 1432576"/>
              <a:gd name="connsiteY13" fmla="*/ 0 h 1432576"/>
              <a:gd name="connsiteX14" fmla="*/ 716288 w 1432576"/>
              <a:gd name="connsiteY14" fmla="*/ 0 h 1432576"/>
              <a:gd name="connsiteX15" fmla="*/ 716288 w 1432576"/>
              <a:gd name="connsiteY15" fmla="*/ 0 h 1432576"/>
            </a:gdLst>
            <a:ahLst/>
            <a:cxnLst/>
            <a:rect l="l" t="t" r="r" b="b"/>
            <a:pathLst>
              <a:path w="1432576" h="1432576">
                <a:moveTo>
                  <a:pt x="1432576" y="1432576"/>
                </a:moveTo>
                <a:lnTo>
                  <a:pt x="716288" y="1432576"/>
                </a:lnTo>
                <a:lnTo>
                  <a:pt x="716288" y="1432576"/>
                </a:lnTo>
                <a:lnTo>
                  <a:pt x="0" y="1432576"/>
                </a:lnTo>
                <a:lnTo>
                  <a:pt x="716288" y="716288"/>
                </a:lnTo>
                <a:lnTo>
                  <a:pt x="716288" y="1432576"/>
                </a:lnTo>
                <a:lnTo>
                  <a:pt x="1432576" y="716288"/>
                </a:lnTo>
                <a:lnTo>
                  <a:pt x="1432576" y="1432576"/>
                </a:lnTo>
                <a:close/>
                <a:moveTo>
                  <a:pt x="716288" y="0"/>
                </a:moveTo>
                <a:lnTo>
                  <a:pt x="0" y="0"/>
                </a:lnTo>
                <a:lnTo>
                  <a:pt x="716288" y="716288"/>
                </a:lnTo>
                <a:lnTo>
                  <a:pt x="716288" y="0"/>
                </a:lnTo>
                <a:lnTo>
                  <a:pt x="1432576" y="716288"/>
                </a:lnTo>
                <a:lnTo>
                  <a:pt x="1432576" y="0"/>
                </a:lnTo>
                <a:lnTo>
                  <a:pt x="716288" y="0"/>
                </a:lnTo>
                <a:lnTo>
                  <a:pt x="716288" y="0"/>
                </a:lnTo>
                <a:close/>
              </a:path>
            </a:pathLst>
          </a:custGeom>
          <a:solidFill>
            <a:srgbClr val="32B1FE"/>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defTabSz="914400">
              <a:spcBef>
                <a:spcPct val="0"/>
              </a:spcBef>
              <a:spcAft>
                <a:spcPct val="0"/>
              </a:spcAft>
              <a:buNone/>
            </a:pPr>
            <a:endParaRPr sz="1400">
              <a:solidFill>
                <a:schemeClr val="bg1"/>
              </a:solidFill>
            </a:endParaRPr>
          </a:p>
        </p:txBody>
      </p:sp>
      <p:sp>
        <p:nvSpPr>
          <p:cNvPr id="131" name="Freeform: Shape 8">
            <a:extLst>
              <a:ext uri="{FF2B5EF4-FFF2-40B4-BE49-F238E27FC236}">
                <a16:creationId xmlns:a16="http://schemas.microsoft.com/office/drawing/2014/main" id="{19453066-BEEE-1B49-8229-B34926335F4D}"/>
              </a:ext>
            </a:extLst>
          </p:cNvPr>
          <p:cNvSpPr>
            <a:spLocks noGrp="1"/>
          </p:cNvSpPr>
          <p:nvPr/>
        </p:nvSpPr>
        <p:spPr>
          <a:xfrm rot="16200000">
            <a:off x="9766600" y="8834401"/>
            <a:ext cx="2440800" cy="2440800"/>
          </a:xfrm>
          <a:custGeom>
            <a:avLst/>
            <a:gdLst>
              <a:gd name="connsiteX0" fmla="*/ 210111 w 1432576"/>
              <a:gd name="connsiteY0" fmla="*/ 926399 h 1432576"/>
              <a:gd name="connsiteX1" fmla="*/ 0 w 1432576"/>
              <a:gd name="connsiteY1" fmla="*/ 1432576 h 1432576"/>
              <a:gd name="connsiteX2" fmla="*/ 716288 w 1432576"/>
              <a:gd name="connsiteY2" fmla="*/ 1432576 h 1432576"/>
              <a:gd name="connsiteX3" fmla="*/ 1432577 w 1432576"/>
              <a:gd name="connsiteY3" fmla="*/ 1432576 h 1432576"/>
              <a:gd name="connsiteX4" fmla="*/ 1222465 w 1432576"/>
              <a:gd name="connsiteY4" fmla="*/ 926399 h 1432576"/>
              <a:gd name="connsiteX5" fmla="*/ 716288 w 1432576"/>
              <a:gd name="connsiteY5" fmla="*/ 716288 h 1432576"/>
              <a:gd name="connsiteX6" fmla="*/ 210111 w 1432576"/>
              <a:gd name="connsiteY6" fmla="*/ 926399 h 1432576"/>
              <a:gd name="connsiteX7" fmla="*/ 210111 w 1432576"/>
              <a:gd name="connsiteY7" fmla="*/ 506912 h 1432576"/>
              <a:gd name="connsiteX8" fmla="*/ 0 w 1432576"/>
              <a:gd name="connsiteY8" fmla="*/ 0 h 1432576"/>
              <a:gd name="connsiteX9" fmla="*/ 716288 w 1432576"/>
              <a:gd name="connsiteY9" fmla="*/ 0 h 1432576"/>
              <a:gd name="connsiteX10" fmla="*/ 1432577 w 1432576"/>
              <a:gd name="connsiteY10" fmla="*/ 0 h 1432576"/>
              <a:gd name="connsiteX11" fmla="*/ 1222465 w 1432576"/>
              <a:gd name="connsiteY11" fmla="*/ 506177 h 1432576"/>
              <a:gd name="connsiteX12" fmla="*/ 716288 w 1432576"/>
              <a:gd name="connsiteY12" fmla="*/ 716288 h 1432576"/>
              <a:gd name="connsiteX13" fmla="*/ 210111 w 1432576"/>
              <a:gd name="connsiteY13" fmla="*/ 506912 h 1432576"/>
            </a:gdLst>
            <a:ahLst/>
            <a:cxnLst/>
            <a:rect l="l" t="t" r="r" b="b"/>
            <a:pathLst>
              <a:path w="1432576" h="1432576">
                <a:moveTo>
                  <a:pt x="210111" y="926399"/>
                </a:moveTo>
                <a:cubicBezTo>
                  <a:pt x="75669" y="1060841"/>
                  <a:pt x="0" y="1243035"/>
                  <a:pt x="0" y="1432576"/>
                </a:cubicBezTo>
                <a:lnTo>
                  <a:pt x="716288" y="1432576"/>
                </a:lnTo>
                <a:lnTo>
                  <a:pt x="1432577" y="1432576"/>
                </a:lnTo>
                <a:cubicBezTo>
                  <a:pt x="1432577" y="1242301"/>
                  <a:pt x="1356907" y="1060106"/>
                  <a:pt x="1222465" y="926399"/>
                </a:cubicBezTo>
                <a:cubicBezTo>
                  <a:pt x="1088024" y="792692"/>
                  <a:pt x="905829" y="716288"/>
                  <a:pt x="716288" y="716288"/>
                </a:cubicBezTo>
                <a:cubicBezTo>
                  <a:pt x="526747" y="716288"/>
                  <a:pt x="343818" y="791957"/>
                  <a:pt x="210111" y="926399"/>
                </a:cubicBezTo>
                <a:close/>
                <a:moveTo>
                  <a:pt x="210111" y="506912"/>
                </a:moveTo>
                <a:cubicBezTo>
                  <a:pt x="75669" y="372470"/>
                  <a:pt x="0" y="190276"/>
                  <a:pt x="0" y="0"/>
                </a:cubicBezTo>
                <a:lnTo>
                  <a:pt x="716288" y="0"/>
                </a:lnTo>
                <a:lnTo>
                  <a:pt x="1432577" y="0"/>
                </a:lnTo>
                <a:cubicBezTo>
                  <a:pt x="1432577" y="190276"/>
                  <a:pt x="1356907" y="372470"/>
                  <a:pt x="1222465" y="506177"/>
                </a:cubicBezTo>
                <a:cubicBezTo>
                  <a:pt x="1088024" y="639884"/>
                  <a:pt x="905829" y="716288"/>
                  <a:pt x="716288" y="716288"/>
                </a:cubicBezTo>
                <a:cubicBezTo>
                  <a:pt x="526747" y="716288"/>
                  <a:pt x="343818" y="641353"/>
                  <a:pt x="210111" y="506912"/>
                </a:cubicBezTo>
                <a:close/>
              </a:path>
            </a:pathLst>
          </a:custGeom>
          <a:solidFill>
            <a:srgbClr val="7F4BF3"/>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defTabSz="914400">
              <a:spcBef>
                <a:spcPct val="0"/>
              </a:spcBef>
              <a:spcAft>
                <a:spcPct val="0"/>
              </a:spcAft>
              <a:buNone/>
            </a:pPr>
            <a:endParaRPr sz="1400">
              <a:solidFill>
                <a:schemeClr val="bg1"/>
              </a:solidFill>
            </a:endParaRPr>
          </a:p>
        </p:txBody>
      </p:sp>
      <p:pic>
        <p:nvPicPr>
          <p:cNvPr id="170" name="Picture 1"/>
          <p:cNvPicPr>
            <a:picLocks noChangeAspect="1"/>
          </p:cNvPicPr>
          <p:nvPr/>
        </p:nvPicPr>
        <p:blipFill>
          <a:blip r:embed="rId2"/>
          <a:stretch>
            <a:fillRect/>
          </a:stretch>
        </p:blipFill>
        <p:spPr>
          <a:xfrm>
            <a:off x="-70807" y="-97188"/>
            <a:ext cx="5118898" cy="1625047"/>
          </a:xfrm>
          <a:prstGeom prst="rect">
            <a:avLst/>
          </a:prstGeom>
        </p:spPr>
      </p:pic>
      <p:pic>
        <p:nvPicPr>
          <p:cNvPr id="171" name="Picture 2"/>
          <p:cNvPicPr>
            <a:picLocks noChangeAspect="1"/>
          </p:cNvPicPr>
          <p:nvPr/>
        </p:nvPicPr>
        <p:blipFill>
          <a:blip r:embed="rId3"/>
          <a:srcRect l="23268" t="15890" r="30326" b="1663"/>
          <a:stretch>
            <a:fillRect/>
          </a:stretch>
        </p:blipFill>
        <p:spPr>
          <a:xfrm>
            <a:off x="4878610" y="8833105"/>
            <a:ext cx="4881600" cy="4881600"/>
          </a:xfrm>
          <a:prstGeom prst="rect">
            <a:avLst/>
          </a:prstGeom>
        </p:spPr>
      </p:pic>
      <p:sp>
        <p:nvSpPr>
          <p:cNvPr id="4" name="TextBox 3">
            <a:extLst>
              <a:ext uri="{FF2B5EF4-FFF2-40B4-BE49-F238E27FC236}">
                <a16:creationId xmlns:a16="http://schemas.microsoft.com/office/drawing/2014/main" id="{A15046D1-2640-1879-702D-82E83EC900F9}"/>
              </a:ext>
            </a:extLst>
          </p:cNvPr>
          <p:cNvSpPr>
            <a:spLocks noGrp="1"/>
          </p:cNvSpPr>
          <p:nvPr/>
        </p:nvSpPr>
        <p:spPr>
          <a:xfrm>
            <a:off x="-290945" y="5666509"/>
            <a:ext cx="0" cy="0"/>
          </a:xfrm>
          <a:prstGeom prst="rect">
            <a:avLst/>
          </a:prstGeom>
          <a:ln w="12700"/>
        </p:spPr>
        <p:txBody>
          <a:bodyPr wrap="none" lIns="0" tIns="0" rIns="0" bIns="0">
            <a:noAutofit/>
          </a:bodyPr>
          <a:lstStyle/>
          <a:p>
            <a:pPr algn="l" defTabSz="2438400">
              <a:spcBef>
                <a:spcPts val="2900"/>
              </a:spcBef>
              <a:buSzPct val="100000"/>
              <a:buNone/>
            </a:pPr>
            <a:endParaRPr kern="0">
              <a:solidFill>
                <a:srgbClr val="000000"/>
              </a:solidFill>
            </a:endParaRPr>
          </a:p>
        </p:txBody>
      </p:sp>
      <p:sp>
        <p:nvSpPr>
          <p:cNvPr id="8" name="Freeform 7">
            <a:extLst>
              <a:ext uri="{FF2B5EF4-FFF2-40B4-BE49-F238E27FC236}">
                <a16:creationId xmlns:a16="http://schemas.microsoft.com/office/drawing/2014/main" id="{739877AC-BAA8-B3C0-7D7F-9493FF211676}"/>
              </a:ext>
            </a:extLst>
          </p:cNvPr>
          <p:cNvSpPr>
            <a:spLocks noGrp="1"/>
          </p:cNvSpPr>
          <p:nvPr/>
        </p:nvSpPr>
        <p:spPr>
          <a:xfrm>
            <a:off x="12452016" y="9189605"/>
            <a:ext cx="1986460" cy="1727806"/>
          </a:xfrm>
          <a:custGeom>
            <a:avLst/>
            <a:gdLst>
              <a:gd name="csX0" fmla="*/ 7192274 w 9665207"/>
              <a:gd name="csY0" fmla="*/ 8406718 h 8406717"/>
              <a:gd name="csX1" fmla="*/ 2472934 w 9665207"/>
              <a:gd name="csY1" fmla="*/ 8406718 h 8406717"/>
              <a:gd name="csX2" fmla="*/ 2374772 w 9665207"/>
              <a:gd name="csY2" fmla="*/ 8350086 h 8406717"/>
              <a:gd name="csX3" fmla="*/ 15102 w 9665207"/>
              <a:gd name="csY3" fmla="*/ 4256845 h 8406717"/>
              <a:gd name="csX4" fmla="*/ 15102 w 9665207"/>
              <a:gd name="csY4" fmla="*/ 4143581 h 8406717"/>
              <a:gd name="csX5" fmla="*/ 2374772 w 9665207"/>
              <a:gd name="csY5" fmla="*/ 56632 h 8406717"/>
              <a:gd name="csX6" fmla="*/ 2472934 w 9665207"/>
              <a:gd name="csY6" fmla="*/ 0 h 8406717"/>
              <a:gd name="csX7" fmla="*/ 7192274 w 9665207"/>
              <a:gd name="csY7" fmla="*/ 0 h 8406717"/>
              <a:gd name="csX8" fmla="*/ 7290437 w 9665207"/>
              <a:gd name="csY8" fmla="*/ 56632 h 8406717"/>
              <a:gd name="csX9" fmla="*/ 9650106 w 9665207"/>
              <a:gd name="csY9" fmla="*/ 4143581 h 8406717"/>
              <a:gd name="csX10" fmla="*/ 9650106 w 9665207"/>
              <a:gd name="csY10" fmla="*/ 4256845 h 8406717"/>
              <a:gd name="csX11" fmla="*/ 7290437 w 9665207"/>
              <a:gd name="csY11" fmla="*/ 8350086 h 8406717"/>
              <a:gd name="csX12" fmla="*/ 7192274 w 9665207"/>
              <a:gd name="csY12" fmla="*/ 8406718 h 8406717"/>
              <a:gd name="csX13" fmla="*/ 2669259 w 9665207"/>
              <a:gd name="csY13" fmla="*/ 8180189 h 8406717"/>
              <a:gd name="csX14" fmla="*/ 6996265 w 9665207"/>
              <a:gd name="csY14" fmla="*/ 8180189 h 8406717"/>
              <a:gd name="csX15" fmla="*/ 4832919 w 9665207"/>
              <a:gd name="csY15" fmla="*/ 4429887 h 8406717"/>
              <a:gd name="csX16" fmla="*/ 2669573 w 9665207"/>
              <a:gd name="csY16" fmla="*/ 8180189 h 8406717"/>
              <a:gd name="csX17" fmla="*/ 5027041 w 9665207"/>
              <a:gd name="csY17" fmla="*/ 4313477 h 8406717"/>
              <a:gd name="csX18" fmla="*/ 7192274 w 9665207"/>
              <a:gd name="csY18" fmla="*/ 8066610 h 8406717"/>
              <a:gd name="csX19" fmla="*/ 9355934 w 9665207"/>
              <a:gd name="csY19" fmla="*/ 4313477 h 8406717"/>
              <a:gd name="csX20" fmla="*/ 5027041 w 9665207"/>
              <a:gd name="csY20" fmla="*/ 4313477 h 8406717"/>
              <a:gd name="csX21" fmla="*/ 309274 w 9665207"/>
              <a:gd name="csY21" fmla="*/ 4313477 h 8406717"/>
              <a:gd name="csX22" fmla="*/ 2472934 w 9665207"/>
              <a:gd name="csY22" fmla="*/ 8066610 h 8406717"/>
              <a:gd name="csX23" fmla="*/ 4638167 w 9665207"/>
              <a:gd name="csY23" fmla="*/ 4313477 h 8406717"/>
              <a:gd name="csX24" fmla="*/ 309274 w 9665207"/>
              <a:gd name="csY24" fmla="*/ 4313477 h 8406717"/>
              <a:gd name="csX25" fmla="*/ 5030502 w 9665207"/>
              <a:gd name="csY25" fmla="*/ 4086948 h 8406717"/>
              <a:gd name="csX26" fmla="*/ 9355934 w 9665207"/>
              <a:gd name="csY26" fmla="*/ 4086948 h 8406717"/>
              <a:gd name="csX27" fmla="*/ 7192589 w 9665207"/>
              <a:gd name="csY27" fmla="*/ 339792 h 8406717"/>
              <a:gd name="csX28" fmla="*/ 5030816 w 9665207"/>
              <a:gd name="csY28" fmla="*/ 4086948 h 8406717"/>
              <a:gd name="csX29" fmla="*/ 309589 w 9665207"/>
              <a:gd name="csY29" fmla="*/ 4086948 h 8406717"/>
              <a:gd name="csX30" fmla="*/ 4635021 w 9665207"/>
              <a:gd name="csY30" fmla="*/ 4086948 h 8406717"/>
              <a:gd name="csX31" fmla="*/ 2472934 w 9665207"/>
              <a:gd name="csY31" fmla="*/ 339792 h 8406717"/>
              <a:gd name="csX32" fmla="*/ 309589 w 9665207"/>
              <a:gd name="csY32" fmla="*/ 4086948 h 8406717"/>
              <a:gd name="csX33" fmla="*/ 2669259 w 9665207"/>
              <a:gd name="csY33" fmla="*/ 226528 h 8406717"/>
              <a:gd name="csX34" fmla="*/ 4832604 w 9665207"/>
              <a:gd name="csY34" fmla="*/ 3976830 h 8406717"/>
              <a:gd name="csX35" fmla="*/ 6995949 w 9665207"/>
              <a:gd name="csY35" fmla="*/ 226528 h 8406717"/>
              <a:gd name="csX36" fmla="*/ 2668944 w 9665207"/>
              <a:gd name="csY36" fmla="*/ 226528 h 8406717"/>
            </a:gdLst>
            <a:ahLst/>
            <a:cxnLst/>
            <a:rect l="l" t="t" r="r" b="b"/>
            <a:pathLst>
              <a:path w="9665207" h="8406717">
                <a:moveTo>
                  <a:pt x="7192274" y="8406718"/>
                </a:moveTo>
                <a:lnTo>
                  <a:pt x="2472934" y="8406718"/>
                </a:lnTo>
                <a:cubicBezTo>
                  <a:pt x="2432348" y="8406718"/>
                  <a:pt x="2394908" y="8385009"/>
                  <a:pt x="2374772" y="8350086"/>
                </a:cubicBezTo>
                <a:lnTo>
                  <a:pt x="15102" y="4256845"/>
                </a:lnTo>
                <a:cubicBezTo>
                  <a:pt x="-5034" y="4221922"/>
                  <a:pt x="-5034" y="4178503"/>
                  <a:pt x="15102" y="4143581"/>
                </a:cubicBezTo>
                <a:lnTo>
                  <a:pt x="2374772" y="56632"/>
                </a:lnTo>
                <a:cubicBezTo>
                  <a:pt x="2394908" y="21709"/>
                  <a:pt x="2432662" y="0"/>
                  <a:pt x="2472934" y="0"/>
                </a:cubicBezTo>
                <a:lnTo>
                  <a:pt x="7192274" y="0"/>
                </a:lnTo>
                <a:cubicBezTo>
                  <a:pt x="7232546" y="0"/>
                  <a:pt x="7270300" y="21709"/>
                  <a:pt x="7290437" y="56632"/>
                </a:cubicBezTo>
                <a:lnTo>
                  <a:pt x="9650106" y="4143581"/>
                </a:lnTo>
                <a:cubicBezTo>
                  <a:pt x="9670242" y="4178503"/>
                  <a:pt x="9670242" y="4221922"/>
                  <a:pt x="9650106" y="4256845"/>
                </a:cubicBezTo>
                <a:lnTo>
                  <a:pt x="7290437" y="8350086"/>
                </a:lnTo>
                <a:cubicBezTo>
                  <a:pt x="7270300" y="8385009"/>
                  <a:pt x="7232860" y="8406718"/>
                  <a:pt x="7192274" y="8406718"/>
                </a:cubicBezTo>
                <a:close/>
                <a:moveTo>
                  <a:pt x="2669259" y="8180189"/>
                </a:moveTo>
                <a:lnTo>
                  <a:pt x="6996265" y="8180189"/>
                </a:lnTo>
                <a:lnTo>
                  <a:pt x="4832919" y="4429887"/>
                </a:lnTo>
                <a:lnTo>
                  <a:pt x="2669573" y="8180189"/>
                </a:lnTo>
                <a:close/>
                <a:moveTo>
                  <a:pt x="5027041" y="4313477"/>
                </a:moveTo>
                <a:lnTo>
                  <a:pt x="7192274" y="8066610"/>
                </a:lnTo>
                <a:lnTo>
                  <a:pt x="9355934" y="4313477"/>
                </a:lnTo>
                <a:lnTo>
                  <a:pt x="5027041" y="4313477"/>
                </a:lnTo>
                <a:close/>
                <a:moveTo>
                  <a:pt x="309274" y="4313477"/>
                </a:moveTo>
                <a:lnTo>
                  <a:pt x="2472934" y="8066610"/>
                </a:lnTo>
                <a:lnTo>
                  <a:pt x="4638167" y="4313477"/>
                </a:lnTo>
                <a:lnTo>
                  <a:pt x="309274" y="4313477"/>
                </a:lnTo>
                <a:close/>
                <a:moveTo>
                  <a:pt x="5030502" y="4086948"/>
                </a:moveTo>
                <a:lnTo>
                  <a:pt x="9355934" y="4086948"/>
                </a:lnTo>
                <a:lnTo>
                  <a:pt x="7192589" y="339792"/>
                </a:lnTo>
                <a:lnTo>
                  <a:pt x="5030816" y="4086948"/>
                </a:lnTo>
                <a:close/>
                <a:moveTo>
                  <a:pt x="309589" y="4086948"/>
                </a:moveTo>
                <a:lnTo>
                  <a:pt x="4635021" y="4086948"/>
                </a:lnTo>
                <a:lnTo>
                  <a:pt x="2472934" y="339792"/>
                </a:lnTo>
                <a:lnTo>
                  <a:pt x="309589" y="4086948"/>
                </a:lnTo>
                <a:close/>
                <a:moveTo>
                  <a:pt x="2669259" y="226528"/>
                </a:moveTo>
                <a:lnTo>
                  <a:pt x="4832604" y="3976830"/>
                </a:lnTo>
                <a:lnTo>
                  <a:pt x="6995949" y="226528"/>
                </a:lnTo>
                <a:lnTo>
                  <a:pt x="2668944" y="226528"/>
                </a:lnTo>
                <a:close/>
              </a:path>
            </a:pathLst>
          </a:custGeom>
          <a:solidFill>
            <a:srgbClr val="BE95FF"/>
          </a:solidFill>
          <a:ln w="314623">
            <a:noFill/>
            <a:prstDash val="solid"/>
          </a:ln>
        </p:spPr>
        <p:txBody>
          <a:bodyPr/>
          <a:lstStyle/>
          <a:p>
            <a:endParaRPr/>
          </a:p>
        </p:txBody>
      </p:sp>
      <p:sp>
        <p:nvSpPr>
          <p:cNvPr id="9" name="Rectangle 8">
            <a:extLst>
              <a:ext uri="{FF2B5EF4-FFF2-40B4-BE49-F238E27FC236}">
                <a16:creationId xmlns:a16="http://schemas.microsoft.com/office/drawing/2014/main" id="{D2209B18-A736-2E72-9B57-D3892A06D200}"/>
              </a:ext>
            </a:extLst>
          </p:cNvPr>
          <p:cNvSpPr>
            <a:spLocks noGrp="1"/>
          </p:cNvSpPr>
          <p:nvPr/>
        </p:nvSpPr>
        <p:spPr>
          <a:xfrm>
            <a:off x="12410632" y="9018894"/>
            <a:ext cx="2069229" cy="2069229"/>
          </a:xfrm>
          <a:prstGeom prst="rect">
            <a:avLst/>
          </a:prstGeom>
          <a:noFill/>
          <a:ln w="314623">
            <a:noFill/>
            <a:prstDash val="solid"/>
          </a:ln>
        </p:spPr>
        <p:txBody>
          <a:bodyPr/>
          <a:lstStyle/>
          <a:p>
            <a:endParaRPr/>
          </a:p>
        </p:txBody>
      </p:sp>
      <p:sp>
        <p:nvSpPr>
          <p:cNvPr id="5" name="Text Placeholder 5">
            <a:extLst>
              <a:ext uri="{FF2B5EF4-FFF2-40B4-BE49-F238E27FC236}">
                <a16:creationId xmlns:a16="http://schemas.microsoft.com/office/drawing/2014/main" id="{83279FB3-BCF2-29C0-6E72-87D9434600E4}"/>
              </a:ext>
            </a:extLst>
          </p:cNvPr>
          <p:cNvSpPr>
            <a:spLocks noGrp="1"/>
          </p:cNvSpPr>
          <p:nvPr>
            <p:ph type="body" idx="13" hasCustomPrompt="1"/>
          </p:nvPr>
        </p:nvSpPr>
        <p:spPr>
          <a:xfrm>
            <a:off x="18288000" y="3629079"/>
            <a:ext cx="5516563" cy="3168107"/>
          </a:xfrm>
        </p:spPr>
        <p:txBody>
          <a:bodyPr/>
          <a:lstStyle>
            <a:lvl1pPr>
              <a:buNone/>
              <a:defRPr>
                <a:solidFill>
                  <a:srgbClr val="F4F4F4"/>
                </a:solidFill>
              </a:defRPr>
            </a:lvl1pPr>
          </a:lstStyle>
          <a:p>
            <a:r>
              <a:t>Session code (ID number)</a:t>
            </a:r>
            <a:br/>
            <a:r>
              <a:t>Session Title</a:t>
            </a:r>
            <a:br/>
            <a:r>
              <a:t>Firstname Lastname</a:t>
            </a:r>
            <a:br/>
            <a:r>
              <a:t>Company, Job Title</a:t>
            </a:r>
          </a:p>
        </p:txBody>
      </p:sp>
      <p:sp>
        <p:nvSpPr>
          <p:cNvPr id="6" name="Title 1">
            <a:extLst>
              <a:ext uri="{FF2B5EF4-FFF2-40B4-BE49-F238E27FC236}">
                <a16:creationId xmlns:a16="http://schemas.microsoft.com/office/drawing/2014/main" id="{DEABCE1D-29B8-9012-0C7E-427C632C1047}"/>
              </a:ext>
            </a:extLst>
          </p:cNvPr>
          <p:cNvSpPr>
            <a:spLocks noGrp="1"/>
          </p:cNvSpPr>
          <p:nvPr>
            <p:ph type="title"/>
          </p:nvPr>
        </p:nvSpPr>
        <p:spPr>
          <a:xfrm>
            <a:off x="525967" y="3532827"/>
            <a:ext cx="14103644" cy="3264359"/>
          </a:xfrm>
        </p:spPr>
        <p:txBody>
          <a:bodyPr/>
          <a:lstStyle>
            <a:lvl1pPr>
              <a:lnSpc>
                <a:spcPct val="100000"/>
              </a:lnSpc>
              <a:buNone/>
              <a:defRPr sz="8600">
                <a:solidFill>
                  <a:srgbClr val="F4F4F4"/>
                </a:solidFill>
              </a:defRPr>
            </a:lvl1pPr>
          </a:lstStyle>
          <a:p>
            <a:r>
              <a:t>Click to edit Master title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slide 4">
    <p:bg>
      <p:bgPr>
        <a:solidFill>
          <a:srgbClr val="E0E0E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9ED0F45-CF91-144B-A4FC-B0E9287995A8}"/>
              </a:ext>
            </a:extLst>
          </p:cNvPr>
          <p:cNvSpPr>
            <a:spLocks noGrp="1"/>
          </p:cNvSpPr>
          <p:nvPr/>
        </p:nvSpPr>
        <p:spPr>
          <a:xfrm>
            <a:off x="0" y="0"/>
            <a:ext cx="24387175" cy="13716000"/>
          </a:xfrm>
          <a:prstGeom prst="rect">
            <a:avLst/>
          </a:prstGeom>
          <a:solidFill>
            <a:schemeClr val="tx1"/>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chemeClr val="bg1"/>
              </a:solidFill>
              <a:latin typeface="+mn-lt"/>
              <a:ea typeface="+mn-lt"/>
              <a:cs typeface="+mn-lt"/>
            </a:endParaRPr>
          </a:p>
        </p:txBody>
      </p:sp>
      <p:sp>
        <p:nvSpPr>
          <p:cNvPr id="62" name="Text Placeholder 5">
            <a:extLst>
              <a:ext uri="{FF2B5EF4-FFF2-40B4-BE49-F238E27FC236}">
                <a16:creationId xmlns:a16="http://schemas.microsoft.com/office/drawing/2014/main" id="{CCA22637-7521-834E-B585-E724D4D30E65}"/>
              </a:ext>
            </a:extLst>
          </p:cNvPr>
          <p:cNvSpPr>
            <a:spLocks noGrp="1"/>
          </p:cNvSpPr>
          <p:nvPr>
            <p:ph type="body" idx="13" hasCustomPrompt="1"/>
          </p:nvPr>
        </p:nvSpPr>
        <p:spPr>
          <a:xfrm>
            <a:off x="525463" y="6858000"/>
            <a:ext cx="8612188" cy="2902226"/>
          </a:xfrm>
        </p:spPr>
        <p:txBody>
          <a:bodyPr/>
          <a:lstStyle>
            <a:lvl1pPr>
              <a:buNone/>
              <a:defRPr>
                <a:solidFill>
                  <a:schemeClr val="bg1"/>
                </a:solidFill>
              </a:defRPr>
            </a:lvl1pPr>
          </a:lstStyle>
          <a:p>
            <a:r>
              <a:t>Session code (ID number)</a:t>
            </a:r>
            <a:br/>
            <a:r>
              <a:t>Session Title</a:t>
            </a:r>
            <a:br/>
            <a:r>
              <a:t>Firstname Lastname</a:t>
            </a:r>
            <a:br/>
            <a:r>
              <a:t>Company, Job Title</a:t>
            </a:r>
          </a:p>
        </p:txBody>
      </p:sp>
      <p:sp>
        <p:nvSpPr>
          <p:cNvPr id="63" name="Title 1">
            <a:extLst>
              <a:ext uri="{FF2B5EF4-FFF2-40B4-BE49-F238E27FC236}">
                <a16:creationId xmlns:a16="http://schemas.microsoft.com/office/drawing/2014/main" id="{D1D71252-7A4A-4A49-8C7D-CBE7A812DD2F}"/>
              </a:ext>
            </a:extLst>
          </p:cNvPr>
          <p:cNvSpPr>
            <a:spLocks noGrp="1"/>
          </p:cNvSpPr>
          <p:nvPr>
            <p:ph type="title"/>
          </p:nvPr>
        </p:nvSpPr>
        <p:spPr>
          <a:xfrm>
            <a:off x="525968" y="1452274"/>
            <a:ext cx="8611683" cy="4141712"/>
          </a:xfrm>
        </p:spPr>
        <p:txBody>
          <a:bodyPr/>
          <a:lstStyle>
            <a:lvl1pPr>
              <a:lnSpc>
                <a:spcPct val="100000"/>
              </a:lnSpc>
              <a:buNone/>
              <a:defRPr sz="8600">
                <a:solidFill>
                  <a:schemeClr val="bg1"/>
                </a:solidFill>
              </a:defRPr>
            </a:lvl1pPr>
          </a:lstStyle>
          <a:p>
            <a:r>
              <a:t>Click to edit Master title style</a:t>
            </a:r>
          </a:p>
        </p:txBody>
      </p:sp>
      <p:sp>
        <p:nvSpPr>
          <p:cNvPr id="64" name="TextBox 63">
            <a:extLst>
              <a:ext uri="{FF2B5EF4-FFF2-40B4-BE49-F238E27FC236}">
                <a16:creationId xmlns:a16="http://schemas.microsoft.com/office/drawing/2014/main" id="{84D6F73F-7408-E54D-9F81-8C0B1A91D5AF}"/>
              </a:ext>
            </a:extLst>
          </p:cNvPr>
          <p:cNvSpPr>
            <a:spLocks noGrp="1"/>
          </p:cNvSpPr>
          <p:nvPr/>
        </p:nvSpPr>
        <p:spPr>
          <a:xfrm>
            <a:off x="540831" y="12363542"/>
            <a:ext cx="6800495" cy="861774"/>
          </a:xfrm>
          <a:prstGeom prst="rect">
            <a:avLst/>
          </a:prstGeom>
          <a:noFill/>
          <a:ln w="12700"/>
        </p:spPr>
        <p:txBody>
          <a:bodyPr wrap="square" lIns="0" tIns="0" rIns="0" bIns="0" anchor="b">
            <a:spAutoFit/>
          </a:bodyPr>
          <a:lstStyle/>
          <a:p>
            <a:r>
              <a:rPr sz="2800" b="0" i="0">
                <a:solidFill>
                  <a:schemeClr val="tx1"/>
                </a:solidFill>
                <a:latin typeface="IBM Plex Mono Light"/>
                <a:ea typeface="IBM Plex Mono Light"/>
                <a:cs typeface="IBM Plex Mono Light"/>
              </a:rPr>
              <a:t>Orlando, FL</a:t>
            </a:r>
            <a:br/>
            <a:r>
              <a:rPr sz="2800" b="0" i="0">
                <a:solidFill>
                  <a:schemeClr val="tx1"/>
                </a:solidFill>
                <a:latin typeface="IBM Plex Mono Light"/>
                <a:ea typeface="IBM Plex Mono Light"/>
                <a:cs typeface="IBM Plex Mono Light"/>
              </a:rPr>
              <a:t>October 6–9</a:t>
            </a:r>
          </a:p>
        </p:txBody>
      </p:sp>
      <p:sp>
        <p:nvSpPr>
          <p:cNvPr id="66" name="TextBox 65">
            <a:extLst>
              <a:ext uri="{FF2B5EF4-FFF2-40B4-BE49-F238E27FC236}">
                <a16:creationId xmlns:a16="http://schemas.microsoft.com/office/drawing/2014/main" id="{A9EB1C30-2E3E-C749-BE09-CEE31CFB04EC}"/>
              </a:ext>
            </a:extLst>
          </p:cNvPr>
          <p:cNvSpPr>
            <a:spLocks noGrp="1"/>
          </p:cNvSpPr>
          <p:nvPr/>
        </p:nvSpPr>
        <p:spPr>
          <a:xfrm>
            <a:off x="12522200" y="-2260600"/>
            <a:ext cx="0" cy="0"/>
          </a:xfrm>
          <a:prstGeom prst="rect">
            <a:avLst/>
          </a:prstGeom>
          <a:ln w="12700"/>
        </p:spPr>
        <p:txBody>
          <a:bodyPr wrap="none" lIns="0" tIns="0" rIns="0" bIns="0">
            <a:noAutofit/>
          </a:bodyPr>
          <a:lstStyle/>
          <a:p>
            <a:pPr algn="l" defTabSz="2438400">
              <a:spcBef>
                <a:spcPts val="2900"/>
              </a:spcBef>
              <a:buSzPct val="100000"/>
              <a:buNone/>
            </a:pPr>
            <a:endParaRPr kern="0">
              <a:solidFill>
                <a:srgbClr val="000000"/>
              </a:solidFill>
            </a:endParaRPr>
          </a:p>
        </p:txBody>
      </p:sp>
      <p:sp>
        <p:nvSpPr>
          <p:cNvPr id="105" name="Freeform 75">
            <a:extLst>
              <a:ext uri="{FF2B5EF4-FFF2-40B4-BE49-F238E27FC236}">
                <a16:creationId xmlns:a16="http://schemas.microsoft.com/office/drawing/2014/main" id="{EA5AE98D-19D3-F94D-9B3C-B0D31E192BA1}"/>
              </a:ext>
            </a:extLst>
          </p:cNvPr>
          <p:cNvSpPr>
            <a:spLocks noGrp="1"/>
          </p:cNvSpPr>
          <p:nvPr/>
        </p:nvSpPr>
        <p:spPr>
          <a:xfrm>
            <a:off x="21642823" y="10971648"/>
            <a:ext cx="2744352" cy="2744352"/>
          </a:xfrm>
          <a:custGeom>
            <a:avLst/>
            <a:gdLst>
              <a:gd name="connsiteX0" fmla="*/ 0 w 3396831"/>
              <a:gd name="connsiteY0" fmla="*/ 0 h 3396831"/>
              <a:gd name="connsiteX1" fmla="*/ 3396832 w 3396831"/>
              <a:gd name="connsiteY1" fmla="*/ 0 h 3396831"/>
              <a:gd name="connsiteX2" fmla="*/ 3396832 w 3396831"/>
              <a:gd name="connsiteY2" fmla="*/ 3396832 h 3396831"/>
              <a:gd name="connsiteX3" fmla="*/ 0 w 3396831"/>
              <a:gd name="connsiteY3" fmla="*/ 3396832 h 3396831"/>
            </a:gdLst>
            <a:ahLst/>
            <a:cxnLst/>
            <a:rect l="l" t="t" r="r" b="b"/>
            <a:pathLst>
              <a:path w="3396831" h="3396831">
                <a:moveTo>
                  <a:pt x="0" y="0"/>
                </a:moveTo>
                <a:lnTo>
                  <a:pt x="3396832" y="0"/>
                </a:lnTo>
                <a:lnTo>
                  <a:pt x="3396832" y="3396832"/>
                </a:lnTo>
                <a:lnTo>
                  <a:pt x="0" y="3396832"/>
                </a:lnTo>
                <a:close/>
              </a:path>
            </a:pathLst>
          </a:custGeom>
          <a:noFill/>
          <a:ln w="33950">
            <a:noFill/>
            <a:prstDash val="solid"/>
          </a:ln>
        </p:spPr>
        <p:txBody>
          <a:bodyPr anchor="ctr"/>
          <a:lstStyle/>
          <a:p>
            <a:endParaRPr/>
          </a:p>
        </p:txBody>
      </p:sp>
      <p:sp>
        <p:nvSpPr>
          <p:cNvPr id="106" name="Graphic 75">
            <a:extLst>
              <a:ext uri="{FF2B5EF4-FFF2-40B4-BE49-F238E27FC236}">
                <a16:creationId xmlns:a16="http://schemas.microsoft.com/office/drawing/2014/main" id="{4AE33106-9583-3B49-BD84-C0AFF387566C}"/>
              </a:ext>
            </a:extLst>
          </p:cNvPr>
          <p:cNvSpPr>
            <a:spLocks noGrp="1"/>
          </p:cNvSpPr>
          <p:nvPr/>
        </p:nvSpPr>
        <p:spPr>
          <a:xfrm>
            <a:off x="22038639" y="11372972"/>
            <a:ext cx="1928464" cy="1928518"/>
          </a:xfrm>
          <a:custGeom>
            <a:avLst/>
            <a:gdLst>
              <a:gd name="connsiteX0" fmla="*/ 1295614 w 2410834"/>
              <a:gd name="connsiteY0" fmla="*/ 2410902 h 2410901"/>
              <a:gd name="connsiteX1" fmla="*/ 1279642 w 2410834"/>
              <a:gd name="connsiteY1" fmla="*/ 2406659 h 2410901"/>
              <a:gd name="connsiteX2" fmla="*/ 1263130 w 2410834"/>
              <a:gd name="connsiteY2" fmla="*/ 2378417 h 2410901"/>
              <a:gd name="connsiteX3" fmla="*/ 1263130 w 2410834"/>
              <a:gd name="connsiteY3" fmla="*/ 1774970 h 2410901"/>
              <a:gd name="connsiteX4" fmla="*/ 1235161 w 2410834"/>
              <a:gd name="connsiteY4" fmla="*/ 1763421 h 2410901"/>
              <a:gd name="connsiteX5" fmla="*/ 777163 w 2410834"/>
              <a:gd name="connsiteY5" fmla="*/ 2220971 h 2410901"/>
              <a:gd name="connsiteX6" fmla="*/ 731234 w 2410834"/>
              <a:gd name="connsiteY6" fmla="*/ 2174954 h 2410901"/>
              <a:gd name="connsiteX7" fmla="*/ 1189056 w 2410834"/>
              <a:gd name="connsiteY7" fmla="*/ 1717496 h 2410901"/>
              <a:gd name="connsiteX8" fmla="*/ 1172812 w 2410834"/>
              <a:gd name="connsiteY8" fmla="*/ 1656591 h 2410901"/>
              <a:gd name="connsiteX9" fmla="*/ 1295523 w 2410834"/>
              <a:gd name="connsiteY9" fmla="*/ 1533880 h 2410901"/>
              <a:gd name="connsiteX10" fmla="*/ 1418233 w 2410834"/>
              <a:gd name="connsiteY10" fmla="*/ 1656591 h 2410901"/>
              <a:gd name="connsiteX11" fmla="*/ 1328007 w 2410834"/>
              <a:gd name="connsiteY11" fmla="*/ 1774970 h 2410901"/>
              <a:gd name="connsiteX12" fmla="*/ 1328007 w 2410834"/>
              <a:gd name="connsiteY12" fmla="*/ 2321123 h 2410901"/>
              <a:gd name="connsiteX13" fmla="*/ 1714094 w 2410834"/>
              <a:gd name="connsiteY13" fmla="*/ 2089418 h 2410901"/>
              <a:gd name="connsiteX14" fmla="*/ 1714094 w 2410834"/>
              <a:gd name="connsiteY14" fmla="*/ 1295677 h 2410901"/>
              <a:gd name="connsiteX15" fmla="*/ 1723568 w 2410834"/>
              <a:gd name="connsiteY15" fmla="*/ 1272762 h 2410901"/>
              <a:gd name="connsiteX16" fmla="*/ 2100089 w 2410834"/>
              <a:gd name="connsiteY16" fmla="*/ 896417 h 2410901"/>
              <a:gd name="connsiteX17" fmla="*/ 2345871 w 2410834"/>
              <a:gd name="connsiteY17" fmla="*/ 303167 h 2410901"/>
              <a:gd name="connsiteX18" fmla="*/ 2345871 w 2410834"/>
              <a:gd name="connsiteY18" fmla="*/ 64964 h 2410901"/>
              <a:gd name="connsiteX19" fmla="*/ 2107668 w 2410834"/>
              <a:gd name="connsiteY19" fmla="*/ 64964 h 2410901"/>
              <a:gd name="connsiteX20" fmla="*/ 1514690 w 2410834"/>
              <a:gd name="connsiteY20" fmla="*/ 310657 h 2410901"/>
              <a:gd name="connsiteX21" fmla="*/ 1138164 w 2410834"/>
              <a:gd name="connsiteY21" fmla="*/ 686999 h 2410901"/>
              <a:gd name="connsiteX22" fmla="*/ 1115158 w 2410834"/>
              <a:gd name="connsiteY22" fmla="*/ 696561 h 2410901"/>
              <a:gd name="connsiteX23" fmla="*/ 321600 w 2410834"/>
              <a:gd name="connsiteY23" fmla="*/ 696561 h 2410901"/>
              <a:gd name="connsiteX24" fmla="*/ 89804 w 2410834"/>
              <a:gd name="connsiteY24" fmla="*/ 1082740 h 2410901"/>
              <a:gd name="connsiteX25" fmla="*/ 635865 w 2410834"/>
              <a:gd name="connsiteY25" fmla="*/ 1082740 h 2410901"/>
              <a:gd name="connsiteX26" fmla="*/ 754244 w 2410834"/>
              <a:gd name="connsiteY26" fmla="*/ 992510 h 2410901"/>
              <a:gd name="connsiteX27" fmla="*/ 876955 w 2410834"/>
              <a:gd name="connsiteY27" fmla="*/ 1115221 h 2410901"/>
              <a:gd name="connsiteX28" fmla="*/ 754244 w 2410834"/>
              <a:gd name="connsiteY28" fmla="*/ 1237931 h 2410901"/>
              <a:gd name="connsiteX29" fmla="*/ 693519 w 2410834"/>
              <a:gd name="connsiteY29" fmla="*/ 1221871 h 2410901"/>
              <a:gd name="connsiteX30" fmla="*/ 235793 w 2410834"/>
              <a:gd name="connsiteY30" fmla="*/ 1679601 h 2410901"/>
              <a:gd name="connsiteX31" fmla="*/ 189864 w 2410834"/>
              <a:gd name="connsiteY31" fmla="*/ 1633584 h 2410901"/>
              <a:gd name="connsiteX32" fmla="*/ 647502 w 2410834"/>
              <a:gd name="connsiteY32" fmla="*/ 1175854 h 2410901"/>
              <a:gd name="connsiteX33" fmla="*/ 635865 w 2410834"/>
              <a:gd name="connsiteY33" fmla="*/ 1147705 h 2410901"/>
              <a:gd name="connsiteX34" fmla="*/ 32417 w 2410834"/>
              <a:gd name="connsiteY34" fmla="*/ 1147705 h 2410901"/>
              <a:gd name="connsiteX35" fmla="*/ 4176 w 2410834"/>
              <a:gd name="connsiteY35" fmla="*/ 1131193 h 2410901"/>
              <a:gd name="connsiteX36" fmla="*/ 4628 w 2410834"/>
              <a:gd name="connsiteY36" fmla="*/ 1098529 h 2410901"/>
              <a:gd name="connsiteX37" fmla="*/ 275403 w 2410834"/>
              <a:gd name="connsiteY37" fmla="*/ 647389 h 2410901"/>
              <a:gd name="connsiteX38" fmla="*/ 303193 w 2410834"/>
              <a:gd name="connsiteY38" fmla="*/ 631597 h 2410901"/>
              <a:gd name="connsiteX39" fmla="*/ 1101713 w 2410834"/>
              <a:gd name="connsiteY39" fmla="*/ 631597 h 2410901"/>
              <a:gd name="connsiteX40" fmla="*/ 1468673 w 2410834"/>
              <a:gd name="connsiteY40" fmla="*/ 264729 h 2410901"/>
              <a:gd name="connsiteX41" fmla="*/ 2107668 w 2410834"/>
              <a:gd name="connsiteY41" fmla="*/ 0 h 2410901"/>
              <a:gd name="connsiteX42" fmla="*/ 2378354 w 2410834"/>
              <a:gd name="connsiteY42" fmla="*/ 0 h 2410901"/>
              <a:gd name="connsiteX43" fmla="*/ 2410835 w 2410834"/>
              <a:gd name="connsiteY43" fmla="*/ 32480 h 2410901"/>
              <a:gd name="connsiteX44" fmla="*/ 2410835 w 2410834"/>
              <a:gd name="connsiteY44" fmla="*/ 303167 h 2410901"/>
              <a:gd name="connsiteX45" fmla="*/ 2146198 w 2410834"/>
              <a:gd name="connsiteY45" fmla="*/ 942254 h 2410901"/>
              <a:gd name="connsiteX46" fmla="*/ 1779238 w 2410834"/>
              <a:gd name="connsiteY46" fmla="*/ 1309122 h 2410901"/>
              <a:gd name="connsiteX47" fmla="*/ 1779238 w 2410834"/>
              <a:gd name="connsiteY47" fmla="*/ 2107734 h 2410901"/>
              <a:gd name="connsiteX48" fmla="*/ 1763446 w 2410834"/>
              <a:gd name="connsiteY48" fmla="*/ 2135615 h 2410901"/>
              <a:gd name="connsiteX49" fmla="*/ 1312306 w 2410834"/>
              <a:gd name="connsiteY49" fmla="*/ 2406299 h 2410901"/>
              <a:gd name="connsiteX50" fmla="*/ 1295614 w 2410834"/>
              <a:gd name="connsiteY50" fmla="*/ 2410902 h 2410901"/>
              <a:gd name="connsiteX51" fmla="*/ 1295614 w 2410834"/>
              <a:gd name="connsiteY51" fmla="*/ 1598845 h 2410901"/>
              <a:gd name="connsiteX52" fmla="*/ 1237868 w 2410834"/>
              <a:gd name="connsiteY52" fmla="*/ 1656591 h 2410901"/>
              <a:gd name="connsiteX53" fmla="*/ 1295614 w 2410834"/>
              <a:gd name="connsiteY53" fmla="*/ 1714337 h 2410901"/>
              <a:gd name="connsiteX54" fmla="*/ 1353360 w 2410834"/>
              <a:gd name="connsiteY54" fmla="*/ 1656591 h 2410901"/>
              <a:gd name="connsiteX55" fmla="*/ 1295614 w 2410834"/>
              <a:gd name="connsiteY55" fmla="*/ 1598845 h 2410901"/>
              <a:gd name="connsiteX56" fmla="*/ 754244 w 2410834"/>
              <a:gd name="connsiteY56" fmla="*/ 1057475 h 2410901"/>
              <a:gd name="connsiteX57" fmla="*/ 696498 w 2410834"/>
              <a:gd name="connsiteY57" fmla="*/ 1115221 h 2410901"/>
              <a:gd name="connsiteX58" fmla="*/ 754244 w 2410834"/>
              <a:gd name="connsiteY58" fmla="*/ 1172967 h 2410901"/>
              <a:gd name="connsiteX59" fmla="*/ 811990 w 2410834"/>
              <a:gd name="connsiteY59" fmla="*/ 1115221 h 2410901"/>
              <a:gd name="connsiteX60" fmla="*/ 754244 w 2410834"/>
              <a:gd name="connsiteY60" fmla="*/ 1057475 h 2410901"/>
              <a:gd name="connsiteX61" fmla="*/ 55336 w 2410834"/>
              <a:gd name="connsiteY61" fmla="*/ 2401428 h 2410901"/>
              <a:gd name="connsiteX62" fmla="*/ 9407 w 2410834"/>
              <a:gd name="connsiteY62" fmla="*/ 2355411 h 2410901"/>
              <a:gd name="connsiteX63" fmla="*/ 1188964 w 2410834"/>
              <a:gd name="connsiteY63" fmla="*/ 1175946 h 2410901"/>
              <a:gd name="connsiteX64" fmla="*/ 1172904 w 2410834"/>
              <a:gd name="connsiteY64" fmla="*/ 1115221 h 2410901"/>
              <a:gd name="connsiteX65" fmla="*/ 1295614 w 2410834"/>
              <a:gd name="connsiteY65" fmla="*/ 992510 h 2410901"/>
              <a:gd name="connsiteX66" fmla="*/ 1418325 w 2410834"/>
              <a:gd name="connsiteY66" fmla="*/ 1115221 h 2410901"/>
              <a:gd name="connsiteX67" fmla="*/ 1295614 w 2410834"/>
              <a:gd name="connsiteY67" fmla="*/ 1237931 h 2410901"/>
              <a:gd name="connsiteX68" fmla="*/ 1234889 w 2410834"/>
              <a:gd name="connsiteY68" fmla="*/ 1221871 h 2410901"/>
              <a:gd name="connsiteX69" fmla="*/ 55336 w 2410834"/>
              <a:gd name="connsiteY69" fmla="*/ 2401428 h 2410901"/>
              <a:gd name="connsiteX70" fmla="*/ 1295614 w 2410834"/>
              <a:gd name="connsiteY70" fmla="*/ 1057475 h 2410901"/>
              <a:gd name="connsiteX71" fmla="*/ 1237868 w 2410834"/>
              <a:gd name="connsiteY71" fmla="*/ 1115221 h 2410901"/>
              <a:gd name="connsiteX72" fmla="*/ 1295614 w 2410834"/>
              <a:gd name="connsiteY72" fmla="*/ 1172967 h 2410901"/>
              <a:gd name="connsiteX73" fmla="*/ 1353360 w 2410834"/>
              <a:gd name="connsiteY73" fmla="*/ 1115221 h 2410901"/>
              <a:gd name="connsiteX74" fmla="*/ 1295614 w 2410834"/>
              <a:gd name="connsiteY74" fmla="*/ 1057475 h 2410901"/>
            </a:gdLst>
            <a:ahLst/>
            <a:cxnLst/>
            <a:rect l="l" t="t" r="r" b="b"/>
            <a:pathLst>
              <a:path w="2410834" h="2410901">
                <a:moveTo>
                  <a:pt x="1295614" y="2410902"/>
                </a:moveTo>
                <a:cubicBezTo>
                  <a:pt x="1290111" y="2410902"/>
                  <a:pt x="1284605" y="2409458"/>
                  <a:pt x="1279642" y="2406659"/>
                </a:cubicBezTo>
                <a:cubicBezTo>
                  <a:pt x="1269449" y="2400888"/>
                  <a:pt x="1263130" y="2390150"/>
                  <a:pt x="1263130" y="2378417"/>
                </a:cubicBezTo>
                <a:lnTo>
                  <a:pt x="1263130" y="1774970"/>
                </a:lnTo>
                <a:cubicBezTo>
                  <a:pt x="1253297" y="1772266"/>
                  <a:pt x="1243915" y="1768384"/>
                  <a:pt x="1235161" y="1763421"/>
                </a:cubicBezTo>
                <a:lnTo>
                  <a:pt x="777163" y="2220971"/>
                </a:lnTo>
                <a:lnTo>
                  <a:pt x="731234" y="2174954"/>
                </a:lnTo>
                <a:lnTo>
                  <a:pt x="1189056" y="1717496"/>
                </a:lnTo>
                <a:cubicBezTo>
                  <a:pt x="1178767" y="1699632"/>
                  <a:pt x="1172812" y="1678789"/>
                  <a:pt x="1172812" y="1656591"/>
                </a:cubicBezTo>
                <a:cubicBezTo>
                  <a:pt x="1172812" y="1588922"/>
                  <a:pt x="1227851" y="1533880"/>
                  <a:pt x="1295523" y="1533880"/>
                </a:cubicBezTo>
                <a:cubicBezTo>
                  <a:pt x="1363194" y="1533880"/>
                  <a:pt x="1418233" y="1588922"/>
                  <a:pt x="1418233" y="1656591"/>
                </a:cubicBezTo>
                <a:cubicBezTo>
                  <a:pt x="1418233" y="1712985"/>
                  <a:pt x="1379886" y="1760626"/>
                  <a:pt x="1328007" y="1774970"/>
                </a:cubicBezTo>
                <a:lnTo>
                  <a:pt x="1328007" y="2321123"/>
                </a:lnTo>
                <a:lnTo>
                  <a:pt x="1714094" y="2089418"/>
                </a:lnTo>
                <a:lnTo>
                  <a:pt x="1714094" y="1295677"/>
                </a:lnTo>
                <a:cubicBezTo>
                  <a:pt x="1714094" y="1287015"/>
                  <a:pt x="1717521" y="1278805"/>
                  <a:pt x="1723568" y="1272762"/>
                </a:cubicBezTo>
                <a:lnTo>
                  <a:pt x="2100089" y="896417"/>
                </a:lnTo>
                <a:cubicBezTo>
                  <a:pt x="2258711" y="737887"/>
                  <a:pt x="2345871" y="527294"/>
                  <a:pt x="2345871" y="303167"/>
                </a:cubicBezTo>
                <a:lnTo>
                  <a:pt x="2345871" y="64964"/>
                </a:lnTo>
                <a:lnTo>
                  <a:pt x="2107668" y="64964"/>
                </a:lnTo>
                <a:cubicBezTo>
                  <a:pt x="1883721" y="64964"/>
                  <a:pt x="1673040" y="152215"/>
                  <a:pt x="1514690" y="310657"/>
                </a:cubicBezTo>
                <a:lnTo>
                  <a:pt x="1138164" y="686999"/>
                </a:lnTo>
                <a:cubicBezTo>
                  <a:pt x="1132030" y="693134"/>
                  <a:pt x="1123820" y="696561"/>
                  <a:pt x="1115158" y="696561"/>
                </a:cubicBezTo>
                <a:lnTo>
                  <a:pt x="321600" y="696561"/>
                </a:lnTo>
                <a:lnTo>
                  <a:pt x="89804" y="1082740"/>
                </a:lnTo>
                <a:lnTo>
                  <a:pt x="635865" y="1082740"/>
                </a:lnTo>
                <a:cubicBezTo>
                  <a:pt x="650121" y="1030769"/>
                  <a:pt x="697762" y="992510"/>
                  <a:pt x="754244" y="992510"/>
                </a:cubicBezTo>
                <a:cubicBezTo>
                  <a:pt x="821916" y="992510"/>
                  <a:pt x="876955" y="1047552"/>
                  <a:pt x="876955" y="1115221"/>
                </a:cubicBezTo>
                <a:cubicBezTo>
                  <a:pt x="876955" y="1182892"/>
                  <a:pt x="821916" y="1237931"/>
                  <a:pt x="754244" y="1237931"/>
                </a:cubicBezTo>
                <a:cubicBezTo>
                  <a:pt x="732138" y="1237931"/>
                  <a:pt x="711475" y="1232068"/>
                  <a:pt x="693519" y="1221871"/>
                </a:cubicBezTo>
                <a:lnTo>
                  <a:pt x="235793" y="1679601"/>
                </a:lnTo>
                <a:lnTo>
                  <a:pt x="189864" y="1633584"/>
                </a:lnTo>
                <a:lnTo>
                  <a:pt x="647502" y="1175854"/>
                </a:lnTo>
                <a:cubicBezTo>
                  <a:pt x="642539" y="1167104"/>
                  <a:pt x="638572" y="1157630"/>
                  <a:pt x="635865" y="1147705"/>
                </a:cubicBezTo>
                <a:lnTo>
                  <a:pt x="32417" y="1147705"/>
                </a:lnTo>
                <a:cubicBezTo>
                  <a:pt x="20688" y="1147705"/>
                  <a:pt x="9859" y="1141390"/>
                  <a:pt x="4176" y="1131193"/>
                </a:cubicBezTo>
                <a:cubicBezTo>
                  <a:pt x="-1510" y="1120995"/>
                  <a:pt x="-1418" y="1108546"/>
                  <a:pt x="4628" y="1098529"/>
                </a:cubicBezTo>
                <a:lnTo>
                  <a:pt x="275403" y="647389"/>
                </a:lnTo>
                <a:cubicBezTo>
                  <a:pt x="281266" y="637643"/>
                  <a:pt x="291823" y="631597"/>
                  <a:pt x="303193" y="631597"/>
                </a:cubicBezTo>
                <a:lnTo>
                  <a:pt x="1101713" y="631597"/>
                </a:lnTo>
                <a:lnTo>
                  <a:pt x="1468673" y="264729"/>
                </a:lnTo>
                <a:cubicBezTo>
                  <a:pt x="1639384" y="94018"/>
                  <a:pt x="1866309" y="0"/>
                  <a:pt x="2107668" y="0"/>
                </a:cubicBezTo>
                <a:lnTo>
                  <a:pt x="2378354" y="0"/>
                </a:lnTo>
                <a:cubicBezTo>
                  <a:pt x="2396310" y="0"/>
                  <a:pt x="2410835" y="14528"/>
                  <a:pt x="2410835" y="32480"/>
                </a:cubicBezTo>
                <a:lnTo>
                  <a:pt x="2410835" y="303167"/>
                </a:lnTo>
                <a:cubicBezTo>
                  <a:pt x="2410835" y="544617"/>
                  <a:pt x="2316817" y="771543"/>
                  <a:pt x="2146198" y="942254"/>
                </a:cubicBezTo>
                <a:lnTo>
                  <a:pt x="1779238" y="1309122"/>
                </a:lnTo>
                <a:lnTo>
                  <a:pt x="1779238" y="2107734"/>
                </a:lnTo>
                <a:cubicBezTo>
                  <a:pt x="1779238" y="2119103"/>
                  <a:pt x="1773284" y="2129661"/>
                  <a:pt x="1763446" y="2135615"/>
                </a:cubicBezTo>
                <a:lnTo>
                  <a:pt x="1312306" y="2406299"/>
                </a:lnTo>
                <a:cubicBezTo>
                  <a:pt x="1307164" y="2409366"/>
                  <a:pt x="1301389" y="2410902"/>
                  <a:pt x="1295614" y="2410902"/>
                </a:cubicBezTo>
                <a:close/>
                <a:moveTo>
                  <a:pt x="1295614" y="1598845"/>
                </a:moveTo>
                <a:cubicBezTo>
                  <a:pt x="1263762" y="1598845"/>
                  <a:pt x="1237868" y="1624742"/>
                  <a:pt x="1237868" y="1656591"/>
                </a:cubicBezTo>
                <a:cubicBezTo>
                  <a:pt x="1237868" y="1688443"/>
                  <a:pt x="1263762" y="1714337"/>
                  <a:pt x="1295614" y="1714337"/>
                </a:cubicBezTo>
                <a:cubicBezTo>
                  <a:pt x="1327463" y="1714337"/>
                  <a:pt x="1353360" y="1688443"/>
                  <a:pt x="1353360" y="1656591"/>
                </a:cubicBezTo>
                <a:cubicBezTo>
                  <a:pt x="1353360" y="1624742"/>
                  <a:pt x="1327463" y="1598845"/>
                  <a:pt x="1295614" y="1598845"/>
                </a:cubicBezTo>
                <a:close/>
                <a:moveTo>
                  <a:pt x="754244" y="1057475"/>
                </a:moveTo>
                <a:cubicBezTo>
                  <a:pt x="722392" y="1057475"/>
                  <a:pt x="696498" y="1083372"/>
                  <a:pt x="696498" y="1115221"/>
                </a:cubicBezTo>
                <a:cubicBezTo>
                  <a:pt x="696498" y="1147073"/>
                  <a:pt x="722392" y="1172967"/>
                  <a:pt x="754244" y="1172967"/>
                </a:cubicBezTo>
                <a:cubicBezTo>
                  <a:pt x="786093" y="1172967"/>
                  <a:pt x="811990" y="1147073"/>
                  <a:pt x="811990" y="1115221"/>
                </a:cubicBezTo>
                <a:cubicBezTo>
                  <a:pt x="811990" y="1083372"/>
                  <a:pt x="786093" y="1057475"/>
                  <a:pt x="754244" y="1057475"/>
                </a:cubicBezTo>
                <a:close/>
                <a:moveTo>
                  <a:pt x="55336" y="2401428"/>
                </a:moveTo>
                <a:lnTo>
                  <a:pt x="9407" y="2355411"/>
                </a:lnTo>
                <a:lnTo>
                  <a:pt x="1188964" y="1175946"/>
                </a:lnTo>
                <a:cubicBezTo>
                  <a:pt x="1178767" y="1157990"/>
                  <a:pt x="1172904" y="1137327"/>
                  <a:pt x="1172904" y="1115221"/>
                </a:cubicBezTo>
                <a:cubicBezTo>
                  <a:pt x="1172904" y="1047552"/>
                  <a:pt x="1227943" y="992510"/>
                  <a:pt x="1295614" y="992510"/>
                </a:cubicBezTo>
                <a:cubicBezTo>
                  <a:pt x="1363286" y="992510"/>
                  <a:pt x="1418325" y="1047552"/>
                  <a:pt x="1418325" y="1115221"/>
                </a:cubicBezTo>
                <a:cubicBezTo>
                  <a:pt x="1418325" y="1182892"/>
                  <a:pt x="1363286" y="1237931"/>
                  <a:pt x="1295614" y="1237931"/>
                </a:cubicBezTo>
                <a:cubicBezTo>
                  <a:pt x="1273508" y="1237931"/>
                  <a:pt x="1252845" y="1232068"/>
                  <a:pt x="1234889" y="1221871"/>
                </a:cubicBezTo>
                <a:lnTo>
                  <a:pt x="55336" y="2401428"/>
                </a:lnTo>
                <a:close/>
                <a:moveTo>
                  <a:pt x="1295614" y="1057475"/>
                </a:moveTo>
                <a:cubicBezTo>
                  <a:pt x="1263762" y="1057475"/>
                  <a:pt x="1237868" y="1083372"/>
                  <a:pt x="1237868" y="1115221"/>
                </a:cubicBezTo>
                <a:cubicBezTo>
                  <a:pt x="1237868" y="1147073"/>
                  <a:pt x="1263762" y="1172967"/>
                  <a:pt x="1295614" y="1172967"/>
                </a:cubicBezTo>
                <a:cubicBezTo>
                  <a:pt x="1327463" y="1172967"/>
                  <a:pt x="1353360" y="1147073"/>
                  <a:pt x="1353360" y="1115221"/>
                </a:cubicBezTo>
                <a:cubicBezTo>
                  <a:pt x="1353360" y="1083372"/>
                  <a:pt x="1327463" y="1057475"/>
                  <a:pt x="1295614" y="1057475"/>
                </a:cubicBezTo>
                <a:close/>
              </a:path>
            </a:pathLst>
          </a:custGeom>
          <a:solidFill>
            <a:schemeClr val="tx1"/>
          </a:solidFill>
          <a:ln w="33950">
            <a:noFill/>
            <a:prstDash val="solid"/>
          </a:ln>
        </p:spPr>
        <p:txBody>
          <a:bodyPr anchor="ctr"/>
          <a:lstStyle/>
          <a:p>
            <a:endParaRPr/>
          </a:p>
        </p:txBody>
      </p:sp>
      <p:sp>
        <p:nvSpPr>
          <p:cNvPr id="50" name="Freeform: Shape 14">
            <a:extLst>
              <a:ext uri="{FF2B5EF4-FFF2-40B4-BE49-F238E27FC236}">
                <a16:creationId xmlns:a16="http://schemas.microsoft.com/office/drawing/2014/main" id="{9398B700-9D9E-2545-987F-9F40C96A88ED}"/>
              </a:ext>
            </a:extLst>
          </p:cNvPr>
          <p:cNvSpPr>
            <a:spLocks noGrp="1"/>
          </p:cNvSpPr>
          <p:nvPr/>
        </p:nvSpPr>
        <p:spPr>
          <a:xfrm rot="16200000">
            <a:off x="13411207" y="2741472"/>
            <a:ext cx="10974528" cy="10974528"/>
          </a:xfrm>
          <a:custGeom>
            <a:avLst/>
            <a:gdLst>
              <a:gd name="connsiteX0" fmla="*/ 1432576 w 1432576"/>
              <a:gd name="connsiteY0" fmla="*/ 1432576 h 1432576"/>
              <a:gd name="connsiteX1" fmla="*/ 716288 w 1432576"/>
              <a:gd name="connsiteY1" fmla="*/ 1432576 h 1432576"/>
              <a:gd name="connsiteX2" fmla="*/ 716288 w 1432576"/>
              <a:gd name="connsiteY2" fmla="*/ 1432576 h 1432576"/>
              <a:gd name="connsiteX3" fmla="*/ 0 w 1432576"/>
              <a:gd name="connsiteY3" fmla="*/ 1432576 h 1432576"/>
              <a:gd name="connsiteX4" fmla="*/ 716288 w 1432576"/>
              <a:gd name="connsiteY4" fmla="*/ 716288 h 1432576"/>
              <a:gd name="connsiteX5" fmla="*/ 716288 w 1432576"/>
              <a:gd name="connsiteY5" fmla="*/ 1432576 h 1432576"/>
              <a:gd name="connsiteX6" fmla="*/ 1432576 w 1432576"/>
              <a:gd name="connsiteY6" fmla="*/ 716288 h 1432576"/>
              <a:gd name="connsiteX7" fmla="*/ 1432576 w 1432576"/>
              <a:gd name="connsiteY7" fmla="*/ 1432576 h 1432576"/>
              <a:gd name="connsiteX8" fmla="*/ 716288 w 1432576"/>
              <a:gd name="connsiteY8" fmla="*/ 0 h 1432576"/>
              <a:gd name="connsiteX9" fmla="*/ 0 w 1432576"/>
              <a:gd name="connsiteY9" fmla="*/ 0 h 1432576"/>
              <a:gd name="connsiteX10" fmla="*/ 716288 w 1432576"/>
              <a:gd name="connsiteY10" fmla="*/ 716288 h 1432576"/>
              <a:gd name="connsiteX11" fmla="*/ 716288 w 1432576"/>
              <a:gd name="connsiteY11" fmla="*/ 0 h 1432576"/>
              <a:gd name="connsiteX12" fmla="*/ 1432576 w 1432576"/>
              <a:gd name="connsiteY12" fmla="*/ 716288 h 1432576"/>
              <a:gd name="connsiteX13" fmla="*/ 1432576 w 1432576"/>
              <a:gd name="connsiteY13" fmla="*/ 0 h 1432576"/>
              <a:gd name="connsiteX14" fmla="*/ 716288 w 1432576"/>
              <a:gd name="connsiteY14" fmla="*/ 0 h 1432576"/>
              <a:gd name="connsiteX15" fmla="*/ 716288 w 1432576"/>
              <a:gd name="connsiteY15" fmla="*/ 0 h 1432576"/>
            </a:gdLst>
            <a:ahLst/>
            <a:cxnLst/>
            <a:rect l="l" t="t" r="r" b="b"/>
            <a:pathLst>
              <a:path w="1432576" h="1432576">
                <a:moveTo>
                  <a:pt x="1432576" y="1432576"/>
                </a:moveTo>
                <a:lnTo>
                  <a:pt x="716288" y="1432576"/>
                </a:lnTo>
                <a:lnTo>
                  <a:pt x="716288" y="1432576"/>
                </a:lnTo>
                <a:lnTo>
                  <a:pt x="0" y="1432576"/>
                </a:lnTo>
                <a:lnTo>
                  <a:pt x="716288" y="716288"/>
                </a:lnTo>
                <a:lnTo>
                  <a:pt x="716288" y="1432576"/>
                </a:lnTo>
                <a:lnTo>
                  <a:pt x="1432576" y="716288"/>
                </a:lnTo>
                <a:lnTo>
                  <a:pt x="1432576" y="1432576"/>
                </a:lnTo>
                <a:close/>
                <a:moveTo>
                  <a:pt x="716288" y="0"/>
                </a:moveTo>
                <a:lnTo>
                  <a:pt x="0" y="0"/>
                </a:lnTo>
                <a:lnTo>
                  <a:pt x="716288" y="716288"/>
                </a:lnTo>
                <a:lnTo>
                  <a:pt x="716288" y="0"/>
                </a:lnTo>
                <a:lnTo>
                  <a:pt x="1432576" y="716288"/>
                </a:lnTo>
                <a:lnTo>
                  <a:pt x="1432576" y="0"/>
                </a:lnTo>
                <a:lnTo>
                  <a:pt x="716288" y="0"/>
                </a:lnTo>
                <a:lnTo>
                  <a:pt x="716288" y="0"/>
                </a:lnTo>
                <a:close/>
              </a:path>
            </a:pathLst>
          </a:custGeom>
          <a:gradFill>
            <a:gsLst>
              <a:gs pos="50000">
                <a:srgbClr val="0F62FE"/>
              </a:gs>
              <a:gs pos="10000">
                <a:srgbClr val="8A3FFC"/>
              </a:gs>
              <a:gs pos="90000">
                <a:srgbClr val="33B1FF"/>
              </a:gs>
            </a:gsLst>
            <a:lin ang="2700000" scaled="0"/>
          </a:gradFill>
          <a:ln w="7338">
            <a:noFill/>
            <a:prstDash val="solid"/>
          </a:ln>
        </p:spPr>
        <p:txBody>
          <a:bodyPr anchor="ctr"/>
          <a:lstStyle/>
          <a:p>
            <a:endParaRPr/>
          </a:p>
        </p:txBody>
      </p:sp>
      <p:pic>
        <p:nvPicPr>
          <p:cNvPr id="116" name="Picture 3"/>
          <p:cNvPicPr>
            <a:picLocks noChangeAspect="1"/>
          </p:cNvPicPr>
          <p:nvPr/>
        </p:nvPicPr>
        <p:blipFill>
          <a:blip r:embed="rId2"/>
          <a:stretch>
            <a:fillRect/>
          </a:stretch>
        </p:blipFill>
        <p:spPr>
          <a:xfrm>
            <a:off x="-70807" y="-97188"/>
            <a:ext cx="5118898" cy="1625047"/>
          </a:xfrm>
          <a:prstGeom prst="rect">
            <a:avLst/>
          </a:prstGeom>
        </p:spPr>
      </p:pic>
      <p:sp>
        <p:nvSpPr>
          <p:cNvPr id="3" name="TextBox 2">
            <a:extLst>
              <a:ext uri="{FF2B5EF4-FFF2-40B4-BE49-F238E27FC236}">
                <a16:creationId xmlns:a16="http://schemas.microsoft.com/office/drawing/2014/main" id="{37C90BE2-FE32-3840-9273-88A15DEB6386}"/>
              </a:ext>
            </a:extLst>
          </p:cNvPr>
          <p:cNvSpPr>
            <a:spLocks noGrp="1"/>
          </p:cNvSpPr>
          <p:nvPr/>
        </p:nvSpPr>
        <p:spPr>
          <a:xfrm>
            <a:off x="693231" y="12515942"/>
            <a:ext cx="6800495" cy="861774"/>
          </a:xfrm>
          <a:prstGeom prst="rect">
            <a:avLst/>
          </a:prstGeom>
          <a:noFill/>
          <a:ln w="12700"/>
        </p:spPr>
        <p:txBody>
          <a:bodyPr wrap="square" lIns="0" tIns="0" rIns="0" bIns="0" anchor="b">
            <a:spAutoFit/>
          </a:bodyPr>
          <a:lstStyle/>
          <a:p>
            <a:r>
              <a:rPr sz="2800" b="0" i="0">
                <a:solidFill>
                  <a:srgbClr val="F4F4F4"/>
                </a:solidFill>
                <a:latin typeface="IBM Plex Mono Light"/>
                <a:ea typeface="IBM Plex Mono Light"/>
                <a:cs typeface="IBM Plex Mono Light"/>
              </a:rPr>
              <a:t>Atlanta, GA</a:t>
            </a:r>
            <a:br/>
            <a:r>
              <a:rPr sz="2800" b="0" i="0">
                <a:solidFill>
                  <a:srgbClr val="F4F4F4"/>
                </a:solidFill>
                <a:latin typeface="IBM Plex Mono Light"/>
                <a:ea typeface="IBM Plex Mono Light"/>
                <a:cs typeface="IBM Plex Mono Light"/>
              </a:rPr>
              <a:t>October 26–29</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slide 4">
    <p:bg>
      <p:bgPr>
        <a:solidFill>
          <a:srgbClr val="E0E0E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9ED0F45-CF91-144B-A4FC-B0E9287995A8}"/>
              </a:ext>
            </a:extLst>
          </p:cNvPr>
          <p:cNvSpPr>
            <a:spLocks noGrp="1"/>
          </p:cNvSpPr>
          <p:nvPr/>
        </p:nvSpPr>
        <p:spPr>
          <a:xfrm>
            <a:off x="1587" y="-9842"/>
            <a:ext cx="24387175" cy="13716000"/>
          </a:xfrm>
          <a:prstGeom prst="rect">
            <a:avLst/>
          </a:prstGeom>
          <a:solidFill>
            <a:schemeClr val="tx1"/>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chemeClr val="bg1"/>
              </a:solidFill>
              <a:latin typeface="+mn-lt"/>
              <a:ea typeface="+mn-lt"/>
              <a:cs typeface="+mn-lt"/>
            </a:endParaRPr>
          </a:p>
        </p:txBody>
      </p:sp>
      <p:sp>
        <p:nvSpPr>
          <p:cNvPr id="62" name="Text Placeholder 5">
            <a:extLst>
              <a:ext uri="{FF2B5EF4-FFF2-40B4-BE49-F238E27FC236}">
                <a16:creationId xmlns:a16="http://schemas.microsoft.com/office/drawing/2014/main" id="{CCA22637-7521-834E-B585-E724D4D30E65}"/>
              </a:ext>
            </a:extLst>
          </p:cNvPr>
          <p:cNvSpPr>
            <a:spLocks noGrp="1"/>
          </p:cNvSpPr>
          <p:nvPr>
            <p:ph type="body" idx="13" hasCustomPrompt="1"/>
          </p:nvPr>
        </p:nvSpPr>
        <p:spPr>
          <a:xfrm>
            <a:off x="525463" y="6858000"/>
            <a:ext cx="8612188" cy="2902226"/>
          </a:xfrm>
        </p:spPr>
        <p:txBody>
          <a:bodyPr/>
          <a:lstStyle>
            <a:lvl1pPr>
              <a:buNone/>
              <a:defRPr>
                <a:solidFill>
                  <a:schemeClr val="bg1"/>
                </a:solidFill>
              </a:defRPr>
            </a:lvl1pPr>
          </a:lstStyle>
          <a:p>
            <a:r>
              <a:t>Session code (ID number)</a:t>
            </a:r>
            <a:br/>
            <a:r>
              <a:t>Session Title</a:t>
            </a:r>
            <a:br/>
            <a:r>
              <a:t>Firstname Lastname</a:t>
            </a:r>
            <a:br/>
            <a:r>
              <a:t>Company, Job Title</a:t>
            </a:r>
          </a:p>
        </p:txBody>
      </p:sp>
      <p:sp>
        <p:nvSpPr>
          <p:cNvPr id="63" name="Title 1">
            <a:extLst>
              <a:ext uri="{FF2B5EF4-FFF2-40B4-BE49-F238E27FC236}">
                <a16:creationId xmlns:a16="http://schemas.microsoft.com/office/drawing/2014/main" id="{D1D71252-7A4A-4A49-8C7D-CBE7A812DD2F}"/>
              </a:ext>
            </a:extLst>
          </p:cNvPr>
          <p:cNvSpPr>
            <a:spLocks noGrp="1"/>
          </p:cNvSpPr>
          <p:nvPr>
            <p:ph type="title"/>
          </p:nvPr>
        </p:nvSpPr>
        <p:spPr>
          <a:xfrm>
            <a:off x="525968" y="1452274"/>
            <a:ext cx="8611683" cy="4141712"/>
          </a:xfrm>
        </p:spPr>
        <p:txBody>
          <a:bodyPr/>
          <a:lstStyle>
            <a:lvl1pPr>
              <a:lnSpc>
                <a:spcPct val="100000"/>
              </a:lnSpc>
              <a:buNone/>
              <a:defRPr sz="8600">
                <a:solidFill>
                  <a:schemeClr val="bg1"/>
                </a:solidFill>
              </a:defRPr>
            </a:lvl1pPr>
          </a:lstStyle>
          <a:p>
            <a:r>
              <a:t>Click to edit Master title style</a:t>
            </a:r>
          </a:p>
        </p:txBody>
      </p:sp>
      <p:sp>
        <p:nvSpPr>
          <p:cNvPr id="64" name="TextBox 63">
            <a:extLst>
              <a:ext uri="{FF2B5EF4-FFF2-40B4-BE49-F238E27FC236}">
                <a16:creationId xmlns:a16="http://schemas.microsoft.com/office/drawing/2014/main" id="{84D6F73F-7408-E54D-9F81-8C0B1A91D5AF}"/>
              </a:ext>
            </a:extLst>
          </p:cNvPr>
          <p:cNvSpPr>
            <a:spLocks noGrp="1"/>
          </p:cNvSpPr>
          <p:nvPr/>
        </p:nvSpPr>
        <p:spPr>
          <a:xfrm>
            <a:off x="540831" y="12363542"/>
            <a:ext cx="6800495" cy="861774"/>
          </a:xfrm>
          <a:prstGeom prst="rect">
            <a:avLst/>
          </a:prstGeom>
          <a:noFill/>
          <a:ln w="12700"/>
        </p:spPr>
        <p:txBody>
          <a:bodyPr wrap="square" lIns="0" tIns="0" rIns="0" bIns="0" anchor="b">
            <a:spAutoFit/>
          </a:bodyPr>
          <a:lstStyle/>
          <a:p>
            <a:r>
              <a:rPr sz="2800" b="0" i="0">
                <a:solidFill>
                  <a:schemeClr val="tx1"/>
                </a:solidFill>
                <a:latin typeface="IBM Plex Mono Light"/>
                <a:ea typeface="IBM Plex Mono Light"/>
                <a:cs typeface="IBM Plex Mono Light"/>
              </a:rPr>
              <a:t>Orlando, FL</a:t>
            </a:r>
            <a:br/>
            <a:r>
              <a:rPr sz="2800" b="0" i="0">
                <a:solidFill>
                  <a:schemeClr val="tx1"/>
                </a:solidFill>
                <a:latin typeface="IBM Plex Mono Light"/>
                <a:ea typeface="IBM Plex Mono Light"/>
                <a:cs typeface="IBM Plex Mono Light"/>
              </a:rPr>
              <a:t>October 6–9</a:t>
            </a:r>
          </a:p>
        </p:txBody>
      </p:sp>
      <p:sp>
        <p:nvSpPr>
          <p:cNvPr id="66" name="TextBox 65">
            <a:extLst>
              <a:ext uri="{FF2B5EF4-FFF2-40B4-BE49-F238E27FC236}">
                <a16:creationId xmlns:a16="http://schemas.microsoft.com/office/drawing/2014/main" id="{A9EB1C30-2E3E-C749-BE09-CEE31CFB04EC}"/>
              </a:ext>
            </a:extLst>
          </p:cNvPr>
          <p:cNvSpPr>
            <a:spLocks noGrp="1"/>
          </p:cNvSpPr>
          <p:nvPr/>
        </p:nvSpPr>
        <p:spPr>
          <a:xfrm>
            <a:off x="12522200" y="-2260600"/>
            <a:ext cx="0" cy="0"/>
          </a:xfrm>
          <a:prstGeom prst="rect">
            <a:avLst/>
          </a:prstGeom>
          <a:ln w="12700"/>
        </p:spPr>
        <p:txBody>
          <a:bodyPr wrap="none" lIns="0" tIns="0" rIns="0" bIns="0">
            <a:noAutofit/>
          </a:bodyPr>
          <a:lstStyle/>
          <a:p>
            <a:pPr algn="l" defTabSz="2438400">
              <a:spcBef>
                <a:spcPts val="2900"/>
              </a:spcBef>
              <a:buSzPct val="100000"/>
              <a:buNone/>
            </a:pPr>
            <a:endParaRPr kern="0">
              <a:solidFill>
                <a:srgbClr val="000000"/>
              </a:solidFill>
            </a:endParaRPr>
          </a:p>
        </p:txBody>
      </p:sp>
      <p:sp>
        <p:nvSpPr>
          <p:cNvPr id="105" name="Freeform 75">
            <a:extLst>
              <a:ext uri="{FF2B5EF4-FFF2-40B4-BE49-F238E27FC236}">
                <a16:creationId xmlns:a16="http://schemas.microsoft.com/office/drawing/2014/main" id="{EA5AE98D-19D3-F94D-9B3C-B0D31E192BA1}"/>
              </a:ext>
            </a:extLst>
          </p:cNvPr>
          <p:cNvSpPr>
            <a:spLocks noGrp="1"/>
          </p:cNvSpPr>
          <p:nvPr/>
        </p:nvSpPr>
        <p:spPr>
          <a:xfrm>
            <a:off x="21642823" y="10971648"/>
            <a:ext cx="2744352" cy="2744352"/>
          </a:xfrm>
          <a:custGeom>
            <a:avLst/>
            <a:gdLst>
              <a:gd name="connsiteX0" fmla="*/ 0 w 3396831"/>
              <a:gd name="connsiteY0" fmla="*/ 0 h 3396831"/>
              <a:gd name="connsiteX1" fmla="*/ 3396832 w 3396831"/>
              <a:gd name="connsiteY1" fmla="*/ 0 h 3396831"/>
              <a:gd name="connsiteX2" fmla="*/ 3396832 w 3396831"/>
              <a:gd name="connsiteY2" fmla="*/ 3396832 h 3396831"/>
              <a:gd name="connsiteX3" fmla="*/ 0 w 3396831"/>
              <a:gd name="connsiteY3" fmla="*/ 3396832 h 3396831"/>
            </a:gdLst>
            <a:ahLst/>
            <a:cxnLst/>
            <a:rect l="l" t="t" r="r" b="b"/>
            <a:pathLst>
              <a:path w="3396831" h="3396831">
                <a:moveTo>
                  <a:pt x="0" y="0"/>
                </a:moveTo>
                <a:lnTo>
                  <a:pt x="3396832" y="0"/>
                </a:lnTo>
                <a:lnTo>
                  <a:pt x="3396832" y="3396832"/>
                </a:lnTo>
                <a:lnTo>
                  <a:pt x="0" y="3396832"/>
                </a:lnTo>
                <a:close/>
              </a:path>
            </a:pathLst>
          </a:custGeom>
          <a:noFill/>
          <a:ln w="33950">
            <a:noFill/>
            <a:prstDash val="solid"/>
          </a:ln>
        </p:spPr>
        <p:txBody>
          <a:bodyPr anchor="ctr"/>
          <a:lstStyle/>
          <a:p>
            <a:endParaRPr/>
          </a:p>
        </p:txBody>
      </p:sp>
      <p:sp>
        <p:nvSpPr>
          <p:cNvPr id="106" name="Graphic 75">
            <a:extLst>
              <a:ext uri="{FF2B5EF4-FFF2-40B4-BE49-F238E27FC236}">
                <a16:creationId xmlns:a16="http://schemas.microsoft.com/office/drawing/2014/main" id="{4AE33106-9583-3B49-BD84-C0AFF387566C}"/>
              </a:ext>
            </a:extLst>
          </p:cNvPr>
          <p:cNvSpPr>
            <a:spLocks noGrp="1"/>
          </p:cNvSpPr>
          <p:nvPr/>
        </p:nvSpPr>
        <p:spPr>
          <a:xfrm>
            <a:off x="22038639" y="11372972"/>
            <a:ext cx="1928464" cy="1928518"/>
          </a:xfrm>
          <a:custGeom>
            <a:avLst/>
            <a:gdLst>
              <a:gd name="connsiteX0" fmla="*/ 1295614 w 2410834"/>
              <a:gd name="connsiteY0" fmla="*/ 2410902 h 2410901"/>
              <a:gd name="connsiteX1" fmla="*/ 1279642 w 2410834"/>
              <a:gd name="connsiteY1" fmla="*/ 2406659 h 2410901"/>
              <a:gd name="connsiteX2" fmla="*/ 1263130 w 2410834"/>
              <a:gd name="connsiteY2" fmla="*/ 2378417 h 2410901"/>
              <a:gd name="connsiteX3" fmla="*/ 1263130 w 2410834"/>
              <a:gd name="connsiteY3" fmla="*/ 1774970 h 2410901"/>
              <a:gd name="connsiteX4" fmla="*/ 1235161 w 2410834"/>
              <a:gd name="connsiteY4" fmla="*/ 1763421 h 2410901"/>
              <a:gd name="connsiteX5" fmla="*/ 777163 w 2410834"/>
              <a:gd name="connsiteY5" fmla="*/ 2220971 h 2410901"/>
              <a:gd name="connsiteX6" fmla="*/ 731234 w 2410834"/>
              <a:gd name="connsiteY6" fmla="*/ 2174954 h 2410901"/>
              <a:gd name="connsiteX7" fmla="*/ 1189056 w 2410834"/>
              <a:gd name="connsiteY7" fmla="*/ 1717496 h 2410901"/>
              <a:gd name="connsiteX8" fmla="*/ 1172812 w 2410834"/>
              <a:gd name="connsiteY8" fmla="*/ 1656591 h 2410901"/>
              <a:gd name="connsiteX9" fmla="*/ 1295523 w 2410834"/>
              <a:gd name="connsiteY9" fmla="*/ 1533880 h 2410901"/>
              <a:gd name="connsiteX10" fmla="*/ 1418233 w 2410834"/>
              <a:gd name="connsiteY10" fmla="*/ 1656591 h 2410901"/>
              <a:gd name="connsiteX11" fmla="*/ 1328007 w 2410834"/>
              <a:gd name="connsiteY11" fmla="*/ 1774970 h 2410901"/>
              <a:gd name="connsiteX12" fmla="*/ 1328007 w 2410834"/>
              <a:gd name="connsiteY12" fmla="*/ 2321123 h 2410901"/>
              <a:gd name="connsiteX13" fmla="*/ 1714094 w 2410834"/>
              <a:gd name="connsiteY13" fmla="*/ 2089418 h 2410901"/>
              <a:gd name="connsiteX14" fmla="*/ 1714094 w 2410834"/>
              <a:gd name="connsiteY14" fmla="*/ 1295677 h 2410901"/>
              <a:gd name="connsiteX15" fmla="*/ 1723568 w 2410834"/>
              <a:gd name="connsiteY15" fmla="*/ 1272762 h 2410901"/>
              <a:gd name="connsiteX16" fmla="*/ 2100089 w 2410834"/>
              <a:gd name="connsiteY16" fmla="*/ 896417 h 2410901"/>
              <a:gd name="connsiteX17" fmla="*/ 2345871 w 2410834"/>
              <a:gd name="connsiteY17" fmla="*/ 303167 h 2410901"/>
              <a:gd name="connsiteX18" fmla="*/ 2345871 w 2410834"/>
              <a:gd name="connsiteY18" fmla="*/ 64964 h 2410901"/>
              <a:gd name="connsiteX19" fmla="*/ 2107668 w 2410834"/>
              <a:gd name="connsiteY19" fmla="*/ 64964 h 2410901"/>
              <a:gd name="connsiteX20" fmla="*/ 1514690 w 2410834"/>
              <a:gd name="connsiteY20" fmla="*/ 310657 h 2410901"/>
              <a:gd name="connsiteX21" fmla="*/ 1138164 w 2410834"/>
              <a:gd name="connsiteY21" fmla="*/ 686999 h 2410901"/>
              <a:gd name="connsiteX22" fmla="*/ 1115158 w 2410834"/>
              <a:gd name="connsiteY22" fmla="*/ 696561 h 2410901"/>
              <a:gd name="connsiteX23" fmla="*/ 321600 w 2410834"/>
              <a:gd name="connsiteY23" fmla="*/ 696561 h 2410901"/>
              <a:gd name="connsiteX24" fmla="*/ 89804 w 2410834"/>
              <a:gd name="connsiteY24" fmla="*/ 1082740 h 2410901"/>
              <a:gd name="connsiteX25" fmla="*/ 635865 w 2410834"/>
              <a:gd name="connsiteY25" fmla="*/ 1082740 h 2410901"/>
              <a:gd name="connsiteX26" fmla="*/ 754244 w 2410834"/>
              <a:gd name="connsiteY26" fmla="*/ 992510 h 2410901"/>
              <a:gd name="connsiteX27" fmla="*/ 876955 w 2410834"/>
              <a:gd name="connsiteY27" fmla="*/ 1115221 h 2410901"/>
              <a:gd name="connsiteX28" fmla="*/ 754244 w 2410834"/>
              <a:gd name="connsiteY28" fmla="*/ 1237931 h 2410901"/>
              <a:gd name="connsiteX29" fmla="*/ 693519 w 2410834"/>
              <a:gd name="connsiteY29" fmla="*/ 1221871 h 2410901"/>
              <a:gd name="connsiteX30" fmla="*/ 235793 w 2410834"/>
              <a:gd name="connsiteY30" fmla="*/ 1679601 h 2410901"/>
              <a:gd name="connsiteX31" fmla="*/ 189864 w 2410834"/>
              <a:gd name="connsiteY31" fmla="*/ 1633584 h 2410901"/>
              <a:gd name="connsiteX32" fmla="*/ 647502 w 2410834"/>
              <a:gd name="connsiteY32" fmla="*/ 1175854 h 2410901"/>
              <a:gd name="connsiteX33" fmla="*/ 635865 w 2410834"/>
              <a:gd name="connsiteY33" fmla="*/ 1147705 h 2410901"/>
              <a:gd name="connsiteX34" fmla="*/ 32417 w 2410834"/>
              <a:gd name="connsiteY34" fmla="*/ 1147705 h 2410901"/>
              <a:gd name="connsiteX35" fmla="*/ 4176 w 2410834"/>
              <a:gd name="connsiteY35" fmla="*/ 1131193 h 2410901"/>
              <a:gd name="connsiteX36" fmla="*/ 4628 w 2410834"/>
              <a:gd name="connsiteY36" fmla="*/ 1098529 h 2410901"/>
              <a:gd name="connsiteX37" fmla="*/ 275403 w 2410834"/>
              <a:gd name="connsiteY37" fmla="*/ 647389 h 2410901"/>
              <a:gd name="connsiteX38" fmla="*/ 303193 w 2410834"/>
              <a:gd name="connsiteY38" fmla="*/ 631597 h 2410901"/>
              <a:gd name="connsiteX39" fmla="*/ 1101713 w 2410834"/>
              <a:gd name="connsiteY39" fmla="*/ 631597 h 2410901"/>
              <a:gd name="connsiteX40" fmla="*/ 1468673 w 2410834"/>
              <a:gd name="connsiteY40" fmla="*/ 264729 h 2410901"/>
              <a:gd name="connsiteX41" fmla="*/ 2107668 w 2410834"/>
              <a:gd name="connsiteY41" fmla="*/ 0 h 2410901"/>
              <a:gd name="connsiteX42" fmla="*/ 2378354 w 2410834"/>
              <a:gd name="connsiteY42" fmla="*/ 0 h 2410901"/>
              <a:gd name="connsiteX43" fmla="*/ 2410835 w 2410834"/>
              <a:gd name="connsiteY43" fmla="*/ 32480 h 2410901"/>
              <a:gd name="connsiteX44" fmla="*/ 2410835 w 2410834"/>
              <a:gd name="connsiteY44" fmla="*/ 303167 h 2410901"/>
              <a:gd name="connsiteX45" fmla="*/ 2146198 w 2410834"/>
              <a:gd name="connsiteY45" fmla="*/ 942254 h 2410901"/>
              <a:gd name="connsiteX46" fmla="*/ 1779238 w 2410834"/>
              <a:gd name="connsiteY46" fmla="*/ 1309122 h 2410901"/>
              <a:gd name="connsiteX47" fmla="*/ 1779238 w 2410834"/>
              <a:gd name="connsiteY47" fmla="*/ 2107734 h 2410901"/>
              <a:gd name="connsiteX48" fmla="*/ 1763446 w 2410834"/>
              <a:gd name="connsiteY48" fmla="*/ 2135615 h 2410901"/>
              <a:gd name="connsiteX49" fmla="*/ 1312306 w 2410834"/>
              <a:gd name="connsiteY49" fmla="*/ 2406299 h 2410901"/>
              <a:gd name="connsiteX50" fmla="*/ 1295614 w 2410834"/>
              <a:gd name="connsiteY50" fmla="*/ 2410902 h 2410901"/>
              <a:gd name="connsiteX51" fmla="*/ 1295614 w 2410834"/>
              <a:gd name="connsiteY51" fmla="*/ 1598845 h 2410901"/>
              <a:gd name="connsiteX52" fmla="*/ 1237868 w 2410834"/>
              <a:gd name="connsiteY52" fmla="*/ 1656591 h 2410901"/>
              <a:gd name="connsiteX53" fmla="*/ 1295614 w 2410834"/>
              <a:gd name="connsiteY53" fmla="*/ 1714337 h 2410901"/>
              <a:gd name="connsiteX54" fmla="*/ 1353360 w 2410834"/>
              <a:gd name="connsiteY54" fmla="*/ 1656591 h 2410901"/>
              <a:gd name="connsiteX55" fmla="*/ 1295614 w 2410834"/>
              <a:gd name="connsiteY55" fmla="*/ 1598845 h 2410901"/>
              <a:gd name="connsiteX56" fmla="*/ 754244 w 2410834"/>
              <a:gd name="connsiteY56" fmla="*/ 1057475 h 2410901"/>
              <a:gd name="connsiteX57" fmla="*/ 696498 w 2410834"/>
              <a:gd name="connsiteY57" fmla="*/ 1115221 h 2410901"/>
              <a:gd name="connsiteX58" fmla="*/ 754244 w 2410834"/>
              <a:gd name="connsiteY58" fmla="*/ 1172967 h 2410901"/>
              <a:gd name="connsiteX59" fmla="*/ 811990 w 2410834"/>
              <a:gd name="connsiteY59" fmla="*/ 1115221 h 2410901"/>
              <a:gd name="connsiteX60" fmla="*/ 754244 w 2410834"/>
              <a:gd name="connsiteY60" fmla="*/ 1057475 h 2410901"/>
              <a:gd name="connsiteX61" fmla="*/ 55336 w 2410834"/>
              <a:gd name="connsiteY61" fmla="*/ 2401428 h 2410901"/>
              <a:gd name="connsiteX62" fmla="*/ 9407 w 2410834"/>
              <a:gd name="connsiteY62" fmla="*/ 2355411 h 2410901"/>
              <a:gd name="connsiteX63" fmla="*/ 1188964 w 2410834"/>
              <a:gd name="connsiteY63" fmla="*/ 1175946 h 2410901"/>
              <a:gd name="connsiteX64" fmla="*/ 1172904 w 2410834"/>
              <a:gd name="connsiteY64" fmla="*/ 1115221 h 2410901"/>
              <a:gd name="connsiteX65" fmla="*/ 1295614 w 2410834"/>
              <a:gd name="connsiteY65" fmla="*/ 992510 h 2410901"/>
              <a:gd name="connsiteX66" fmla="*/ 1418325 w 2410834"/>
              <a:gd name="connsiteY66" fmla="*/ 1115221 h 2410901"/>
              <a:gd name="connsiteX67" fmla="*/ 1295614 w 2410834"/>
              <a:gd name="connsiteY67" fmla="*/ 1237931 h 2410901"/>
              <a:gd name="connsiteX68" fmla="*/ 1234889 w 2410834"/>
              <a:gd name="connsiteY68" fmla="*/ 1221871 h 2410901"/>
              <a:gd name="connsiteX69" fmla="*/ 55336 w 2410834"/>
              <a:gd name="connsiteY69" fmla="*/ 2401428 h 2410901"/>
              <a:gd name="connsiteX70" fmla="*/ 1295614 w 2410834"/>
              <a:gd name="connsiteY70" fmla="*/ 1057475 h 2410901"/>
              <a:gd name="connsiteX71" fmla="*/ 1237868 w 2410834"/>
              <a:gd name="connsiteY71" fmla="*/ 1115221 h 2410901"/>
              <a:gd name="connsiteX72" fmla="*/ 1295614 w 2410834"/>
              <a:gd name="connsiteY72" fmla="*/ 1172967 h 2410901"/>
              <a:gd name="connsiteX73" fmla="*/ 1353360 w 2410834"/>
              <a:gd name="connsiteY73" fmla="*/ 1115221 h 2410901"/>
              <a:gd name="connsiteX74" fmla="*/ 1295614 w 2410834"/>
              <a:gd name="connsiteY74" fmla="*/ 1057475 h 2410901"/>
            </a:gdLst>
            <a:ahLst/>
            <a:cxnLst/>
            <a:rect l="l" t="t" r="r" b="b"/>
            <a:pathLst>
              <a:path w="2410834" h="2410901">
                <a:moveTo>
                  <a:pt x="1295614" y="2410902"/>
                </a:moveTo>
                <a:cubicBezTo>
                  <a:pt x="1290111" y="2410902"/>
                  <a:pt x="1284605" y="2409458"/>
                  <a:pt x="1279642" y="2406659"/>
                </a:cubicBezTo>
                <a:cubicBezTo>
                  <a:pt x="1269449" y="2400888"/>
                  <a:pt x="1263130" y="2390150"/>
                  <a:pt x="1263130" y="2378417"/>
                </a:cubicBezTo>
                <a:lnTo>
                  <a:pt x="1263130" y="1774970"/>
                </a:lnTo>
                <a:cubicBezTo>
                  <a:pt x="1253297" y="1772266"/>
                  <a:pt x="1243915" y="1768384"/>
                  <a:pt x="1235161" y="1763421"/>
                </a:cubicBezTo>
                <a:lnTo>
                  <a:pt x="777163" y="2220971"/>
                </a:lnTo>
                <a:lnTo>
                  <a:pt x="731234" y="2174954"/>
                </a:lnTo>
                <a:lnTo>
                  <a:pt x="1189056" y="1717496"/>
                </a:lnTo>
                <a:cubicBezTo>
                  <a:pt x="1178767" y="1699632"/>
                  <a:pt x="1172812" y="1678789"/>
                  <a:pt x="1172812" y="1656591"/>
                </a:cubicBezTo>
                <a:cubicBezTo>
                  <a:pt x="1172812" y="1588922"/>
                  <a:pt x="1227851" y="1533880"/>
                  <a:pt x="1295523" y="1533880"/>
                </a:cubicBezTo>
                <a:cubicBezTo>
                  <a:pt x="1363194" y="1533880"/>
                  <a:pt x="1418233" y="1588922"/>
                  <a:pt x="1418233" y="1656591"/>
                </a:cubicBezTo>
                <a:cubicBezTo>
                  <a:pt x="1418233" y="1712985"/>
                  <a:pt x="1379886" y="1760626"/>
                  <a:pt x="1328007" y="1774970"/>
                </a:cubicBezTo>
                <a:lnTo>
                  <a:pt x="1328007" y="2321123"/>
                </a:lnTo>
                <a:lnTo>
                  <a:pt x="1714094" y="2089418"/>
                </a:lnTo>
                <a:lnTo>
                  <a:pt x="1714094" y="1295677"/>
                </a:lnTo>
                <a:cubicBezTo>
                  <a:pt x="1714094" y="1287015"/>
                  <a:pt x="1717521" y="1278805"/>
                  <a:pt x="1723568" y="1272762"/>
                </a:cubicBezTo>
                <a:lnTo>
                  <a:pt x="2100089" y="896417"/>
                </a:lnTo>
                <a:cubicBezTo>
                  <a:pt x="2258711" y="737887"/>
                  <a:pt x="2345871" y="527294"/>
                  <a:pt x="2345871" y="303167"/>
                </a:cubicBezTo>
                <a:lnTo>
                  <a:pt x="2345871" y="64964"/>
                </a:lnTo>
                <a:lnTo>
                  <a:pt x="2107668" y="64964"/>
                </a:lnTo>
                <a:cubicBezTo>
                  <a:pt x="1883721" y="64964"/>
                  <a:pt x="1673040" y="152215"/>
                  <a:pt x="1514690" y="310657"/>
                </a:cubicBezTo>
                <a:lnTo>
                  <a:pt x="1138164" y="686999"/>
                </a:lnTo>
                <a:cubicBezTo>
                  <a:pt x="1132030" y="693134"/>
                  <a:pt x="1123820" y="696561"/>
                  <a:pt x="1115158" y="696561"/>
                </a:cubicBezTo>
                <a:lnTo>
                  <a:pt x="321600" y="696561"/>
                </a:lnTo>
                <a:lnTo>
                  <a:pt x="89804" y="1082740"/>
                </a:lnTo>
                <a:lnTo>
                  <a:pt x="635865" y="1082740"/>
                </a:lnTo>
                <a:cubicBezTo>
                  <a:pt x="650121" y="1030769"/>
                  <a:pt x="697762" y="992510"/>
                  <a:pt x="754244" y="992510"/>
                </a:cubicBezTo>
                <a:cubicBezTo>
                  <a:pt x="821916" y="992510"/>
                  <a:pt x="876955" y="1047552"/>
                  <a:pt x="876955" y="1115221"/>
                </a:cubicBezTo>
                <a:cubicBezTo>
                  <a:pt x="876955" y="1182892"/>
                  <a:pt x="821916" y="1237931"/>
                  <a:pt x="754244" y="1237931"/>
                </a:cubicBezTo>
                <a:cubicBezTo>
                  <a:pt x="732138" y="1237931"/>
                  <a:pt x="711475" y="1232068"/>
                  <a:pt x="693519" y="1221871"/>
                </a:cubicBezTo>
                <a:lnTo>
                  <a:pt x="235793" y="1679601"/>
                </a:lnTo>
                <a:lnTo>
                  <a:pt x="189864" y="1633584"/>
                </a:lnTo>
                <a:lnTo>
                  <a:pt x="647502" y="1175854"/>
                </a:lnTo>
                <a:cubicBezTo>
                  <a:pt x="642539" y="1167104"/>
                  <a:pt x="638572" y="1157630"/>
                  <a:pt x="635865" y="1147705"/>
                </a:cubicBezTo>
                <a:lnTo>
                  <a:pt x="32417" y="1147705"/>
                </a:lnTo>
                <a:cubicBezTo>
                  <a:pt x="20688" y="1147705"/>
                  <a:pt x="9859" y="1141390"/>
                  <a:pt x="4176" y="1131193"/>
                </a:cubicBezTo>
                <a:cubicBezTo>
                  <a:pt x="-1510" y="1120995"/>
                  <a:pt x="-1418" y="1108546"/>
                  <a:pt x="4628" y="1098529"/>
                </a:cubicBezTo>
                <a:lnTo>
                  <a:pt x="275403" y="647389"/>
                </a:lnTo>
                <a:cubicBezTo>
                  <a:pt x="281266" y="637643"/>
                  <a:pt x="291823" y="631597"/>
                  <a:pt x="303193" y="631597"/>
                </a:cubicBezTo>
                <a:lnTo>
                  <a:pt x="1101713" y="631597"/>
                </a:lnTo>
                <a:lnTo>
                  <a:pt x="1468673" y="264729"/>
                </a:lnTo>
                <a:cubicBezTo>
                  <a:pt x="1639384" y="94018"/>
                  <a:pt x="1866309" y="0"/>
                  <a:pt x="2107668" y="0"/>
                </a:cubicBezTo>
                <a:lnTo>
                  <a:pt x="2378354" y="0"/>
                </a:lnTo>
                <a:cubicBezTo>
                  <a:pt x="2396310" y="0"/>
                  <a:pt x="2410835" y="14528"/>
                  <a:pt x="2410835" y="32480"/>
                </a:cubicBezTo>
                <a:lnTo>
                  <a:pt x="2410835" y="303167"/>
                </a:lnTo>
                <a:cubicBezTo>
                  <a:pt x="2410835" y="544617"/>
                  <a:pt x="2316817" y="771543"/>
                  <a:pt x="2146198" y="942254"/>
                </a:cubicBezTo>
                <a:lnTo>
                  <a:pt x="1779238" y="1309122"/>
                </a:lnTo>
                <a:lnTo>
                  <a:pt x="1779238" y="2107734"/>
                </a:lnTo>
                <a:cubicBezTo>
                  <a:pt x="1779238" y="2119103"/>
                  <a:pt x="1773284" y="2129661"/>
                  <a:pt x="1763446" y="2135615"/>
                </a:cubicBezTo>
                <a:lnTo>
                  <a:pt x="1312306" y="2406299"/>
                </a:lnTo>
                <a:cubicBezTo>
                  <a:pt x="1307164" y="2409366"/>
                  <a:pt x="1301389" y="2410902"/>
                  <a:pt x="1295614" y="2410902"/>
                </a:cubicBezTo>
                <a:close/>
                <a:moveTo>
                  <a:pt x="1295614" y="1598845"/>
                </a:moveTo>
                <a:cubicBezTo>
                  <a:pt x="1263762" y="1598845"/>
                  <a:pt x="1237868" y="1624742"/>
                  <a:pt x="1237868" y="1656591"/>
                </a:cubicBezTo>
                <a:cubicBezTo>
                  <a:pt x="1237868" y="1688443"/>
                  <a:pt x="1263762" y="1714337"/>
                  <a:pt x="1295614" y="1714337"/>
                </a:cubicBezTo>
                <a:cubicBezTo>
                  <a:pt x="1327463" y="1714337"/>
                  <a:pt x="1353360" y="1688443"/>
                  <a:pt x="1353360" y="1656591"/>
                </a:cubicBezTo>
                <a:cubicBezTo>
                  <a:pt x="1353360" y="1624742"/>
                  <a:pt x="1327463" y="1598845"/>
                  <a:pt x="1295614" y="1598845"/>
                </a:cubicBezTo>
                <a:close/>
                <a:moveTo>
                  <a:pt x="754244" y="1057475"/>
                </a:moveTo>
                <a:cubicBezTo>
                  <a:pt x="722392" y="1057475"/>
                  <a:pt x="696498" y="1083372"/>
                  <a:pt x="696498" y="1115221"/>
                </a:cubicBezTo>
                <a:cubicBezTo>
                  <a:pt x="696498" y="1147073"/>
                  <a:pt x="722392" y="1172967"/>
                  <a:pt x="754244" y="1172967"/>
                </a:cubicBezTo>
                <a:cubicBezTo>
                  <a:pt x="786093" y="1172967"/>
                  <a:pt x="811990" y="1147073"/>
                  <a:pt x="811990" y="1115221"/>
                </a:cubicBezTo>
                <a:cubicBezTo>
                  <a:pt x="811990" y="1083372"/>
                  <a:pt x="786093" y="1057475"/>
                  <a:pt x="754244" y="1057475"/>
                </a:cubicBezTo>
                <a:close/>
                <a:moveTo>
                  <a:pt x="55336" y="2401428"/>
                </a:moveTo>
                <a:lnTo>
                  <a:pt x="9407" y="2355411"/>
                </a:lnTo>
                <a:lnTo>
                  <a:pt x="1188964" y="1175946"/>
                </a:lnTo>
                <a:cubicBezTo>
                  <a:pt x="1178767" y="1157990"/>
                  <a:pt x="1172904" y="1137327"/>
                  <a:pt x="1172904" y="1115221"/>
                </a:cubicBezTo>
                <a:cubicBezTo>
                  <a:pt x="1172904" y="1047552"/>
                  <a:pt x="1227943" y="992510"/>
                  <a:pt x="1295614" y="992510"/>
                </a:cubicBezTo>
                <a:cubicBezTo>
                  <a:pt x="1363286" y="992510"/>
                  <a:pt x="1418325" y="1047552"/>
                  <a:pt x="1418325" y="1115221"/>
                </a:cubicBezTo>
                <a:cubicBezTo>
                  <a:pt x="1418325" y="1182892"/>
                  <a:pt x="1363286" y="1237931"/>
                  <a:pt x="1295614" y="1237931"/>
                </a:cubicBezTo>
                <a:cubicBezTo>
                  <a:pt x="1273508" y="1237931"/>
                  <a:pt x="1252845" y="1232068"/>
                  <a:pt x="1234889" y="1221871"/>
                </a:cubicBezTo>
                <a:lnTo>
                  <a:pt x="55336" y="2401428"/>
                </a:lnTo>
                <a:close/>
                <a:moveTo>
                  <a:pt x="1295614" y="1057475"/>
                </a:moveTo>
                <a:cubicBezTo>
                  <a:pt x="1263762" y="1057475"/>
                  <a:pt x="1237868" y="1083372"/>
                  <a:pt x="1237868" y="1115221"/>
                </a:cubicBezTo>
                <a:cubicBezTo>
                  <a:pt x="1237868" y="1147073"/>
                  <a:pt x="1263762" y="1172967"/>
                  <a:pt x="1295614" y="1172967"/>
                </a:cubicBezTo>
                <a:cubicBezTo>
                  <a:pt x="1327463" y="1172967"/>
                  <a:pt x="1353360" y="1147073"/>
                  <a:pt x="1353360" y="1115221"/>
                </a:cubicBezTo>
                <a:cubicBezTo>
                  <a:pt x="1353360" y="1083372"/>
                  <a:pt x="1327463" y="1057475"/>
                  <a:pt x="1295614" y="1057475"/>
                </a:cubicBezTo>
                <a:close/>
              </a:path>
            </a:pathLst>
          </a:custGeom>
          <a:solidFill>
            <a:schemeClr val="tx1"/>
          </a:solidFill>
          <a:ln w="33950">
            <a:noFill/>
            <a:prstDash val="solid"/>
          </a:ln>
        </p:spPr>
        <p:txBody>
          <a:bodyPr anchor="ctr"/>
          <a:lstStyle/>
          <a:p>
            <a:endParaRPr/>
          </a:p>
        </p:txBody>
      </p:sp>
      <p:pic>
        <p:nvPicPr>
          <p:cNvPr id="115" name="Picture 3"/>
          <p:cNvPicPr>
            <a:picLocks noChangeAspect="1"/>
          </p:cNvPicPr>
          <p:nvPr/>
        </p:nvPicPr>
        <p:blipFill>
          <a:blip r:embed="rId2"/>
          <a:stretch>
            <a:fillRect/>
          </a:stretch>
        </p:blipFill>
        <p:spPr>
          <a:xfrm>
            <a:off x="-70807" y="-97188"/>
            <a:ext cx="5118898" cy="1625047"/>
          </a:xfrm>
          <a:prstGeom prst="rect">
            <a:avLst/>
          </a:prstGeom>
        </p:spPr>
      </p:pic>
      <p:sp>
        <p:nvSpPr>
          <p:cNvPr id="6" name="Graphic 4">
            <a:extLst>
              <a:ext uri="{FF2B5EF4-FFF2-40B4-BE49-F238E27FC236}">
                <a16:creationId xmlns:a16="http://schemas.microsoft.com/office/drawing/2014/main" id="{596A92C3-7E63-0EE1-D155-982382DD54B8}"/>
              </a:ext>
            </a:extLst>
          </p:cNvPr>
          <p:cNvSpPr>
            <a:spLocks noGrp="1"/>
          </p:cNvSpPr>
          <p:nvPr/>
        </p:nvSpPr>
        <p:spPr>
          <a:xfrm rot="10800000">
            <a:off x="13415527" y="2734510"/>
            <a:ext cx="10971648" cy="10971648"/>
          </a:xfrm>
          <a:custGeom>
            <a:avLst/>
            <a:gdLst>
              <a:gd name="csX0" fmla="*/ 271949 w 1854200"/>
              <a:gd name="csY0" fmla="*/ 1199049 h 1854200"/>
              <a:gd name="csX1" fmla="*/ 0 w 1854200"/>
              <a:gd name="csY1" fmla="*/ 1854200 h 1854200"/>
              <a:gd name="csX2" fmla="*/ 1854200 w 1854200"/>
              <a:gd name="csY2" fmla="*/ 1854200 h 1854200"/>
              <a:gd name="csX3" fmla="*/ 1582251 w 1854200"/>
              <a:gd name="csY3" fmla="*/ 1199049 h 1854200"/>
              <a:gd name="csX4" fmla="*/ 927100 w 1854200"/>
              <a:gd name="csY4" fmla="*/ 927100 h 1854200"/>
              <a:gd name="csX5" fmla="*/ 271949 w 1854200"/>
              <a:gd name="csY5" fmla="*/ 1199049 h 1854200"/>
              <a:gd name="csX6" fmla="*/ 271949 w 1854200"/>
              <a:gd name="csY6" fmla="*/ 655151 h 1854200"/>
              <a:gd name="csX7" fmla="*/ 0 w 1854200"/>
              <a:gd name="csY7" fmla="*/ 0 h 1854200"/>
              <a:gd name="csX8" fmla="*/ 1854200 w 1854200"/>
              <a:gd name="csY8" fmla="*/ 0 h 1854200"/>
              <a:gd name="csX9" fmla="*/ 1582251 w 1854200"/>
              <a:gd name="csY9" fmla="*/ 655151 h 1854200"/>
              <a:gd name="csX10" fmla="*/ 927100 w 1854200"/>
              <a:gd name="csY10" fmla="*/ 927100 h 1854200"/>
              <a:gd name="csX11" fmla="*/ 271949 w 1854200"/>
              <a:gd name="csY11" fmla="*/ 655151 h 1854200"/>
            </a:gdLst>
            <a:ahLst/>
            <a:cxnLst/>
            <a:rect l="l" t="t" r="r" b="b"/>
            <a:pathLst>
              <a:path w="1854200" h="1854200">
                <a:moveTo>
                  <a:pt x="271949" y="1199049"/>
                </a:moveTo>
                <a:cubicBezTo>
                  <a:pt x="97940" y="1372108"/>
                  <a:pt x="0" y="1607924"/>
                  <a:pt x="0" y="1854200"/>
                </a:cubicBezTo>
                <a:lnTo>
                  <a:pt x="1854200" y="1854200"/>
                </a:lnTo>
                <a:cubicBezTo>
                  <a:pt x="1854200" y="1607924"/>
                  <a:pt x="1756260" y="1372108"/>
                  <a:pt x="1582251" y="1199049"/>
                </a:cubicBezTo>
                <a:cubicBezTo>
                  <a:pt x="1408241" y="1025040"/>
                  <a:pt x="1172425" y="927100"/>
                  <a:pt x="927100" y="927100"/>
                </a:cubicBezTo>
                <a:cubicBezTo>
                  <a:pt x="680824" y="927100"/>
                  <a:pt x="445008" y="1025040"/>
                  <a:pt x="271949" y="1199049"/>
                </a:cubicBezTo>
                <a:close/>
                <a:moveTo>
                  <a:pt x="271949" y="655151"/>
                </a:moveTo>
                <a:cubicBezTo>
                  <a:pt x="97940" y="482092"/>
                  <a:pt x="0" y="246276"/>
                  <a:pt x="0" y="0"/>
                </a:cubicBezTo>
                <a:lnTo>
                  <a:pt x="1854200" y="0"/>
                </a:lnTo>
                <a:cubicBezTo>
                  <a:pt x="1854200" y="246276"/>
                  <a:pt x="1756260" y="482092"/>
                  <a:pt x="1582251" y="655151"/>
                </a:cubicBezTo>
                <a:cubicBezTo>
                  <a:pt x="1408241" y="829160"/>
                  <a:pt x="1172425" y="927100"/>
                  <a:pt x="927100" y="927100"/>
                </a:cubicBezTo>
                <a:cubicBezTo>
                  <a:pt x="680824" y="927100"/>
                  <a:pt x="445008" y="829160"/>
                  <a:pt x="271949" y="655151"/>
                </a:cubicBezTo>
                <a:close/>
              </a:path>
            </a:pathLst>
          </a:custGeom>
          <a:gradFill>
            <a:gsLst>
              <a:gs pos="10000">
                <a:srgbClr val="8A3FFC"/>
              </a:gs>
              <a:gs pos="50000">
                <a:srgbClr val="D02670"/>
              </a:gs>
              <a:gs pos="90000">
                <a:srgbClr val="FA4D56"/>
              </a:gs>
            </a:gsLst>
            <a:lin ang="8100000" scaled="0"/>
          </a:gradFill>
          <a:ln w="9476">
            <a:noFill/>
            <a:prstDash val="solid"/>
          </a:ln>
        </p:spPr>
        <p:txBody>
          <a:bodyPr/>
          <a:lstStyle/>
          <a:p>
            <a:endParaRPr/>
          </a:p>
        </p:txBody>
      </p:sp>
      <p:sp>
        <p:nvSpPr>
          <p:cNvPr id="3" name="TextBox 2">
            <a:extLst>
              <a:ext uri="{FF2B5EF4-FFF2-40B4-BE49-F238E27FC236}">
                <a16:creationId xmlns:a16="http://schemas.microsoft.com/office/drawing/2014/main" id="{9CF3964B-7C27-0138-2412-983FF9FC603D}"/>
              </a:ext>
            </a:extLst>
          </p:cNvPr>
          <p:cNvSpPr>
            <a:spLocks noGrp="1"/>
          </p:cNvSpPr>
          <p:nvPr/>
        </p:nvSpPr>
        <p:spPr>
          <a:xfrm>
            <a:off x="693231" y="12515942"/>
            <a:ext cx="6800495" cy="861774"/>
          </a:xfrm>
          <a:prstGeom prst="rect">
            <a:avLst/>
          </a:prstGeom>
          <a:noFill/>
          <a:ln w="12700"/>
        </p:spPr>
        <p:txBody>
          <a:bodyPr wrap="square" lIns="0" tIns="0" rIns="0" bIns="0" anchor="b">
            <a:spAutoFit/>
          </a:bodyPr>
          <a:lstStyle/>
          <a:p>
            <a:r>
              <a:rPr sz="2800" b="0" i="0">
                <a:solidFill>
                  <a:srgbClr val="F4F4F4"/>
                </a:solidFill>
                <a:latin typeface="IBM Plex Mono Light"/>
                <a:ea typeface="IBM Plex Mono Light"/>
                <a:cs typeface="IBM Plex Mono Light"/>
              </a:rPr>
              <a:t>Atlanta, GA</a:t>
            </a:r>
            <a:br/>
            <a:r>
              <a:rPr sz="2800" b="0" i="0">
                <a:solidFill>
                  <a:srgbClr val="F4F4F4"/>
                </a:solidFill>
                <a:latin typeface="IBM Plex Mono Light"/>
                <a:ea typeface="IBM Plex Mono Light"/>
                <a:cs typeface="IBM Plex Mono Light"/>
              </a:rPr>
              <a:t>October 26–29</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Agenda 1">
    <p:bg>
      <p:bgPr>
        <a:solidFill>
          <a:schemeClr val="tx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75ABC18E-8B91-444E-A294-AC49A657F0FD}"/>
              </a:ext>
            </a:extLst>
          </p:cNvPr>
          <p:cNvSpPr>
            <a:spLocks noGrp="1"/>
          </p:cNvSpPr>
          <p:nvPr/>
        </p:nvSpPr>
        <p:spPr>
          <a:xfrm>
            <a:off x="-1" y="0"/>
            <a:ext cx="24387175" cy="13716000"/>
          </a:xfrm>
          <a:prstGeom prst="rect">
            <a:avLst/>
          </a:prstGeom>
          <a:solidFill>
            <a:schemeClr val="tx1"/>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chemeClr val="bg1"/>
              </a:solidFill>
              <a:latin typeface="+mn-lt"/>
              <a:ea typeface="+mn-lt"/>
              <a:cs typeface="+mn-lt"/>
            </a:endParaRP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51020" y="383875"/>
            <a:ext cx="11067892" cy="1292526"/>
          </a:xfrm>
        </p:spPr>
        <p:txBody>
          <a:bodyPr/>
          <a:lstStyle>
            <a:lvl1pPr>
              <a:lnSpc>
                <a:spcPct val="100000"/>
              </a:lnSpc>
              <a:buNone/>
              <a:defRPr sz="3600">
                <a:solidFill>
                  <a:srgbClr val="F4F4F4"/>
                </a:solidFill>
              </a:defRPr>
            </a:lvl1pPr>
          </a:lstStyle>
          <a:p>
            <a:r>
              <a:t>Click to edit Master title style</a:t>
            </a:r>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idx="10"/>
          </p:nvPr>
        </p:nvSpPr>
        <p:spPr>
          <a:xfrm>
            <a:off x="551020" y="3429000"/>
            <a:ext cx="1097280" cy="8567737"/>
          </a:xfrm>
        </p:spPr>
        <p:txBody>
          <a:bodyPr/>
          <a:lstStyle>
            <a:lvl1pPr defTabSz="1161288">
              <a:spcBef>
                <a:spcPts val="0"/>
              </a:spcBef>
              <a:spcAft>
                <a:spcPts val="1800"/>
              </a:spcAft>
              <a:buNone/>
              <a:defRPr sz="6400">
                <a:solidFill>
                  <a:srgbClr val="F4F4F4"/>
                </a:solidFill>
              </a:defRPr>
            </a:lvl1pPr>
            <a:lvl2pPr defTabSz="1161288">
              <a:spcBef>
                <a:spcPts val="0"/>
              </a:spcBef>
              <a:buNone/>
              <a:defRPr>
                <a:solidFill>
                  <a:schemeClr val="tx1"/>
                </a:solidFill>
              </a:defRPr>
            </a:lvl2pPr>
            <a:lvl3pPr defTabSz="1161288">
              <a:spcBef>
                <a:spcPts val="0"/>
              </a:spcBef>
              <a:buNone/>
              <a:defRPr>
                <a:solidFill>
                  <a:schemeClr val="tx1"/>
                </a:solidFill>
              </a:defRPr>
            </a:lvl3pPr>
            <a:lvl4pPr defTabSz="1161288">
              <a:spcBef>
                <a:spcPts val="0"/>
              </a:spcBef>
              <a:buNone/>
              <a:defRPr>
                <a:solidFill>
                  <a:schemeClr val="tx1"/>
                </a:solidFill>
              </a:defRPr>
            </a:lvl4pPr>
            <a:lvl5pPr defTabSz="1161288">
              <a:spcBef>
                <a:spcPts val="0"/>
              </a:spcBef>
              <a:buNone/>
              <a:defRPr>
                <a:solidFill>
                  <a:schemeClr val="tx1"/>
                </a:solidFill>
              </a:defRPr>
            </a:lvl5pPr>
          </a:lstStyle>
          <a:p>
            <a:pPr lvl="0">
              <a:buNone/>
            </a:pPr>
            <a:endParaRPr/>
          </a:p>
        </p:txBody>
      </p:sp>
      <p:sp>
        <p:nvSpPr>
          <p:cNvPr id="9" name="Text Placeholder 6">
            <a:extLst>
              <a:ext uri="{FF2B5EF4-FFF2-40B4-BE49-F238E27FC236}">
                <a16:creationId xmlns:a16="http://schemas.microsoft.com/office/drawing/2014/main" id="{79EEE1D6-6B7E-76B8-7CD3-AF36ED0688CE}"/>
              </a:ext>
            </a:extLst>
          </p:cNvPr>
          <p:cNvSpPr>
            <a:spLocks noGrp="1"/>
          </p:cNvSpPr>
          <p:nvPr>
            <p:ph type="body" idx="11"/>
          </p:nvPr>
        </p:nvSpPr>
        <p:spPr>
          <a:xfrm>
            <a:off x="2041661" y="3429000"/>
            <a:ext cx="9577251" cy="8567737"/>
          </a:xfrm>
        </p:spPr>
        <p:txBody>
          <a:bodyPr/>
          <a:lstStyle>
            <a:lvl1pPr defTabSz="1161288">
              <a:spcBef>
                <a:spcPts val="0"/>
              </a:spcBef>
              <a:spcAft>
                <a:spcPts val="1800"/>
              </a:spcAft>
              <a:buNone/>
              <a:defRPr sz="6400">
                <a:solidFill>
                  <a:srgbClr val="F4F4F4"/>
                </a:solidFill>
              </a:defRPr>
            </a:lvl1pPr>
            <a:lvl2pPr defTabSz="1161288">
              <a:spcBef>
                <a:spcPts val="0"/>
              </a:spcBef>
              <a:buNone/>
              <a:defRPr>
                <a:solidFill>
                  <a:schemeClr val="tx1"/>
                </a:solidFill>
              </a:defRPr>
            </a:lvl2pPr>
            <a:lvl3pPr defTabSz="1161288">
              <a:spcBef>
                <a:spcPts val="0"/>
              </a:spcBef>
              <a:buNone/>
              <a:defRPr>
                <a:solidFill>
                  <a:schemeClr val="tx1"/>
                </a:solidFill>
              </a:defRPr>
            </a:lvl3pPr>
            <a:lvl4pPr defTabSz="1161288">
              <a:spcBef>
                <a:spcPts val="0"/>
              </a:spcBef>
              <a:buNone/>
              <a:defRPr>
                <a:solidFill>
                  <a:schemeClr val="tx1"/>
                </a:solidFill>
              </a:defRPr>
            </a:lvl4pPr>
            <a:lvl5pPr defTabSz="1161288">
              <a:spcBef>
                <a:spcPts val="0"/>
              </a:spcBef>
              <a:buNone/>
              <a:defRPr>
                <a:solidFill>
                  <a:schemeClr val="tx1"/>
                </a:solidFill>
              </a:defRPr>
            </a:lvl5pPr>
          </a:lstStyle>
          <a:p>
            <a:pPr lvl="0">
              <a:buNone/>
            </a:pPr>
            <a:endParaRPr/>
          </a:p>
        </p:txBody>
      </p:sp>
      <p:sp>
        <p:nvSpPr>
          <p:cNvPr id="10" name="Footer Placeholder 9">
            <a:extLst>
              <a:ext uri="{FF2B5EF4-FFF2-40B4-BE49-F238E27FC236}">
                <a16:creationId xmlns:a16="http://schemas.microsoft.com/office/drawing/2014/main" id="{BEE42D56-845E-8955-617D-714DF745137F}"/>
              </a:ext>
            </a:extLst>
          </p:cNvPr>
          <p:cNvSpPr>
            <a:spLocks noGrp="1"/>
          </p:cNvSpPr>
          <p:nvPr>
            <p:ph type="ftr" idx="12"/>
          </p:nvPr>
        </p:nvSpPr>
        <p:spPr/>
        <p:txBody>
          <a:bodyPr/>
          <a:lstStyle/>
          <a:p>
            <a:r>
              <a:t>IBM TechXchange | © 2026 IBM Corporation</a:t>
            </a:r>
          </a:p>
        </p:txBody>
      </p:sp>
      <p:pic>
        <p:nvPicPr>
          <p:cNvPr id="43" name="Picture 2"/>
          <p:cNvPicPr>
            <a:picLocks noChangeAspect="1"/>
          </p:cNvPicPr>
          <p:nvPr/>
        </p:nvPicPr>
        <p:blipFill>
          <a:blip r:embed="rId2"/>
          <a:srcRect t="12433" b="12433"/>
          <a:stretch/>
        </p:blipFill>
        <p:spPr>
          <a:xfrm>
            <a:off x="17539970" y="-7"/>
            <a:ext cx="6847205" cy="6858000"/>
          </a:xfrm>
          <a:prstGeom prst="rect">
            <a:avLst/>
          </a:prstGeom>
        </p:spPr>
      </p:pic>
      <p:sp>
        <p:nvSpPr>
          <p:cNvPr id="12" name="Graphic 10">
            <a:extLst>
              <a:ext uri="{FF2B5EF4-FFF2-40B4-BE49-F238E27FC236}">
                <a16:creationId xmlns:a16="http://schemas.microsoft.com/office/drawing/2014/main" id="{E0F4E0A5-5715-4B56-FD74-A84349F6329B}"/>
              </a:ext>
            </a:extLst>
          </p:cNvPr>
          <p:cNvSpPr>
            <a:spLocks noGrp="1"/>
          </p:cNvSpPr>
          <p:nvPr/>
        </p:nvSpPr>
        <p:spPr>
          <a:xfrm rot="16200000">
            <a:off x="17529167" y="6857992"/>
            <a:ext cx="6858007" cy="6858007"/>
          </a:xfrm>
          <a:custGeom>
            <a:avLst/>
            <a:gdLst>
              <a:gd name="csX0" fmla="*/ 9320576 w 9320576"/>
              <a:gd name="csY0" fmla="*/ 9320576 h 9320576"/>
              <a:gd name="csX1" fmla="*/ 9320576 w 9320576"/>
              <a:gd name="csY1" fmla="*/ 0 h 9320576"/>
              <a:gd name="csX2" fmla="*/ 4660288 w 9320576"/>
              <a:gd name="csY2" fmla="*/ 0 h 9320576"/>
              <a:gd name="csX3" fmla="*/ 9320576 w 9320576"/>
              <a:gd name="csY3" fmla="*/ 4660288 h 9320576"/>
              <a:gd name="csX4" fmla="*/ 4660288 w 9320576"/>
              <a:gd name="csY4" fmla="*/ 9320576 h 9320576"/>
              <a:gd name="csX5" fmla="*/ 9320576 w 9320576"/>
              <a:gd name="csY5" fmla="*/ 9320576 h 9320576"/>
              <a:gd name="csX6" fmla="*/ 0 w 9320576"/>
              <a:gd name="csY6" fmla="*/ 9320576 h 9320576"/>
              <a:gd name="csX7" fmla="*/ 0 w 9320576"/>
              <a:gd name="csY7" fmla="*/ 0 h 9320576"/>
              <a:gd name="csX8" fmla="*/ 4660288 w 9320576"/>
              <a:gd name="csY8" fmla="*/ 4660288 h 9320576"/>
              <a:gd name="csX9" fmla="*/ 0 w 9320576"/>
              <a:gd name="csY9" fmla="*/ 9320576 h 9320576"/>
            </a:gdLst>
            <a:ahLst/>
            <a:cxnLst/>
            <a:rect l="l" t="t" r="r" b="b"/>
            <a:pathLst>
              <a:path w="9320576" h="9320576">
                <a:moveTo>
                  <a:pt x="9320576" y="9320576"/>
                </a:moveTo>
                <a:lnTo>
                  <a:pt x="9320576" y="0"/>
                </a:lnTo>
                <a:lnTo>
                  <a:pt x="4660288" y="0"/>
                </a:lnTo>
                <a:lnTo>
                  <a:pt x="9320576" y="4660288"/>
                </a:lnTo>
                <a:lnTo>
                  <a:pt x="4660288" y="9320576"/>
                </a:lnTo>
                <a:lnTo>
                  <a:pt x="9320576" y="9320576"/>
                </a:lnTo>
                <a:close/>
                <a:moveTo>
                  <a:pt x="0" y="9320576"/>
                </a:moveTo>
                <a:lnTo>
                  <a:pt x="0" y="0"/>
                </a:lnTo>
                <a:lnTo>
                  <a:pt x="4660288" y="4660288"/>
                </a:lnTo>
                <a:lnTo>
                  <a:pt x="0" y="9320576"/>
                </a:lnTo>
                <a:close/>
              </a:path>
            </a:pathLst>
          </a:custGeom>
          <a:gradFill>
            <a:gsLst>
              <a:gs pos="50000">
                <a:srgbClr val="D02670"/>
              </a:gs>
              <a:gs pos="10000">
                <a:srgbClr val="8A3FFC"/>
              </a:gs>
              <a:gs pos="90000">
                <a:srgbClr val="FA4D56"/>
              </a:gs>
            </a:gsLst>
            <a:lin ang="2700000" scaled="0"/>
          </a:gradFill>
          <a:ln w="47772">
            <a:noFill/>
            <a:prstDash val="solid"/>
          </a:ln>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Agenda 2">
    <p:bg>
      <p:bgPr>
        <a:solidFill>
          <a:schemeClr val="tx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75ABC18E-8B91-444E-A294-AC49A657F0FD}"/>
              </a:ext>
            </a:extLst>
          </p:cNvPr>
          <p:cNvSpPr>
            <a:spLocks noGrp="1"/>
          </p:cNvSpPr>
          <p:nvPr/>
        </p:nvSpPr>
        <p:spPr>
          <a:xfrm>
            <a:off x="-1" y="0"/>
            <a:ext cx="24387175" cy="13716000"/>
          </a:xfrm>
          <a:prstGeom prst="rect">
            <a:avLst/>
          </a:prstGeom>
          <a:solidFill>
            <a:schemeClr val="tx1"/>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chemeClr val="bg1"/>
              </a:solidFill>
              <a:latin typeface="+mn-lt"/>
              <a:ea typeface="+mn-lt"/>
              <a:cs typeface="+mn-lt"/>
            </a:endParaRP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51020" y="383875"/>
            <a:ext cx="11067892" cy="1292526"/>
          </a:xfrm>
        </p:spPr>
        <p:txBody>
          <a:bodyPr/>
          <a:lstStyle>
            <a:lvl1pPr>
              <a:lnSpc>
                <a:spcPct val="100000"/>
              </a:lnSpc>
              <a:buNone/>
              <a:defRPr sz="6600">
                <a:solidFill>
                  <a:srgbClr val="F4F4F4"/>
                </a:solidFill>
              </a:defRPr>
            </a:lvl1pPr>
          </a:lstStyle>
          <a:p>
            <a:r>
              <a:t>Click to edit Master title style</a:t>
            </a:r>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idx="10"/>
          </p:nvPr>
        </p:nvSpPr>
        <p:spPr>
          <a:xfrm>
            <a:off x="551020" y="3429000"/>
            <a:ext cx="1097280" cy="8567737"/>
          </a:xfrm>
        </p:spPr>
        <p:txBody>
          <a:bodyPr/>
          <a:lstStyle>
            <a:lvl1pPr defTabSz="1161288">
              <a:spcBef>
                <a:spcPts val="0"/>
              </a:spcBef>
              <a:spcAft>
                <a:spcPts val="1800"/>
              </a:spcAft>
              <a:buNone/>
              <a:defRPr sz="6400">
                <a:solidFill>
                  <a:srgbClr val="F4F4F4"/>
                </a:solidFill>
              </a:defRPr>
            </a:lvl1pPr>
            <a:lvl2pPr defTabSz="1161288">
              <a:spcBef>
                <a:spcPts val="0"/>
              </a:spcBef>
              <a:buNone/>
              <a:defRPr>
                <a:solidFill>
                  <a:schemeClr val="tx1"/>
                </a:solidFill>
              </a:defRPr>
            </a:lvl2pPr>
            <a:lvl3pPr defTabSz="1161288">
              <a:spcBef>
                <a:spcPts val="0"/>
              </a:spcBef>
              <a:buNone/>
              <a:defRPr>
                <a:solidFill>
                  <a:schemeClr val="tx1"/>
                </a:solidFill>
              </a:defRPr>
            </a:lvl3pPr>
            <a:lvl4pPr defTabSz="1161288">
              <a:spcBef>
                <a:spcPts val="0"/>
              </a:spcBef>
              <a:buNone/>
              <a:defRPr>
                <a:solidFill>
                  <a:schemeClr val="tx1"/>
                </a:solidFill>
              </a:defRPr>
            </a:lvl4pPr>
            <a:lvl5pPr defTabSz="1161288">
              <a:spcBef>
                <a:spcPts val="0"/>
              </a:spcBef>
              <a:buNone/>
              <a:defRPr>
                <a:solidFill>
                  <a:schemeClr val="tx1"/>
                </a:solidFill>
              </a:defRPr>
            </a:lvl5pPr>
          </a:lstStyle>
          <a:p>
            <a:pPr lvl="0">
              <a:buNone/>
            </a:pPr>
            <a:endParaRPr/>
          </a:p>
        </p:txBody>
      </p:sp>
      <p:sp>
        <p:nvSpPr>
          <p:cNvPr id="9" name="Text Placeholder 6">
            <a:extLst>
              <a:ext uri="{FF2B5EF4-FFF2-40B4-BE49-F238E27FC236}">
                <a16:creationId xmlns:a16="http://schemas.microsoft.com/office/drawing/2014/main" id="{79EEE1D6-6B7E-76B8-7CD3-AF36ED0688CE}"/>
              </a:ext>
            </a:extLst>
          </p:cNvPr>
          <p:cNvSpPr>
            <a:spLocks noGrp="1"/>
          </p:cNvSpPr>
          <p:nvPr>
            <p:ph type="body" idx="11"/>
          </p:nvPr>
        </p:nvSpPr>
        <p:spPr>
          <a:xfrm>
            <a:off x="2041661" y="3429000"/>
            <a:ext cx="9577251" cy="8567737"/>
          </a:xfrm>
        </p:spPr>
        <p:txBody>
          <a:bodyPr/>
          <a:lstStyle>
            <a:lvl1pPr defTabSz="1161288">
              <a:spcBef>
                <a:spcPts val="0"/>
              </a:spcBef>
              <a:spcAft>
                <a:spcPts val="1800"/>
              </a:spcAft>
              <a:buNone/>
              <a:defRPr sz="6400">
                <a:solidFill>
                  <a:srgbClr val="F4F4F4"/>
                </a:solidFill>
              </a:defRPr>
            </a:lvl1pPr>
            <a:lvl2pPr defTabSz="1161288">
              <a:spcBef>
                <a:spcPts val="0"/>
              </a:spcBef>
              <a:buNone/>
              <a:defRPr>
                <a:solidFill>
                  <a:schemeClr val="tx1"/>
                </a:solidFill>
              </a:defRPr>
            </a:lvl2pPr>
            <a:lvl3pPr defTabSz="1161288">
              <a:spcBef>
                <a:spcPts val="0"/>
              </a:spcBef>
              <a:buNone/>
              <a:defRPr>
                <a:solidFill>
                  <a:schemeClr val="tx1"/>
                </a:solidFill>
              </a:defRPr>
            </a:lvl3pPr>
            <a:lvl4pPr defTabSz="1161288">
              <a:spcBef>
                <a:spcPts val="0"/>
              </a:spcBef>
              <a:buNone/>
              <a:defRPr>
                <a:solidFill>
                  <a:schemeClr val="tx1"/>
                </a:solidFill>
              </a:defRPr>
            </a:lvl4pPr>
            <a:lvl5pPr defTabSz="1161288">
              <a:spcBef>
                <a:spcPts val="0"/>
              </a:spcBef>
              <a:buNone/>
              <a:defRPr>
                <a:solidFill>
                  <a:schemeClr val="tx1"/>
                </a:solidFill>
              </a:defRPr>
            </a:lvl5pPr>
          </a:lstStyle>
          <a:p>
            <a:pPr lvl="0">
              <a:buNone/>
            </a:pPr>
            <a:endParaRPr/>
          </a:p>
        </p:txBody>
      </p:sp>
      <p:sp>
        <p:nvSpPr>
          <p:cNvPr id="23" name="Freeform: Shape 30">
            <a:extLst>
              <a:ext uri="{FF2B5EF4-FFF2-40B4-BE49-F238E27FC236}">
                <a16:creationId xmlns:a16="http://schemas.microsoft.com/office/drawing/2014/main" id="{3F1E0EE2-3537-124C-93DA-E8D4AC77BDDE}"/>
              </a:ext>
            </a:extLst>
          </p:cNvPr>
          <p:cNvSpPr>
            <a:spLocks noGrp="1"/>
          </p:cNvSpPr>
          <p:nvPr/>
        </p:nvSpPr>
        <p:spPr>
          <a:xfrm>
            <a:off x="14796768" y="0"/>
            <a:ext cx="2743200" cy="2743200"/>
          </a:xfrm>
          <a:custGeom>
            <a:avLst/>
            <a:gdLst>
              <a:gd name="connsiteX0" fmla="*/ 0 w 952500"/>
              <a:gd name="connsiteY0" fmla="*/ 0 h 952500"/>
              <a:gd name="connsiteX1" fmla="*/ 952500 w 952500"/>
              <a:gd name="connsiteY1" fmla="*/ 0 h 952500"/>
              <a:gd name="connsiteX2" fmla="*/ 952500 w 952500"/>
              <a:gd name="connsiteY2" fmla="*/ 952500 h 952500"/>
              <a:gd name="connsiteX3" fmla="*/ 0 w 952500"/>
              <a:gd name="connsiteY3" fmla="*/ 952500 h 952500"/>
            </a:gdLst>
            <a:ahLst/>
            <a:cxnLst/>
            <a:rect l="l" t="t" r="r" b="b"/>
            <a:pathLst>
              <a:path w="952500" h="952500">
                <a:moveTo>
                  <a:pt x="0" y="0"/>
                </a:moveTo>
                <a:lnTo>
                  <a:pt x="952500" y="0"/>
                </a:lnTo>
                <a:lnTo>
                  <a:pt x="952500" y="952500"/>
                </a:lnTo>
                <a:lnTo>
                  <a:pt x="0" y="952500"/>
                </a:lnTo>
                <a:close/>
              </a:path>
            </a:pathLst>
          </a:custGeom>
          <a:noFill/>
          <a:ln w="9525">
            <a:noFill/>
            <a:prstDash val="solid"/>
          </a:ln>
        </p:spPr>
        <p:txBody>
          <a:bodyPr anchor="ctr"/>
          <a:lstStyle/>
          <a:p>
            <a:endParaRPr/>
          </a:p>
        </p:txBody>
      </p:sp>
      <p:sp>
        <p:nvSpPr>
          <p:cNvPr id="37" name="Freeform: Shape 31">
            <a:extLst>
              <a:ext uri="{FF2B5EF4-FFF2-40B4-BE49-F238E27FC236}">
                <a16:creationId xmlns:a16="http://schemas.microsoft.com/office/drawing/2014/main" id="{3B0129E4-4E5E-D14D-9F8A-8C67C7E7F55F}"/>
              </a:ext>
            </a:extLst>
          </p:cNvPr>
          <p:cNvSpPr>
            <a:spLocks noGrp="1"/>
          </p:cNvSpPr>
          <p:nvPr/>
        </p:nvSpPr>
        <p:spPr>
          <a:xfrm>
            <a:off x="15035428" y="238657"/>
            <a:ext cx="2238448" cy="2238448"/>
          </a:xfrm>
          <a:custGeom>
            <a:avLst/>
            <a:gdLst>
              <a:gd name="connsiteX0" fmla="*/ 388620 w 777239"/>
              <a:gd name="connsiteY0" fmla="*/ 777240 h 777239"/>
              <a:gd name="connsiteX1" fmla="*/ 0 w 777239"/>
              <a:gd name="connsiteY1" fmla="*/ 388620 h 777239"/>
              <a:gd name="connsiteX2" fmla="*/ 388620 w 777239"/>
              <a:gd name="connsiteY2" fmla="*/ 0 h 777239"/>
              <a:gd name="connsiteX3" fmla="*/ 777240 w 777239"/>
              <a:gd name="connsiteY3" fmla="*/ 388620 h 777239"/>
              <a:gd name="connsiteX4" fmla="*/ 685904 w 777239"/>
              <a:gd name="connsiteY4" fmla="*/ 638364 h 777239"/>
              <a:gd name="connsiteX5" fmla="*/ 691395 w 777239"/>
              <a:gd name="connsiteY5" fmla="*/ 656960 h 777239"/>
              <a:gd name="connsiteX6" fmla="*/ 656985 w 777239"/>
              <a:gd name="connsiteY6" fmla="*/ 691369 h 777239"/>
              <a:gd name="connsiteX7" fmla="*/ 638364 w 777239"/>
              <a:gd name="connsiteY7" fmla="*/ 685879 h 777239"/>
              <a:gd name="connsiteX8" fmla="*/ 388620 w 777239"/>
              <a:gd name="connsiteY8" fmla="*/ 777240 h 777239"/>
              <a:gd name="connsiteX9" fmla="*/ 388620 w 777239"/>
              <a:gd name="connsiteY9" fmla="*/ 18216 h 777239"/>
              <a:gd name="connsiteX10" fmla="*/ 18216 w 777239"/>
              <a:gd name="connsiteY10" fmla="*/ 388620 h 777239"/>
              <a:gd name="connsiteX11" fmla="*/ 388620 w 777239"/>
              <a:gd name="connsiteY11" fmla="*/ 759023 h 777239"/>
              <a:gd name="connsiteX12" fmla="*/ 486332 w 777239"/>
              <a:gd name="connsiteY12" fmla="*/ 745817 h 777239"/>
              <a:gd name="connsiteX13" fmla="*/ 461967 w 777239"/>
              <a:gd name="connsiteY13" fmla="*/ 746879 h 777239"/>
              <a:gd name="connsiteX14" fmla="*/ 177105 w 777239"/>
              <a:gd name="connsiteY14" fmla="*/ 461993 h 777239"/>
              <a:gd name="connsiteX15" fmla="*/ 461967 w 777239"/>
              <a:gd name="connsiteY15" fmla="*/ 177130 h 777239"/>
              <a:gd name="connsiteX16" fmla="*/ 746854 w 777239"/>
              <a:gd name="connsiteY16" fmla="*/ 461993 h 777239"/>
              <a:gd name="connsiteX17" fmla="*/ 745791 w 777239"/>
              <a:gd name="connsiteY17" fmla="*/ 486382 h 777239"/>
              <a:gd name="connsiteX18" fmla="*/ 758998 w 777239"/>
              <a:gd name="connsiteY18" fmla="*/ 388645 h 777239"/>
              <a:gd name="connsiteX19" fmla="*/ 388620 w 777239"/>
              <a:gd name="connsiteY19" fmla="*/ 18216 h 777239"/>
              <a:gd name="connsiteX20" fmla="*/ 461967 w 777239"/>
              <a:gd name="connsiteY20" fmla="*/ 195322 h 777239"/>
              <a:gd name="connsiteX21" fmla="*/ 195296 w 777239"/>
              <a:gd name="connsiteY21" fmla="*/ 461993 h 777239"/>
              <a:gd name="connsiteX22" fmla="*/ 461967 w 777239"/>
              <a:gd name="connsiteY22" fmla="*/ 728637 h 777239"/>
              <a:gd name="connsiteX23" fmla="*/ 541866 w 777239"/>
              <a:gd name="connsiteY23" fmla="*/ 716366 h 777239"/>
              <a:gd name="connsiteX24" fmla="*/ 535314 w 777239"/>
              <a:gd name="connsiteY24" fmla="*/ 716493 h 777239"/>
              <a:gd name="connsiteX25" fmla="*/ 354186 w 777239"/>
              <a:gd name="connsiteY25" fmla="*/ 535365 h 777239"/>
              <a:gd name="connsiteX26" fmla="*/ 535314 w 777239"/>
              <a:gd name="connsiteY26" fmla="*/ 354236 h 777239"/>
              <a:gd name="connsiteX27" fmla="*/ 716442 w 777239"/>
              <a:gd name="connsiteY27" fmla="*/ 535365 h 777239"/>
              <a:gd name="connsiteX28" fmla="*/ 716316 w 777239"/>
              <a:gd name="connsiteY28" fmla="*/ 541867 h 777239"/>
              <a:gd name="connsiteX29" fmla="*/ 728587 w 777239"/>
              <a:gd name="connsiteY29" fmla="*/ 462017 h 777239"/>
              <a:gd name="connsiteX30" fmla="*/ 461967 w 777239"/>
              <a:gd name="connsiteY30" fmla="*/ 195322 h 777239"/>
              <a:gd name="connsiteX31" fmla="*/ 535339 w 777239"/>
              <a:gd name="connsiteY31" fmla="*/ 372427 h 777239"/>
              <a:gd name="connsiteX32" fmla="*/ 372427 w 777239"/>
              <a:gd name="connsiteY32" fmla="*/ 535339 h 777239"/>
              <a:gd name="connsiteX33" fmla="*/ 535339 w 777239"/>
              <a:gd name="connsiteY33" fmla="*/ 698226 h 777239"/>
              <a:gd name="connsiteX34" fmla="*/ 625486 w 777239"/>
              <a:gd name="connsiteY34" fmla="*/ 670825 h 777239"/>
              <a:gd name="connsiteX35" fmla="*/ 622551 w 777239"/>
              <a:gd name="connsiteY35" fmla="*/ 656960 h 777239"/>
              <a:gd name="connsiteX36" fmla="*/ 656960 w 777239"/>
              <a:gd name="connsiteY36" fmla="*/ 622551 h 777239"/>
              <a:gd name="connsiteX37" fmla="*/ 670825 w 777239"/>
              <a:gd name="connsiteY37" fmla="*/ 625486 h 777239"/>
              <a:gd name="connsiteX38" fmla="*/ 698226 w 777239"/>
              <a:gd name="connsiteY38" fmla="*/ 535339 h 777239"/>
              <a:gd name="connsiteX39" fmla="*/ 535339 w 777239"/>
              <a:gd name="connsiteY39" fmla="*/ 372427 h 777239"/>
              <a:gd name="connsiteX40" fmla="*/ 656960 w 777239"/>
              <a:gd name="connsiteY40" fmla="*/ 640793 h 777239"/>
              <a:gd name="connsiteX41" fmla="*/ 640767 w 777239"/>
              <a:gd name="connsiteY41" fmla="*/ 656986 h 777239"/>
              <a:gd name="connsiteX42" fmla="*/ 656960 w 777239"/>
              <a:gd name="connsiteY42" fmla="*/ 673178 h 777239"/>
              <a:gd name="connsiteX43" fmla="*/ 673152 w 777239"/>
              <a:gd name="connsiteY43" fmla="*/ 656986 h 777239"/>
              <a:gd name="connsiteX44" fmla="*/ 656960 w 777239"/>
              <a:gd name="connsiteY44" fmla="*/ 640793 h 777239"/>
            </a:gdLst>
            <a:ahLst/>
            <a:cxnLst/>
            <a:rect l="l" t="t" r="r" b="b"/>
            <a:pathLst>
              <a:path w="777239" h="777239">
                <a:moveTo>
                  <a:pt x="388620" y="777240"/>
                </a:moveTo>
                <a:cubicBezTo>
                  <a:pt x="174322" y="777240"/>
                  <a:pt x="0" y="602918"/>
                  <a:pt x="0" y="388620"/>
                </a:cubicBezTo>
                <a:cubicBezTo>
                  <a:pt x="0" y="174322"/>
                  <a:pt x="174322" y="0"/>
                  <a:pt x="388620" y="0"/>
                </a:cubicBezTo>
                <a:cubicBezTo>
                  <a:pt x="602918" y="0"/>
                  <a:pt x="777240" y="174322"/>
                  <a:pt x="777240" y="388620"/>
                </a:cubicBezTo>
                <a:cubicBezTo>
                  <a:pt x="777240" y="479880"/>
                  <a:pt x="744855" y="568256"/>
                  <a:pt x="685904" y="638364"/>
                </a:cubicBezTo>
                <a:cubicBezTo>
                  <a:pt x="689370" y="643728"/>
                  <a:pt x="691395" y="650129"/>
                  <a:pt x="691395" y="656960"/>
                </a:cubicBezTo>
                <a:cubicBezTo>
                  <a:pt x="691395" y="675936"/>
                  <a:pt x="675961" y="691369"/>
                  <a:pt x="656985" y="691369"/>
                </a:cubicBezTo>
                <a:cubicBezTo>
                  <a:pt x="650128" y="691369"/>
                  <a:pt x="643753" y="689345"/>
                  <a:pt x="638364" y="685879"/>
                </a:cubicBezTo>
                <a:cubicBezTo>
                  <a:pt x="568281" y="744855"/>
                  <a:pt x="479880" y="777240"/>
                  <a:pt x="388620" y="777240"/>
                </a:cubicBezTo>
                <a:close/>
                <a:moveTo>
                  <a:pt x="388620" y="18216"/>
                </a:moveTo>
                <a:cubicBezTo>
                  <a:pt x="184366" y="18216"/>
                  <a:pt x="18216" y="184367"/>
                  <a:pt x="18216" y="388620"/>
                </a:cubicBezTo>
                <a:cubicBezTo>
                  <a:pt x="18216" y="592848"/>
                  <a:pt x="184366" y="759023"/>
                  <a:pt x="388620" y="759023"/>
                </a:cubicBezTo>
                <a:cubicBezTo>
                  <a:pt x="421866" y="759023"/>
                  <a:pt x="454731" y="754520"/>
                  <a:pt x="486332" y="745817"/>
                </a:cubicBezTo>
                <a:cubicBezTo>
                  <a:pt x="478260" y="746500"/>
                  <a:pt x="470114" y="746879"/>
                  <a:pt x="461967" y="746879"/>
                </a:cubicBezTo>
                <a:cubicBezTo>
                  <a:pt x="304900" y="746879"/>
                  <a:pt x="177105" y="619060"/>
                  <a:pt x="177105" y="461993"/>
                </a:cubicBezTo>
                <a:cubicBezTo>
                  <a:pt x="177105" y="304925"/>
                  <a:pt x="304900" y="177130"/>
                  <a:pt x="461967" y="177130"/>
                </a:cubicBezTo>
                <a:cubicBezTo>
                  <a:pt x="619034" y="177130"/>
                  <a:pt x="746854" y="304925"/>
                  <a:pt x="746854" y="461993"/>
                </a:cubicBezTo>
                <a:cubicBezTo>
                  <a:pt x="746854" y="470139"/>
                  <a:pt x="746474" y="478286"/>
                  <a:pt x="745791" y="486382"/>
                </a:cubicBezTo>
                <a:cubicBezTo>
                  <a:pt x="754520" y="454731"/>
                  <a:pt x="758998" y="421891"/>
                  <a:pt x="758998" y="388645"/>
                </a:cubicBezTo>
                <a:cubicBezTo>
                  <a:pt x="759023" y="184367"/>
                  <a:pt x="592848" y="18216"/>
                  <a:pt x="388620" y="18216"/>
                </a:cubicBezTo>
                <a:close/>
                <a:moveTo>
                  <a:pt x="461967" y="195322"/>
                </a:moveTo>
                <a:cubicBezTo>
                  <a:pt x="314919" y="195322"/>
                  <a:pt x="195296" y="314944"/>
                  <a:pt x="195296" y="461993"/>
                </a:cubicBezTo>
                <a:cubicBezTo>
                  <a:pt x="195296" y="609041"/>
                  <a:pt x="314919" y="728637"/>
                  <a:pt x="461967" y="728637"/>
                </a:cubicBezTo>
                <a:cubicBezTo>
                  <a:pt x="489216" y="728637"/>
                  <a:pt x="516187" y="724437"/>
                  <a:pt x="541866" y="716366"/>
                </a:cubicBezTo>
                <a:cubicBezTo>
                  <a:pt x="539691" y="716443"/>
                  <a:pt x="537490" y="716493"/>
                  <a:pt x="535314" y="716493"/>
                </a:cubicBezTo>
                <a:cubicBezTo>
                  <a:pt x="435452" y="716493"/>
                  <a:pt x="354186" y="635227"/>
                  <a:pt x="354186" y="535365"/>
                </a:cubicBezTo>
                <a:cubicBezTo>
                  <a:pt x="354186" y="435503"/>
                  <a:pt x="435426" y="354236"/>
                  <a:pt x="535314" y="354236"/>
                </a:cubicBezTo>
                <a:cubicBezTo>
                  <a:pt x="635202" y="354236"/>
                  <a:pt x="716442" y="435477"/>
                  <a:pt x="716442" y="535365"/>
                </a:cubicBezTo>
                <a:cubicBezTo>
                  <a:pt x="716442" y="537540"/>
                  <a:pt x="716392" y="539716"/>
                  <a:pt x="716316" y="541867"/>
                </a:cubicBezTo>
                <a:cubicBezTo>
                  <a:pt x="724386" y="516186"/>
                  <a:pt x="728587" y="489267"/>
                  <a:pt x="728587" y="462017"/>
                </a:cubicBezTo>
                <a:cubicBezTo>
                  <a:pt x="728612" y="314944"/>
                  <a:pt x="609015" y="195322"/>
                  <a:pt x="461967" y="195322"/>
                </a:cubicBezTo>
                <a:close/>
                <a:moveTo>
                  <a:pt x="535339" y="372427"/>
                </a:moveTo>
                <a:cubicBezTo>
                  <a:pt x="445496" y="372427"/>
                  <a:pt x="372427" y="445496"/>
                  <a:pt x="372427" y="535339"/>
                </a:cubicBezTo>
                <a:cubicBezTo>
                  <a:pt x="372427" y="625183"/>
                  <a:pt x="445496" y="698226"/>
                  <a:pt x="535339" y="698226"/>
                </a:cubicBezTo>
                <a:cubicBezTo>
                  <a:pt x="567649" y="698226"/>
                  <a:pt x="598642" y="688789"/>
                  <a:pt x="625486" y="670825"/>
                </a:cubicBezTo>
                <a:cubicBezTo>
                  <a:pt x="623614" y="666574"/>
                  <a:pt x="622551" y="661894"/>
                  <a:pt x="622551" y="656960"/>
                </a:cubicBezTo>
                <a:cubicBezTo>
                  <a:pt x="622551" y="637984"/>
                  <a:pt x="637984" y="622551"/>
                  <a:pt x="656960" y="622551"/>
                </a:cubicBezTo>
                <a:cubicBezTo>
                  <a:pt x="661894" y="622551"/>
                  <a:pt x="666574" y="623614"/>
                  <a:pt x="670825" y="625486"/>
                </a:cubicBezTo>
                <a:cubicBezTo>
                  <a:pt x="688788" y="598616"/>
                  <a:pt x="698226" y="567649"/>
                  <a:pt x="698226" y="535339"/>
                </a:cubicBezTo>
                <a:cubicBezTo>
                  <a:pt x="698226" y="445496"/>
                  <a:pt x="625182" y="372427"/>
                  <a:pt x="535339" y="372427"/>
                </a:cubicBezTo>
                <a:close/>
                <a:moveTo>
                  <a:pt x="656960" y="640793"/>
                </a:moveTo>
                <a:cubicBezTo>
                  <a:pt x="648029" y="640793"/>
                  <a:pt x="640767" y="648054"/>
                  <a:pt x="640767" y="656986"/>
                </a:cubicBezTo>
                <a:cubicBezTo>
                  <a:pt x="640767" y="665916"/>
                  <a:pt x="648029" y="673178"/>
                  <a:pt x="656960" y="673178"/>
                </a:cubicBezTo>
                <a:cubicBezTo>
                  <a:pt x="665891" y="673178"/>
                  <a:pt x="673152" y="665916"/>
                  <a:pt x="673152" y="656986"/>
                </a:cubicBezTo>
                <a:cubicBezTo>
                  <a:pt x="673152" y="648054"/>
                  <a:pt x="665891" y="640793"/>
                  <a:pt x="656960" y="640793"/>
                </a:cubicBezTo>
                <a:close/>
              </a:path>
            </a:pathLst>
          </a:custGeom>
          <a:solidFill>
            <a:srgbClr val="BE95FF"/>
          </a:solidFill>
          <a:ln w="9525">
            <a:noFill/>
            <a:prstDash val="solid"/>
          </a:ln>
        </p:spPr>
        <p:txBody>
          <a:bodyPr anchor="ctr"/>
          <a:lstStyle/>
          <a:p>
            <a:endParaRPr/>
          </a:p>
        </p:txBody>
      </p:sp>
      <p:sp>
        <p:nvSpPr>
          <p:cNvPr id="39" name="Freeform: Shape 7">
            <a:extLst>
              <a:ext uri="{FF2B5EF4-FFF2-40B4-BE49-F238E27FC236}">
                <a16:creationId xmlns:a16="http://schemas.microsoft.com/office/drawing/2014/main" id="{ED5E26F9-DC62-E34D-B009-008CD3349E5B}"/>
              </a:ext>
            </a:extLst>
          </p:cNvPr>
          <p:cNvSpPr>
            <a:spLocks noGrp="1"/>
          </p:cNvSpPr>
          <p:nvPr/>
        </p:nvSpPr>
        <p:spPr>
          <a:xfrm rot="5400000">
            <a:off x="17541727" y="-1054"/>
            <a:ext cx="6857297" cy="6860814"/>
          </a:xfrm>
          <a:custGeom>
            <a:avLst/>
            <a:gdLst>
              <a:gd name="connsiteX0" fmla="*/ 716288 w 1432576"/>
              <a:gd name="connsiteY0" fmla="*/ 717023 h 1433311"/>
              <a:gd name="connsiteX1" fmla="*/ 210111 w 1432576"/>
              <a:gd name="connsiteY1" fmla="*/ 927134 h 1433311"/>
              <a:gd name="connsiteX2" fmla="*/ 0 w 1432576"/>
              <a:gd name="connsiteY2" fmla="*/ 1433311 h 1433311"/>
              <a:gd name="connsiteX3" fmla="*/ 716288 w 1432576"/>
              <a:gd name="connsiteY3" fmla="*/ 1433311 h 1433311"/>
              <a:gd name="connsiteX4" fmla="*/ 1432577 w 1432576"/>
              <a:gd name="connsiteY4" fmla="*/ 1433311 h 1433311"/>
              <a:gd name="connsiteX5" fmla="*/ 1222465 w 1432576"/>
              <a:gd name="connsiteY5" fmla="*/ 927134 h 1433311"/>
              <a:gd name="connsiteX6" fmla="*/ 716288 w 1432576"/>
              <a:gd name="connsiteY6" fmla="*/ 717023 h 1433311"/>
              <a:gd name="connsiteX7" fmla="*/ 1222465 w 1432576"/>
              <a:gd name="connsiteY7" fmla="*/ 210111 h 1433311"/>
              <a:gd name="connsiteX8" fmla="*/ 1432577 w 1432576"/>
              <a:gd name="connsiteY8" fmla="*/ 716288 h 1433311"/>
              <a:gd name="connsiteX9" fmla="*/ 716288 w 1432576"/>
              <a:gd name="connsiteY9" fmla="*/ 716288 h 1433311"/>
              <a:gd name="connsiteX10" fmla="*/ 0 w 1432576"/>
              <a:gd name="connsiteY10" fmla="*/ 716288 h 1433311"/>
              <a:gd name="connsiteX11" fmla="*/ 210111 w 1432576"/>
              <a:gd name="connsiteY11" fmla="*/ 210111 h 1433311"/>
              <a:gd name="connsiteX12" fmla="*/ 716288 w 1432576"/>
              <a:gd name="connsiteY12" fmla="*/ 0 h 1433311"/>
              <a:gd name="connsiteX13" fmla="*/ 1222465 w 1432576"/>
              <a:gd name="connsiteY13" fmla="*/ 210111 h 1433311"/>
            </a:gdLst>
            <a:ahLst/>
            <a:cxnLst/>
            <a:rect l="l" t="t" r="r" b="b"/>
            <a:pathLst>
              <a:path w="1432576" h="1433311">
                <a:moveTo>
                  <a:pt x="716288" y="717023"/>
                </a:moveTo>
                <a:cubicBezTo>
                  <a:pt x="526013" y="717023"/>
                  <a:pt x="343818" y="792692"/>
                  <a:pt x="210111" y="927134"/>
                </a:cubicBezTo>
                <a:cubicBezTo>
                  <a:pt x="76404" y="1061575"/>
                  <a:pt x="0" y="1243036"/>
                  <a:pt x="0" y="1433311"/>
                </a:cubicBezTo>
                <a:lnTo>
                  <a:pt x="716288" y="1433311"/>
                </a:lnTo>
                <a:lnTo>
                  <a:pt x="1432577" y="1433311"/>
                </a:lnTo>
                <a:cubicBezTo>
                  <a:pt x="1432577" y="1243036"/>
                  <a:pt x="1356907" y="1060841"/>
                  <a:pt x="1222465" y="927134"/>
                </a:cubicBezTo>
                <a:cubicBezTo>
                  <a:pt x="1088024" y="793426"/>
                  <a:pt x="906564" y="717023"/>
                  <a:pt x="716288" y="717023"/>
                </a:cubicBezTo>
                <a:close/>
                <a:moveTo>
                  <a:pt x="1222465" y="210111"/>
                </a:moveTo>
                <a:cubicBezTo>
                  <a:pt x="1356907" y="344553"/>
                  <a:pt x="1432577" y="526747"/>
                  <a:pt x="1432577" y="716288"/>
                </a:cubicBezTo>
                <a:lnTo>
                  <a:pt x="716288" y="716288"/>
                </a:lnTo>
                <a:lnTo>
                  <a:pt x="0" y="716288"/>
                </a:lnTo>
                <a:cubicBezTo>
                  <a:pt x="0" y="526012"/>
                  <a:pt x="75669" y="343818"/>
                  <a:pt x="210111" y="210111"/>
                </a:cubicBezTo>
                <a:cubicBezTo>
                  <a:pt x="344553" y="76404"/>
                  <a:pt x="526747" y="0"/>
                  <a:pt x="716288" y="0"/>
                </a:cubicBezTo>
                <a:cubicBezTo>
                  <a:pt x="905829" y="0"/>
                  <a:pt x="1088758" y="75669"/>
                  <a:pt x="1222465" y="210111"/>
                </a:cubicBezTo>
                <a:close/>
              </a:path>
            </a:pathLst>
          </a:custGeom>
          <a:gradFill>
            <a:gsLst>
              <a:gs pos="50000">
                <a:srgbClr val="0F62FE"/>
              </a:gs>
              <a:gs pos="10000">
                <a:srgbClr val="8A3FFC"/>
              </a:gs>
              <a:gs pos="90000">
                <a:srgbClr val="33B1FF"/>
              </a:gs>
            </a:gsLst>
            <a:lin ang="13500000" scaled="0"/>
          </a:gradFill>
          <a:ln w="7338">
            <a:noFill/>
            <a:prstDash val="solid"/>
          </a:ln>
        </p:spPr>
        <p:txBody>
          <a:bodyPr anchor="ctr"/>
          <a:lstStyle/>
          <a:p>
            <a:endParaRPr/>
          </a:p>
        </p:txBody>
      </p:sp>
      <p:sp>
        <p:nvSpPr>
          <p:cNvPr id="3" name="Footer Placeholder 2">
            <a:extLst>
              <a:ext uri="{FF2B5EF4-FFF2-40B4-BE49-F238E27FC236}">
                <a16:creationId xmlns:a16="http://schemas.microsoft.com/office/drawing/2014/main" id="{13895DF7-2098-6B09-D68E-C7AD89EED261}"/>
              </a:ext>
            </a:extLst>
          </p:cNvPr>
          <p:cNvSpPr>
            <a:spLocks noGrp="1"/>
          </p:cNvSpPr>
          <p:nvPr>
            <p:ph type="ftr" idx="12"/>
          </p:nvPr>
        </p:nvSpPr>
        <p:spPr/>
        <p:txBody>
          <a:bodyPr/>
          <a:lstStyle/>
          <a:p>
            <a:r>
              <a:t>IBM TechXchange | © 2026 IBM Corporation</a:t>
            </a:r>
          </a:p>
        </p:txBody>
      </p:sp>
      <p:pic>
        <p:nvPicPr>
          <p:cNvPr id="49" name="Picture 3"/>
          <p:cNvPicPr>
            <a:picLocks noChangeAspect="1"/>
          </p:cNvPicPr>
          <p:nvPr/>
        </p:nvPicPr>
        <p:blipFill>
          <a:blip r:embed="rId2"/>
          <a:srcRect l="593" t="26453" r="44334"/>
          <a:stretch>
            <a:fillRect/>
          </a:stretch>
        </p:blipFill>
        <p:spPr>
          <a:xfrm>
            <a:off x="17539970" y="6858000"/>
            <a:ext cx="6847205" cy="6858000"/>
          </a:xfrm>
          <a:prstGeom prst="rect">
            <a:avLst/>
          </a:prstGeom>
        </p:spPr>
      </p:pic>
      <p:sp>
        <p:nvSpPr>
          <p:cNvPr id="5" name="TextBox 4">
            <a:extLst>
              <a:ext uri="{FF2B5EF4-FFF2-40B4-BE49-F238E27FC236}">
                <a16:creationId xmlns:a16="http://schemas.microsoft.com/office/drawing/2014/main" id="{556D2723-D1C1-E5C6-4D29-F124E51EF34F}"/>
              </a:ext>
            </a:extLst>
          </p:cNvPr>
          <p:cNvSpPr>
            <a:spLocks noGrp="1"/>
          </p:cNvSpPr>
          <p:nvPr/>
        </p:nvSpPr>
        <p:spPr>
          <a:xfrm>
            <a:off x="28846732" y="2156604"/>
            <a:ext cx="0" cy="0"/>
          </a:xfrm>
          <a:prstGeom prst="rect">
            <a:avLst/>
          </a:prstGeom>
          <a:ln w="12700"/>
        </p:spPr>
        <p:txBody>
          <a:bodyPr wrap="none" lIns="0" tIns="0" rIns="0" bIns="0">
            <a:noAutofit/>
          </a:bodyPr>
          <a:lstStyle/>
          <a:p>
            <a:pPr algn="l" defTabSz="2438400">
              <a:spcBef>
                <a:spcPts val="2900"/>
              </a:spcBef>
              <a:buSzPct val="100000"/>
              <a:buNone/>
            </a:pPr>
            <a:endParaRPr kern="0">
              <a:solidFill>
                <a:srgbClr val="000000"/>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tx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E313B2D-B4CB-3B48-BB8C-F5D303695DBE}"/>
              </a:ext>
            </a:extLst>
          </p:cNvPr>
          <p:cNvSpPr>
            <a:spLocks noGrp="1"/>
          </p:cNvSpPr>
          <p:nvPr/>
        </p:nvSpPr>
        <p:spPr>
          <a:xfrm>
            <a:off x="0" y="13075920"/>
            <a:ext cx="24387175" cy="640080"/>
          </a:xfrm>
          <a:prstGeom prst="rect">
            <a:avLst/>
          </a:prstGeom>
          <a:solidFill>
            <a:schemeClr val="tx1"/>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436889" y="320590"/>
            <a:ext cx="17141825" cy="8191500"/>
          </a:xfrm>
        </p:spPr>
        <p:txBody>
          <a:bodyPr/>
          <a:lstStyle>
            <a:lvl1pPr>
              <a:buNone/>
              <a:defRPr sz="17200" b="0" i="0">
                <a:solidFill>
                  <a:schemeClr val="bg1"/>
                </a:solidFill>
                <a:latin typeface="IBM Plex Sans Light"/>
                <a:ea typeface="IBM Plex Sans Light"/>
                <a:cs typeface="IBM Plex Sans Light"/>
              </a:defRPr>
            </a:lvl1pPr>
          </a:lstStyle>
          <a:p>
            <a:r>
              <a:t>Click to edit Master title style</a:t>
            </a:r>
          </a:p>
        </p:txBody>
      </p:sp>
      <p:sp>
        <p:nvSpPr>
          <p:cNvPr id="3" name="Footer Placeholder 2">
            <a:extLst>
              <a:ext uri="{FF2B5EF4-FFF2-40B4-BE49-F238E27FC236}">
                <a16:creationId xmlns:a16="http://schemas.microsoft.com/office/drawing/2014/main" id="{E88DB148-A750-BCE6-367C-44AC1D058794}"/>
              </a:ext>
            </a:extLst>
          </p:cNvPr>
          <p:cNvSpPr>
            <a:spLocks noGrp="1"/>
          </p:cNvSpPr>
          <p:nvPr>
            <p:ph type="ftr" idx="10"/>
          </p:nvPr>
        </p:nvSpPr>
        <p:spPr/>
        <p:txBody>
          <a:bodyPr/>
          <a:lstStyle/>
          <a:p>
            <a:r>
              <a:t>IBM TechXchange | © 2026 IBM Corporation</a:t>
            </a:r>
          </a:p>
        </p:txBody>
      </p:sp>
      <p:sp>
        <p:nvSpPr>
          <p:cNvPr id="4" name="Slide Number Placeholder 3">
            <a:extLst>
              <a:ext uri="{FF2B5EF4-FFF2-40B4-BE49-F238E27FC236}">
                <a16:creationId xmlns:a16="http://schemas.microsoft.com/office/drawing/2014/main" id="{835B143B-1EF5-39A4-B7DC-56FE3E908ACC}"/>
              </a:ext>
            </a:extLst>
          </p:cNvPr>
          <p:cNvSpPr>
            <a:spLocks noGrp="1"/>
          </p:cNvSpPr>
          <p:nvPr>
            <p:ph type="sldNum" idx="11"/>
          </p:nvPr>
        </p:nvSpPr>
        <p:spPr/>
        <p:txBody>
          <a:bodyPr/>
          <a:lstStyle/>
          <a:p>
            <a:fld id="{86CB4B4D-7CA3-9044-876B-883B54F8677D}"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6667500" y="1728336"/>
            <a:ext cx="14662150" cy="9717087"/>
          </a:xfrm>
        </p:spPr>
        <p:txBody>
          <a:bodyPr/>
          <a:lstStyle>
            <a:lvl1pPr>
              <a:lnSpc>
                <a:spcPct val="100000"/>
              </a:lnSpc>
              <a:buNone/>
              <a:defRPr sz="8600">
                <a:solidFill>
                  <a:schemeClr val="bg1"/>
                </a:solidFill>
              </a:defRPr>
            </a:lvl1pPr>
          </a:lstStyle>
          <a:p>
            <a:r>
              <a:t>Click to edit Master title style</a:t>
            </a:r>
          </a:p>
        </p:txBody>
      </p:sp>
      <p:sp>
        <p:nvSpPr>
          <p:cNvPr id="6" name="Rectangle 5">
            <a:extLst>
              <a:ext uri="{FF2B5EF4-FFF2-40B4-BE49-F238E27FC236}">
                <a16:creationId xmlns:a16="http://schemas.microsoft.com/office/drawing/2014/main" id="{AA01134B-1C4D-7A4A-982B-8697047E087D}"/>
              </a:ext>
            </a:extLst>
          </p:cNvPr>
          <p:cNvSpPr>
            <a:spLocks noGrp="1"/>
          </p:cNvSpPr>
          <p:nvPr/>
        </p:nvSpPr>
        <p:spPr>
          <a:xfrm>
            <a:off x="0" y="13075920"/>
            <a:ext cx="24387175" cy="640080"/>
          </a:xfrm>
          <a:prstGeom prst="rect">
            <a:avLst/>
          </a:prstGeom>
          <a:solidFill>
            <a:schemeClr val="tx1"/>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3" name="Footer Placeholder 2">
            <a:extLst>
              <a:ext uri="{FF2B5EF4-FFF2-40B4-BE49-F238E27FC236}">
                <a16:creationId xmlns:a16="http://schemas.microsoft.com/office/drawing/2014/main" id="{19B7452C-EA8C-9A61-6558-0A9F3B3E63B2}"/>
              </a:ext>
            </a:extLst>
          </p:cNvPr>
          <p:cNvSpPr>
            <a:spLocks noGrp="1"/>
          </p:cNvSpPr>
          <p:nvPr>
            <p:ph type="ftr" idx="10"/>
          </p:nvPr>
        </p:nvSpPr>
        <p:spPr/>
        <p:txBody>
          <a:bodyPr/>
          <a:lstStyle/>
          <a:p>
            <a:r>
              <a:t>IBM TechXchange | © 2026 IBM Corporation</a:t>
            </a:r>
          </a:p>
        </p:txBody>
      </p:sp>
      <p:sp>
        <p:nvSpPr>
          <p:cNvPr id="4" name="Slide Number Placeholder 3">
            <a:extLst>
              <a:ext uri="{FF2B5EF4-FFF2-40B4-BE49-F238E27FC236}">
                <a16:creationId xmlns:a16="http://schemas.microsoft.com/office/drawing/2014/main" id="{621F46C8-D511-AE61-DB92-1C48BDCA88DF}"/>
              </a:ext>
            </a:extLst>
          </p:cNvPr>
          <p:cNvSpPr>
            <a:spLocks noGrp="1"/>
          </p:cNvSpPr>
          <p:nvPr>
            <p:ph type="sldNum" idx="11"/>
          </p:nvPr>
        </p:nvSpPr>
        <p:spPr/>
        <p:txBody>
          <a:bodyPr/>
          <a:lstStyle/>
          <a:p>
            <a:fld id="{86CB4B4D-7CA3-9044-876B-883B54F8677D}"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ig text 1">
    <p:bg>
      <p:bgPr>
        <a:solidFill>
          <a:schemeClr val="tx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0904466-2B5F-6EA8-820B-F755AB4A7FC5}"/>
              </a:ext>
            </a:extLst>
          </p:cNvPr>
          <p:cNvSpPr>
            <a:spLocks noGrp="1"/>
          </p:cNvSpPr>
          <p:nvPr>
            <p:ph type="title"/>
          </p:nvPr>
        </p:nvSpPr>
        <p:spPr>
          <a:xfrm>
            <a:off x="577850" y="339310"/>
            <a:ext cx="11092945" cy="11657428"/>
          </a:xfrm>
        </p:spPr>
        <p:txBody>
          <a:bodyPr/>
          <a:lstStyle>
            <a:lvl1pPr>
              <a:lnSpc>
                <a:spcPct val="100000"/>
              </a:lnSpc>
              <a:buNone/>
              <a:defRPr sz="6400">
                <a:solidFill>
                  <a:schemeClr val="bg1"/>
                </a:solidFill>
              </a:defRPr>
            </a:lvl1pPr>
          </a:lstStyle>
          <a:p>
            <a:r>
              <a:t>Click to edit Master title style</a:t>
            </a:r>
          </a:p>
        </p:txBody>
      </p:sp>
      <p:sp>
        <p:nvSpPr>
          <p:cNvPr id="2" name="Footer Placeholder 1">
            <a:extLst>
              <a:ext uri="{FF2B5EF4-FFF2-40B4-BE49-F238E27FC236}">
                <a16:creationId xmlns:a16="http://schemas.microsoft.com/office/drawing/2014/main" id="{B2E58039-8735-185E-CD1A-CB29970A25D4}"/>
              </a:ext>
            </a:extLst>
          </p:cNvPr>
          <p:cNvSpPr>
            <a:spLocks noGrp="1"/>
          </p:cNvSpPr>
          <p:nvPr>
            <p:ph type="ftr" idx="10"/>
          </p:nvPr>
        </p:nvSpPr>
        <p:spPr/>
        <p:txBody>
          <a:bodyPr/>
          <a:lstStyle/>
          <a:p>
            <a:r>
              <a:t>IBM TechXchange | © 2026 IBM Corporation</a:t>
            </a:r>
          </a:p>
        </p:txBody>
      </p:sp>
      <p:sp>
        <p:nvSpPr>
          <p:cNvPr id="4" name="Slide Number Placeholder 3">
            <a:extLst>
              <a:ext uri="{FF2B5EF4-FFF2-40B4-BE49-F238E27FC236}">
                <a16:creationId xmlns:a16="http://schemas.microsoft.com/office/drawing/2014/main" id="{3A25EABB-0C59-95A3-D7FB-6C38D76B61A7}"/>
              </a:ext>
            </a:extLst>
          </p:cNvPr>
          <p:cNvSpPr>
            <a:spLocks noGrp="1"/>
          </p:cNvSpPr>
          <p:nvPr>
            <p:ph type="sldNum" idx="11"/>
          </p:nvPr>
        </p:nvSpPr>
        <p:spPr/>
        <p:txBody>
          <a:bodyPr/>
          <a:lstStyle/>
          <a:p>
            <a:fld id="{86CB4B4D-7CA3-9044-876B-883B54F8677D}"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ig text 2">
    <p:bg>
      <p:bgPr>
        <a:solidFill>
          <a:srgbClr val="F4F4F4"/>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31CA7A0-E1EA-CC28-464A-48C141E3AF04}"/>
              </a:ext>
            </a:extLst>
          </p:cNvPr>
          <p:cNvSpPr>
            <a:spLocks noGrp="1"/>
          </p:cNvSpPr>
          <p:nvPr>
            <p:ph type="title"/>
          </p:nvPr>
        </p:nvSpPr>
        <p:spPr>
          <a:xfrm>
            <a:off x="577850" y="339310"/>
            <a:ext cx="11092945" cy="11657428"/>
          </a:xfrm>
        </p:spPr>
        <p:txBody>
          <a:bodyPr/>
          <a:lstStyle>
            <a:lvl1pPr>
              <a:lnSpc>
                <a:spcPct val="100000"/>
              </a:lnSpc>
              <a:buNone/>
              <a:defRPr sz="6400">
                <a:solidFill>
                  <a:schemeClr val="tx1"/>
                </a:solidFill>
              </a:defRPr>
            </a:lvl1pPr>
          </a:lstStyle>
          <a:p>
            <a:r>
              <a:t>Click to edit Master title style</a:t>
            </a:r>
          </a:p>
        </p:txBody>
      </p:sp>
      <p:sp>
        <p:nvSpPr>
          <p:cNvPr id="482" name="Rectangle 481">
            <a:extLst>
              <a:ext uri="{FF2B5EF4-FFF2-40B4-BE49-F238E27FC236}">
                <a16:creationId xmlns:a16="http://schemas.microsoft.com/office/drawing/2014/main" id="{7CD77418-29BE-2045-A2CE-602E39ACB2D5}"/>
              </a:ext>
            </a:extLst>
          </p:cNvPr>
          <p:cNvSpPr>
            <a:spLocks noGrp="1"/>
          </p:cNvSpPr>
          <p:nvPr/>
        </p:nvSpPr>
        <p:spPr>
          <a:xfrm>
            <a:off x="0" y="13075920"/>
            <a:ext cx="24387175" cy="640080"/>
          </a:xfrm>
          <a:prstGeom prst="rect">
            <a:avLst/>
          </a:prstGeom>
          <a:solidFill>
            <a:srgbClr val="F4F4F4"/>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2" name="Footer Placeholder 1">
            <a:extLst>
              <a:ext uri="{FF2B5EF4-FFF2-40B4-BE49-F238E27FC236}">
                <a16:creationId xmlns:a16="http://schemas.microsoft.com/office/drawing/2014/main" id="{01723896-F2BA-2520-32F4-6170717ECECE}"/>
              </a:ext>
            </a:extLst>
          </p:cNvPr>
          <p:cNvSpPr>
            <a:spLocks noGrp="1"/>
          </p:cNvSpPr>
          <p:nvPr>
            <p:ph type="ftr" idx="10"/>
          </p:nvPr>
        </p:nvSpPr>
        <p:spPr/>
        <p:txBody>
          <a:bodyPr/>
          <a:lstStyle>
            <a:lvl1pPr>
              <a:buNone/>
              <a:defRPr>
                <a:solidFill>
                  <a:schemeClr val="tx1"/>
                </a:solidFill>
              </a:defRPr>
            </a:lvl1pPr>
          </a:lstStyle>
          <a:p>
            <a:r>
              <a:t>IBM TechXchange | © 2026 IBM Corporation</a:t>
            </a:r>
          </a:p>
        </p:txBody>
      </p:sp>
      <p:sp>
        <p:nvSpPr>
          <p:cNvPr id="3" name="Slide Number Placeholder 2">
            <a:extLst>
              <a:ext uri="{FF2B5EF4-FFF2-40B4-BE49-F238E27FC236}">
                <a16:creationId xmlns:a16="http://schemas.microsoft.com/office/drawing/2014/main" id="{CC538562-E4FB-FABB-8ABF-A004DC810B06}"/>
              </a:ext>
            </a:extLst>
          </p:cNvPr>
          <p:cNvSpPr>
            <a:spLocks noGrp="1"/>
          </p:cNvSpPr>
          <p:nvPr>
            <p:ph type="sldNum" idx="11"/>
          </p:nvPr>
        </p:nvSpPr>
        <p:spPr/>
        <p:txBody>
          <a:bodyPr/>
          <a:lstStyle>
            <a:lvl1pPr>
              <a:buNone/>
              <a:defRPr>
                <a:solidFill>
                  <a:schemeClr val="tx1"/>
                </a:solidFill>
              </a:defRPr>
            </a:lvl1pPr>
          </a:lstStyle>
          <a:p>
            <a:fld id="{86CB4B4D-7CA3-9044-876B-883B54F8677D}" type="slidenum">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2 callouts">
    <p:bg>
      <p:bgPr>
        <a:solidFill>
          <a:srgbClr val="F4F4F4"/>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733F7B7-5AD6-1E43-4FD9-3C700AC2CBD0}"/>
              </a:ext>
            </a:extLst>
          </p:cNvPr>
          <p:cNvSpPr>
            <a:spLocks noGrp="1"/>
          </p:cNvSpPr>
          <p:nvPr>
            <p:ph type="title"/>
          </p:nvPr>
        </p:nvSpPr>
        <p:spPr>
          <a:xfrm>
            <a:off x="538493" y="383874"/>
            <a:ext cx="14691981" cy="2570341"/>
          </a:xfrm>
        </p:spPr>
        <p:txBody>
          <a:bodyPr rIns="457200"/>
          <a:lstStyle>
            <a:lvl1pPr>
              <a:lnSpc>
                <a:spcPct val="100000"/>
              </a:lnSpc>
              <a:buNone/>
              <a:defRPr sz="6400">
                <a:solidFill>
                  <a:schemeClr val="tx1"/>
                </a:solidFill>
              </a:defRPr>
            </a:lvl1pPr>
          </a:lstStyle>
          <a:p>
            <a:r>
              <a:t>Click to edit Master title style</a:t>
            </a:r>
          </a:p>
        </p:txBody>
      </p:sp>
      <p:sp>
        <p:nvSpPr>
          <p:cNvPr id="2" name="Text Placeholder 5">
            <a:extLst>
              <a:ext uri="{FF2B5EF4-FFF2-40B4-BE49-F238E27FC236}">
                <a16:creationId xmlns:a16="http://schemas.microsoft.com/office/drawing/2014/main" id="{393683E6-4962-57E0-9658-36D986D693BD}"/>
              </a:ext>
            </a:extLst>
          </p:cNvPr>
          <p:cNvSpPr>
            <a:spLocks noGrp="1"/>
          </p:cNvSpPr>
          <p:nvPr>
            <p:ph type="body" idx="11"/>
          </p:nvPr>
        </p:nvSpPr>
        <p:spPr>
          <a:xfrm>
            <a:off x="13341350" y="3998913"/>
            <a:ext cx="9893300" cy="7446327"/>
          </a:xfrm>
        </p:spPr>
        <p:txBody>
          <a:bodyPr/>
          <a:lstStyle>
            <a:lvl1pPr>
              <a:lnSpc>
                <a:spcPct val="100000"/>
              </a:lnSpc>
              <a:spcBef>
                <a:spcPts val="0"/>
              </a:spcBef>
              <a:buNone/>
              <a:defRPr sz="4400">
                <a:solidFill>
                  <a:schemeClr val="tx1"/>
                </a:solidFill>
              </a:defRPr>
            </a:lvl1pPr>
            <a:lvl2pPr marL="402336" indent="-402336">
              <a:lnSpc>
                <a:spcPct val="100000"/>
              </a:lnSpc>
              <a:spcBef>
                <a:spcPts val="0"/>
              </a:spcBef>
              <a:buNone/>
              <a:defRPr sz="4400">
                <a:solidFill>
                  <a:schemeClr val="tx1"/>
                </a:solidFill>
              </a:defRPr>
            </a:lvl2pPr>
            <a:lvl3pPr marL="804672" indent="-402336">
              <a:lnSpc>
                <a:spcPct val="100000"/>
              </a:lnSpc>
              <a:spcBef>
                <a:spcPts val="0"/>
              </a:spcBef>
              <a:buNone/>
              <a:defRPr sz="4400">
                <a:solidFill>
                  <a:schemeClr val="tx1"/>
                </a:solidFill>
              </a:defRPr>
            </a:lvl3pPr>
            <a:lvl4pPr marL="1115568" indent="-402336">
              <a:lnSpc>
                <a:spcPct val="100000"/>
              </a:lnSpc>
              <a:spcBef>
                <a:spcPts val="0"/>
              </a:spcBef>
              <a:buNone/>
              <a:defRPr sz="4400">
                <a:solidFill>
                  <a:schemeClr val="tx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6" name="Text Placeholder 7">
            <a:extLst>
              <a:ext uri="{FF2B5EF4-FFF2-40B4-BE49-F238E27FC236}">
                <a16:creationId xmlns:a16="http://schemas.microsoft.com/office/drawing/2014/main" id="{322783DF-B709-0768-BAFA-FEDE312037C8}"/>
              </a:ext>
            </a:extLst>
          </p:cNvPr>
          <p:cNvSpPr>
            <a:spLocks noGrp="1"/>
          </p:cNvSpPr>
          <p:nvPr>
            <p:ph type="body" idx="12"/>
          </p:nvPr>
        </p:nvSpPr>
        <p:spPr>
          <a:xfrm>
            <a:off x="1155699" y="3998913"/>
            <a:ext cx="9885363" cy="7446327"/>
          </a:xfrm>
        </p:spPr>
        <p:txBody>
          <a:bodyPr/>
          <a:lstStyle>
            <a:lvl1pPr>
              <a:lnSpc>
                <a:spcPct val="100000"/>
              </a:lnSpc>
              <a:spcBef>
                <a:spcPts val="0"/>
              </a:spcBef>
              <a:buNone/>
              <a:defRPr sz="4400">
                <a:solidFill>
                  <a:schemeClr val="tx1"/>
                </a:solidFill>
              </a:defRPr>
            </a:lvl1pPr>
            <a:lvl2pPr marL="402336" indent="-402336">
              <a:lnSpc>
                <a:spcPct val="100000"/>
              </a:lnSpc>
              <a:spcBef>
                <a:spcPts val="0"/>
              </a:spcBef>
              <a:buNone/>
              <a:defRPr sz="4400">
                <a:solidFill>
                  <a:schemeClr val="tx1"/>
                </a:solidFill>
              </a:defRPr>
            </a:lvl2pPr>
            <a:lvl3pPr marL="804672" indent="-402336">
              <a:lnSpc>
                <a:spcPct val="100000"/>
              </a:lnSpc>
              <a:spcBef>
                <a:spcPts val="0"/>
              </a:spcBef>
              <a:buNone/>
              <a:defRPr sz="4400">
                <a:solidFill>
                  <a:schemeClr val="tx1"/>
                </a:solidFill>
              </a:defRPr>
            </a:lvl3pPr>
            <a:lvl4pPr marL="1115568" indent="-402336">
              <a:lnSpc>
                <a:spcPct val="100000"/>
              </a:lnSpc>
              <a:spcBef>
                <a:spcPts val="0"/>
              </a:spcBef>
              <a:buNone/>
              <a:defRPr sz="4400">
                <a:solidFill>
                  <a:schemeClr val="tx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8" name="Rectangle 7">
            <a:extLst>
              <a:ext uri="{FF2B5EF4-FFF2-40B4-BE49-F238E27FC236}">
                <a16:creationId xmlns:a16="http://schemas.microsoft.com/office/drawing/2014/main" id="{67C64849-7A14-B343-B5FB-82654DBFD9EC}"/>
              </a:ext>
            </a:extLst>
          </p:cNvPr>
          <p:cNvSpPr>
            <a:spLocks noGrp="1"/>
          </p:cNvSpPr>
          <p:nvPr/>
        </p:nvSpPr>
        <p:spPr>
          <a:xfrm>
            <a:off x="0" y="13075920"/>
            <a:ext cx="24387175" cy="640080"/>
          </a:xfrm>
          <a:prstGeom prst="rect">
            <a:avLst/>
          </a:prstGeom>
          <a:solidFill>
            <a:srgbClr val="F4F4F4"/>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4" name="Footer Placeholder 3">
            <a:extLst>
              <a:ext uri="{FF2B5EF4-FFF2-40B4-BE49-F238E27FC236}">
                <a16:creationId xmlns:a16="http://schemas.microsoft.com/office/drawing/2014/main" id="{037E96D4-D5F1-1C65-A0F9-29BE63648268}"/>
              </a:ext>
            </a:extLst>
          </p:cNvPr>
          <p:cNvSpPr>
            <a:spLocks noGrp="1"/>
          </p:cNvSpPr>
          <p:nvPr>
            <p:ph type="ftr" idx="13"/>
          </p:nvPr>
        </p:nvSpPr>
        <p:spPr/>
        <p:txBody>
          <a:bodyPr/>
          <a:lstStyle>
            <a:lvl1pPr>
              <a:buNone/>
              <a:defRPr>
                <a:solidFill>
                  <a:schemeClr val="tx1"/>
                </a:solidFill>
              </a:defRPr>
            </a:lvl1pPr>
          </a:lstStyle>
          <a:p>
            <a:r>
              <a:t>IBM TechXchange | © 2026 IBM Corporation</a:t>
            </a:r>
          </a:p>
        </p:txBody>
      </p:sp>
      <p:sp>
        <p:nvSpPr>
          <p:cNvPr id="5" name="Slide Number Placeholder 4">
            <a:extLst>
              <a:ext uri="{FF2B5EF4-FFF2-40B4-BE49-F238E27FC236}">
                <a16:creationId xmlns:a16="http://schemas.microsoft.com/office/drawing/2014/main" id="{19E48A83-0FD7-BF61-017F-945B8A5ABA6B}"/>
              </a:ext>
            </a:extLst>
          </p:cNvPr>
          <p:cNvSpPr>
            <a:spLocks noGrp="1"/>
          </p:cNvSpPr>
          <p:nvPr>
            <p:ph type="sldNum" idx="14"/>
          </p:nvPr>
        </p:nvSpPr>
        <p:spPr/>
        <p:txBody>
          <a:bodyPr/>
          <a:lstStyle>
            <a:lvl1pPr>
              <a:buNone/>
              <a:defRPr>
                <a:solidFill>
                  <a:schemeClr val="tx1"/>
                </a:solidFill>
              </a:defRPr>
            </a:lvl1pPr>
          </a:lstStyle>
          <a:p>
            <a:fld id="{86CB4B4D-7CA3-9044-876B-883B54F8677D}" type="slidenum">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pictograms, 2 wide columns">
    <p:bg>
      <p:bgPr>
        <a:solidFill>
          <a:srgbClr val="F4F4F4"/>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DABBA43D-8D00-4EDB-B803-D1EEE6CE2CB5}"/>
              </a:ext>
            </a:extLst>
          </p:cNvPr>
          <p:cNvSpPr>
            <a:spLocks noGrp="1"/>
          </p:cNvSpPr>
          <p:nvPr>
            <p:ph type="body" idx="11"/>
          </p:nvPr>
        </p:nvSpPr>
        <p:spPr>
          <a:xfrm>
            <a:off x="576072" y="6858000"/>
            <a:ext cx="10099675" cy="5138738"/>
          </a:xfrm>
        </p:spPr>
        <p:txBody>
          <a:bodyPr/>
          <a:lstStyle>
            <a:lvl1pPr>
              <a:lnSpc>
                <a:spcPct val="110000"/>
              </a:lnSpc>
              <a:spcBef>
                <a:spcPts val="0"/>
              </a:spcBef>
              <a:buNone/>
              <a:defRPr>
                <a:solidFill>
                  <a:schemeClr val="tx1"/>
                </a:solidFill>
              </a:defRPr>
            </a:lvl1pPr>
            <a:lvl2pPr>
              <a:lnSpc>
                <a:spcPct val="110000"/>
              </a:lnSpc>
              <a:spcBef>
                <a:spcPts val="0"/>
              </a:spcBef>
              <a:buNone/>
              <a:defRPr>
                <a:solidFill>
                  <a:schemeClr val="tx1"/>
                </a:solidFill>
              </a:defRPr>
            </a:lvl2pPr>
            <a:lvl3pPr>
              <a:lnSpc>
                <a:spcPct val="110000"/>
              </a:lnSpc>
              <a:spcBef>
                <a:spcPts val="0"/>
              </a:spcBef>
              <a:buNone/>
              <a:defRPr>
                <a:solidFill>
                  <a:schemeClr val="tx1"/>
                </a:solidFill>
              </a:defRPr>
            </a:lvl3pPr>
            <a:lvl4pPr>
              <a:lnSpc>
                <a:spcPct val="110000"/>
              </a:lnSpc>
              <a:spcBef>
                <a:spcPts val="0"/>
              </a:spcBef>
              <a:buNone/>
              <a:defRPr>
                <a:solidFill>
                  <a:schemeClr val="tx1"/>
                </a:solidFill>
              </a:defRPr>
            </a:lvl4pPr>
            <a:lvl5pPr>
              <a:lnSpc>
                <a:spcPct val="110000"/>
              </a:lnSpc>
              <a:spcBef>
                <a:spcPts val="0"/>
              </a:spcBef>
              <a:buNone/>
              <a:defRPr>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idx="12"/>
          </p:nvPr>
        </p:nvSpPr>
        <p:spPr>
          <a:xfrm>
            <a:off x="12763500" y="6858000"/>
            <a:ext cx="10096500" cy="5138738"/>
          </a:xfrm>
        </p:spPr>
        <p:txBody>
          <a:bodyPr/>
          <a:lstStyle>
            <a:lvl1pPr>
              <a:lnSpc>
                <a:spcPct val="110000"/>
              </a:lnSpc>
              <a:spcBef>
                <a:spcPts val="0"/>
              </a:spcBef>
              <a:buNone/>
              <a:defRPr>
                <a:solidFill>
                  <a:schemeClr val="tx1"/>
                </a:solidFill>
              </a:defRPr>
            </a:lvl1pPr>
            <a:lvl2pPr>
              <a:lnSpc>
                <a:spcPct val="110000"/>
              </a:lnSpc>
              <a:spcBef>
                <a:spcPts val="0"/>
              </a:spcBef>
              <a:buNone/>
              <a:defRPr>
                <a:solidFill>
                  <a:schemeClr val="tx1"/>
                </a:solidFill>
              </a:defRPr>
            </a:lvl2pPr>
            <a:lvl3pPr>
              <a:lnSpc>
                <a:spcPct val="110000"/>
              </a:lnSpc>
              <a:spcBef>
                <a:spcPts val="0"/>
              </a:spcBef>
              <a:buNone/>
              <a:defRPr>
                <a:solidFill>
                  <a:schemeClr val="tx1"/>
                </a:solidFill>
              </a:defRPr>
            </a:lvl3pPr>
            <a:lvl4pPr>
              <a:lnSpc>
                <a:spcPct val="110000"/>
              </a:lnSpc>
              <a:spcBef>
                <a:spcPts val="0"/>
              </a:spcBef>
              <a:buNone/>
              <a:defRPr>
                <a:solidFill>
                  <a:schemeClr val="tx1"/>
                </a:solidFill>
              </a:defRPr>
            </a:lvl4pPr>
            <a:lvl5pPr>
              <a:lnSpc>
                <a:spcPct val="110000"/>
              </a:lnSpc>
              <a:spcBef>
                <a:spcPts val="0"/>
              </a:spcBef>
              <a:buNone/>
              <a:defRPr>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8" name="Picture Placeholder 12">
            <a:extLst>
              <a:ext uri="{FF2B5EF4-FFF2-40B4-BE49-F238E27FC236}">
                <a16:creationId xmlns:a16="http://schemas.microsoft.com/office/drawing/2014/main" id="{79CF79E9-58BB-513E-43E9-E0BEE12B4583}"/>
              </a:ext>
            </a:extLst>
          </p:cNvPr>
          <p:cNvSpPr>
            <a:spLocks noGrp="1"/>
          </p:cNvSpPr>
          <p:nvPr>
            <p:ph type="pic" idx="15" hasCustomPrompt="1"/>
          </p:nvPr>
        </p:nvSpPr>
        <p:spPr>
          <a:xfrm>
            <a:off x="576072" y="4956048"/>
            <a:ext cx="1216152" cy="1216152"/>
          </a:xfrm>
        </p:spPr>
        <p:txBody>
          <a:bodyPr anchor="ctr"/>
          <a:lstStyle>
            <a:lvl1pPr algn="ctr">
              <a:buNone/>
              <a:defRPr sz="1600"/>
            </a:lvl1pPr>
          </a:lstStyle>
          <a:p>
            <a:r>
              <a:t>Pictogram</a:t>
            </a:r>
          </a:p>
        </p:txBody>
      </p:sp>
      <p:sp>
        <p:nvSpPr>
          <p:cNvPr id="9" name="Title 1">
            <a:extLst>
              <a:ext uri="{FF2B5EF4-FFF2-40B4-BE49-F238E27FC236}">
                <a16:creationId xmlns:a16="http://schemas.microsoft.com/office/drawing/2014/main" id="{922459F1-A8D7-D6F0-9077-040A2C23378F}"/>
              </a:ext>
            </a:extLst>
          </p:cNvPr>
          <p:cNvSpPr>
            <a:spLocks noGrp="1"/>
          </p:cNvSpPr>
          <p:nvPr>
            <p:ph type="title"/>
          </p:nvPr>
        </p:nvSpPr>
        <p:spPr>
          <a:xfrm>
            <a:off x="538493" y="383874"/>
            <a:ext cx="14691981" cy="2859087"/>
          </a:xfrm>
        </p:spPr>
        <p:txBody>
          <a:bodyPr rIns="457200"/>
          <a:lstStyle>
            <a:lvl1pPr>
              <a:lnSpc>
                <a:spcPct val="100000"/>
              </a:lnSpc>
              <a:buNone/>
              <a:defRPr sz="6400">
                <a:solidFill>
                  <a:schemeClr val="tx1"/>
                </a:solidFill>
              </a:defRPr>
            </a:lvl1pPr>
          </a:lstStyle>
          <a:p>
            <a:r>
              <a:t>Click to edit Master title style</a:t>
            </a:r>
          </a:p>
        </p:txBody>
      </p:sp>
      <p:sp>
        <p:nvSpPr>
          <p:cNvPr id="10" name="Picture Placeholder 12">
            <a:extLst>
              <a:ext uri="{FF2B5EF4-FFF2-40B4-BE49-F238E27FC236}">
                <a16:creationId xmlns:a16="http://schemas.microsoft.com/office/drawing/2014/main" id="{FA3EE5FA-E03D-2868-F43C-AED3641C30C5}"/>
              </a:ext>
            </a:extLst>
          </p:cNvPr>
          <p:cNvSpPr>
            <a:spLocks noGrp="1"/>
          </p:cNvSpPr>
          <p:nvPr>
            <p:ph type="pic" idx="16" hasCustomPrompt="1"/>
          </p:nvPr>
        </p:nvSpPr>
        <p:spPr>
          <a:xfrm>
            <a:off x="12763500" y="4956048"/>
            <a:ext cx="1216152" cy="1216152"/>
          </a:xfrm>
        </p:spPr>
        <p:txBody>
          <a:bodyPr anchor="ctr"/>
          <a:lstStyle>
            <a:lvl1pPr algn="ctr">
              <a:buNone/>
              <a:defRPr sz="1600"/>
            </a:lvl1pPr>
          </a:lstStyle>
          <a:p>
            <a:r>
              <a:t>Pictogram</a:t>
            </a:r>
          </a:p>
        </p:txBody>
      </p:sp>
      <p:sp>
        <p:nvSpPr>
          <p:cNvPr id="4" name="Rectangle 3">
            <a:extLst>
              <a:ext uri="{FF2B5EF4-FFF2-40B4-BE49-F238E27FC236}">
                <a16:creationId xmlns:a16="http://schemas.microsoft.com/office/drawing/2014/main" id="{468E7BF6-8449-6294-1E1A-3B6D6EF5A413}"/>
              </a:ext>
            </a:extLst>
          </p:cNvPr>
          <p:cNvSpPr>
            <a:spLocks noGrp="1"/>
          </p:cNvSpPr>
          <p:nvPr/>
        </p:nvSpPr>
        <p:spPr>
          <a:xfrm>
            <a:off x="0" y="13075920"/>
            <a:ext cx="24387175" cy="640080"/>
          </a:xfrm>
          <a:prstGeom prst="rect">
            <a:avLst/>
          </a:prstGeom>
          <a:solidFill>
            <a:srgbClr val="F4F4F4"/>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7" name="Footer Placeholder 3">
            <a:extLst>
              <a:ext uri="{FF2B5EF4-FFF2-40B4-BE49-F238E27FC236}">
                <a16:creationId xmlns:a16="http://schemas.microsoft.com/office/drawing/2014/main" id="{0AC98F1E-1339-D013-7A31-B5C86D9E7F73}"/>
              </a:ext>
            </a:extLst>
          </p:cNvPr>
          <p:cNvSpPr>
            <a:spLocks noGrp="1"/>
          </p:cNvSpPr>
          <p:nvPr>
            <p:ph type="ftr" idx="13"/>
          </p:nvPr>
        </p:nvSpPr>
        <p:spPr>
          <a:xfrm>
            <a:off x="568324" y="13272850"/>
            <a:ext cx="4956176" cy="246221"/>
          </a:xfrm>
        </p:spPr>
        <p:txBody>
          <a:bodyPr/>
          <a:lstStyle>
            <a:lvl1pPr>
              <a:buNone/>
              <a:defRPr>
                <a:solidFill>
                  <a:schemeClr val="tx1"/>
                </a:solidFill>
              </a:defRPr>
            </a:lvl1pPr>
          </a:lstStyle>
          <a:p>
            <a:r>
              <a:t>IBM TechXchange | © 2026 IBM Corporation</a:t>
            </a:r>
          </a:p>
        </p:txBody>
      </p:sp>
      <p:sp>
        <p:nvSpPr>
          <p:cNvPr id="12" name="Slide Number Placeholder 4">
            <a:extLst>
              <a:ext uri="{FF2B5EF4-FFF2-40B4-BE49-F238E27FC236}">
                <a16:creationId xmlns:a16="http://schemas.microsoft.com/office/drawing/2014/main" id="{567400D0-0153-7D77-B63C-F16B21E6A5C4}"/>
              </a:ext>
            </a:extLst>
          </p:cNvPr>
          <p:cNvSpPr>
            <a:spLocks noGrp="1"/>
          </p:cNvSpPr>
          <p:nvPr>
            <p:ph type="sldNum" idx="14"/>
          </p:nvPr>
        </p:nvSpPr>
        <p:spPr>
          <a:xfrm>
            <a:off x="23541592" y="13272850"/>
            <a:ext cx="270908" cy="246221"/>
          </a:xfrm>
        </p:spPr>
        <p:txBody>
          <a:bodyPr/>
          <a:lstStyle>
            <a:lvl1pPr>
              <a:buNone/>
              <a:defRPr>
                <a:solidFill>
                  <a:schemeClr val="tx1"/>
                </a:solidFill>
              </a:defRPr>
            </a:lvl1pPr>
          </a:lstStyle>
          <a:p>
            <a:fld id="{86CB4B4D-7CA3-9044-876B-883B54F8677D}" type="slidenum">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ection, 3 columns">
    <p:bg>
      <p:bgPr>
        <a:solidFill>
          <a:srgbClr val="F4F4F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37972" y="396575"/>
            <a:ext cx="11050589" cy="2229691"/>
          </a:xfrm>
        </p:spPr>
        <p:txBody>
          <a:bodyPr rIns="457200"/>
          <a:lstStyle>
            <a:lvl1pPr>
              <a:lnSpc>
                <a:spcPct val="100000"/>
              </a:lnSpc>
              <a:buNone/>
              <a:defRPr>
                <a:solidFill>
                  <a:schemeClr val="tx1"/>
                </a:solidFill>
              </a:defRPr>
            </a:lvl1pPr>
          </a:lstStyle>
          <a:p>
            <a:r>
              <a:t>Click to edit Master title style</a:t>
            </a:r>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idx="11"/>
          </p:nvPr>
        </p:nvSpPr>
        <p:spPr>
          <a:xfrm>
            <a:off x="576071" y="5649438"/>
            <a:ext cx="6976872" cy="5143499"/>
          </a:xfrm>
        </p:spPr>
        <p:txBody>
          <a:bodyPr/>
          <a:lstStyle>
            <a:lvl1pPr>
              <a:spcBef>
                <a:spcPts val="0"/>
              </a:spcBef>
              <a:spcAft>
                <a:spcPts val="1200"/>
              </a:spcAft>
              <a:buNone/>
              <a:defRPr sz="3600">
                <a:solidFill>
                  <a:schemeClr val="tx1"/>
                </a:solidFill>
              </a:defRPr>
            </a:lvl1pPr>
            <a:lvl2pPr marL="256032" indent="-256032">
              <a:spcBef>
                <a:spcPts val="0"/>
              </a:spcBef>
              <a:spcAft>
                <a:spcPts val="1200"/>
              </a:spcAft>
              <a:buNone/>
              <a:defRPr sz="3600">
                <a:solidFill>
                  <a:schemeClr val="tx1"/>
                </a:solidFill>
              </a:defRPr>
            </a:lvl2pPr>
            <a:lvl3pPr marL="512064" indent="-256032">
              <a:spcBef>
                <a:spcPts val="0"/>
              </a:spcBef>
              <a:spcAft>
                <a:spcPts val="1200"/>
              </a:spcAft>
              <a:buNone/>
              <a:defRPr sz="3600">
                <a:solidFill>
                  <a:schemeClr val="tx1"/>
                </a:solidFill>
              </a:defRPr>
            </a:lvl3pPr>
            <a:lvl4pPr marL="768096" indent="-256032">
              <a:spcBef>
                <a:spcPts val="0"/>
              </a:spcBef>
              <a:spcAft>
                <a:spcPts val="1200"/>
              </a:spcAft>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idx="12"/>
          </p:nvPr>
        </p:nvSpPr>
        <p:spPr>
          <a:xfrm>
            <a:off x="8705849" y="5649438"/>
            <a:ext cx="6976872" cy="5143499"/>
          </a:xfrm>
        </p:spPr>
        <p:txBody>
          <a:bodyPr/>
          <a:lstStyle>
            <a:lvl1pPr>
              <a:spcBef>
                <a:spcPts val="0"/>
              </a:spcBef>
              <a:spcAft>
                <a:spcPts val="1200"/>
              </a:spcAft>
              <a:buNone/>
              <a:defRPr sz="3600">
                <a:solidFill>
                  <a:schemeClr val="tx1"/>
                </a:solidFill>
              </a:defRPr>
            </a:lvl1pPr>
            <a:lvl2pPr marL="256032" indent="-256032">
              <a:spcBef>
                <a:spcPts val="0"/>
              </a:spcBef>
              <a:spcAft>
                <a:spcPts val="1200"/>
              </a:spcAft>
              <a:buNone/>
              <a:defRPr sz="3600">
                <a:solidFill>
                  <a:schemeClr val="tx1"/>
                </a:solidFill>
              </a:defRPr>
            </a:lvl2pPr>
            <a:lvl3pPr marL="512064" indent="-256032">
              <a:spcBef>
                <a:spcPts val="0"/>
              </a:spcBef>
              <a:spcAft>
                <a:spcPts val="1200"/>
              </a:spcAft>
              <a:buNone/>
              <a:defRPr sz="3600">
                <a:solidFill>
                  <a:schemeClr val="tx1"/>
                </a:solidFill>
              </a:defRPr>
            </a:lvl3pPr>
            <a:lvl4pPr marL="768096" indent="-256032">
              <a:spcBef>
                <a:spcPts val="0"/>
              </a:spcBef>
              <a:spcAft>
                <a:spcPts val="1200"/>
              </a:spcAft>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idx="13"/>
          </p:nvPr>
        </p:nvSpPr>
        <p:spPr>
          <a:xfrm>
            <a:off x="16835628" y="5649438"/>
            <a:ext cx="6976872" cy="5143499"/>
          </a:xfrm>
        </p:spPr>
        <p:txBody>
          <a:bodyPr/>
          <a:lstStyle>
            <a:lvl1pPr>
              <a:spcBef>
                <a:spcPts val="0"/>
              </a:spcBef>
              <a:spcAft>
                <a:spcPts val="1200"/>
              </a:spcAft>
              <a:buNone/>
              <a:defRPr sz="3600">
                <a:solidFill>
                  <a:schemeClr val="tx1"/>
                </a:solidFill>
              </a:defRPr>
            </a:lvl1pPr>
            <a:lvl2pPr marL="256032" indent="-256032">
              <a:spcBef>
                <a:spcPts val="0"/>
              </a:spcBef>
              <a:spcAft>
                <a:spcPts val="1200"/>
              </a:spcAft>
              <a:buNone/>
              <a:defRPr sz="3600">
                <a:solidFill>
                  <a:schemeClr val="tx1"/>
                </a:solidFill>
              </a:defRPr>
            </a:lvl2pPr>
            <a:lvl3pPr marL="512064" indent="-256032">
              <a:spcBef>
                <a:spcPts val="0"/>
              </a:spcBef>
              <a:spcAft>
                <a:spcPts val="1200"/>
              </a:spcAft>
              <a:buNone/>
              <a:defRPr sz="3600">
                <a:solidFill>
                  <a:schemeClr val="tx1"/>
                </a:solidFill>
              </a:defRPr>
            </a:lvl3pPr>
            <a:lvl4pPr marL="768096" indent="-256032">
              <a:spcBef>
                <a:spcPts val="0"/>
              </a:spcBef>
              <a:spcAft>
                <a:spcPts val="1200"/>
              </a:spcAft>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3" name="Straight Connector 2">
            <a:extLst>
              <a:ext uri="{FF2B5EF4-FFF2-40B4-BE49-F238E27FC236}">
                <a16:creationId xmlns:a16="http://schemas.microsoft.com/office/drawing/2014/main" id="{6B10BA1F-0426-4335-8AA7-36CC3F17A339}"/>
              </a:ext>
            </a:extLst>
          </p:cNvPr>
          <p:cNvSpPr>
            <a:spLocks noGrp="1"/>
          </p:cNvSpPr>
          <p:nvPr/>
        </p:nvSpPr>
        <p:spPr>
          <a:xfrm>
            <a:off x="8129396" y="5649438"/>
            <a:ext cx="0" cy="6325551"/>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6" name="Straight Connector 5">
            <a:extLst>
              <a:ext uri="{FF2B5EF4-FFF2-40B4-BE49-F238E27FC236}">
                <a16:creationId xmlns:a16="http://schemas.microsoft.com/office/drawing/2014/main" id="{07865D49-5400-4E9A-80A8-82103915DAF2}"/>
              </a:ext>
            </a:extLst>
          </p:cNvPr>
          <p:cNvSpPr>
            <a:spLocks noGrp="1"/>
          </p:cNvSpPr>
          <p:nvPr/>
        </p:nvSpPr>
        <p:spPr>
          <a:xfrm>
            <a:off x="16259174" y="5649438"/>
            <a:ext cx="0" cy="6347300"/>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7" name="Rectangle 6">
            <a:extLst>
              <a:ext uri="{FF2B5EF4-FFF2-40B4-BE49-F238E27FC236}">
                <a16:creationId xmlns:a16="http://schemas.microsoft.com/office/drawing/2014/main" id="{913CBEF8-8F4C-6D99-8D32-78E0E57835A9}"/>
              </a:ext>
            </a:extLst>
          </p:cNvPr>
          <p:cNvSpPr>
            <a:spLocks noGrp="1"/>
          </p:cNvSpPr>
          <p:nvPr/>
        </p:nvSpPr>
        <p:spPr>
          <a:xfrm>
            <a:off x="0" y="13075920"/>
            <a:ext cx="24387175" cy="640080"/>
          </a:xfrm>
          <a:prstGeom prst="rect">
            <a:avLst/>
          </a:prstGeom>
          <a:solidFill>
            <a:srgbClr val="F4F4F4"/>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8" name="Footer Placeholder 3">
            <a:extLst>
              <a:ext uri="{FF2B5EF4-FFF2-40B4-BE49-F238E27FC236}">
                <a16:creationId xmlns:a16="http://schemas.microsoft.com/office/drawing/2014/main" id="{01DC03A6-9A26-88C2-68E6-3DC0D93E969E}"/>
              </a:ext>
            </a:extLst>
          </p:cNvPr>
          <p:cNvSpPr>
            <a:spLocks noGrp="1"/>
          </p:cNvSpPr>
          <p:nvPr>
            <p:ph type="ftr" idx="14"/>
          </p:nvPr>
        </p:nvSpPr>
        <p:spPr>
          <a:xfrm>
            <a:off x="568324" y="13272850"/>
            <a:ext cx="4956176" cy="246221"/>
          </a:xfrm>
        </p:spPr>
        <p:txBody>
          <a:bodyPr/>
          <a:lstStyle>
            <a:lvl1pPr>
              <a:buNone/>
              <a:defRPr>
                <a:solidFill>
                  <a:schemeClr val="tx1"/>
                </a:solidFill>
              </a:defRPr>
            </a:lvl1pPr>
          </a:lstStyle>
          <a:p>
            <a:r>
              <a:t>IBM TechXchange | © 2026 IBM Corporation</a:t>
            </a:r>
          </a:p>
        </p:txBody>
      </p:sp>
      <p:sp>
        <p:nvSpPr>
          <p:cNvPr id="9" name="Slide Number Placeholder 4">
            <a:extLst>
              <a:ext uri="{FF2B5EF4-FFF2-40B4-BE49-F238E27FC236}">
                <a16:creationId xmlns:a16="http://schemas.microsoft.com/office/drawing/2014/main" id="{55BD75D3-9FCC-C4FD-03A2-E71E3BFD4E58}"/>
              </a:ext>
            </a:extLst>
          </p:cNvPr>
          <p:cNvSpPr>
            <a:spLocks noGrp="1"/>
          </p:cNvSpPr>
          <p:nvPr>
            <p:ph type="sldNum" idx="15"/>
          </p:nvPr>
        </p:nvSpPr>
        <p:spPr>
          <a:xfrm>
            <a:off x="23541592" y="13272850"/>
            <a:ext cx="270908" cy="246221"/>
          </a:xfrm>
        </p:spPr>
        <p:txBody>
          <a:bodyPr/>
          <a:lstStyle>
            <a:lvl1pPr>
              <a:buNone/>
              <a:defRPr>
                <a:solidFill>
                  <a:schemeClr val="tx1"/>
                </a:solidFill>
              </a:defRPr>
            </a:lvl1pPr>
          </a:lstStyle>
          <a:p>
            <a:fld id="{86CB4B4D-7CA3-9044-876B-883B54F8677D}" type="slidenum">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pictograms, 3 columns">
    <p:bg>
      <p:bgPr>
        <a:solidFill>
          <a:srgbClr val="F4F4F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37972" y="396575"/>
            <a:ext cx="11050589" cy="2229691"/>
          </a:xfrm>
        </p:spPr>
        <p:txBody>
          <a:bodyPr rIns="457200"/>
          <a:lstStyle>
            <a:lvl1pPr>
              <a:lnSpc>
                <a:spcPct val="100000"/>
              </a:lnSpc>
              <a:buNone/>
              <a:defRPr>
                <a:solidFill>
                  <a:schemeClr val="tx1"/>
                </a:solidFill>
              </a:defRPr>
            </a:lvl1pPr>
          </a:lstStyle>
          <a:p>
            <a:r>
              <a:t>Click to edit Master title style</a:t>
            </a:r>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idx="11"/>
          </p:nvPr>
        </p:nvSpPr>
        <p:spPr>
          <a:xfrm>
            <a:off x="576071" y="6782092"/>
            <a:ext cx="6976872" cy="5143499"/>
          </a:xfrm>
        </p:spPr>
        <p:txBody>
          <a:bodyPr/>
          <a:lstStyle>
            <a:lvl1pPr>
              <a:spcBef>
                <a:spcPts val="0"/>
              </a:spcBef>
              <a:buNone/>
              <a:defRPr sz="3600">
                <a:solidFill>
                  <a:schemeClr val="tx1"/>
                </a:solidFill>
              </a:defRPr>
            </a:lvl1pPr>
            <a:lvl2pPr marL="256032" indent="-256032">
              <a:spcBef>
                <a:spcPts val="0"/>
              </a:spcBef>
              <a:buNone/>
              <a:defRPr sz="3600">
                <a:solidFill>
                  <a:schemeClr val="tx1"/>
                </a:solidFill>
              </a:defRPr>
            </a:lvl2pPr>
            <a:lvl3pPr marL="512064" indent="-256032">
              <a:spcBef>
                <a:spcPts val="0"/>
              </a:spcBef>
              <a:buNone/>
              <a:defRPr sz="3600">
                <a:solidFill>
                  <a:schemeClr val="tx1"/>
                </a:solidFill>
              </a:defRPr>
            </a:lvl3pPr>
            <a:lvl4pPr marL="768096" indent="-256032">
              <a:spcBef>
                <a:spcPts val="0"/>
              </a:spcBef>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idx="12"/>
          </p:nvPr>
        </p:nvSpPr>
        <p:spPr>
          <a:xfrm>
            <a:off x="8705849" y="6782092"/>
            <a:ext cx="6976872" cy="5143499"/>
          </a:xfrm>
        </p:spPr>
        <p:txBody>
          <a:bodyPr/>
          <a:lstStyle>
            <a:lvl1pPr>
              <a:spcBef>
                <a:spcPts val="0"/>
              </a:spcBef>
              <a:buNone/>
              <a:defRPr sz="3600">
                <a:solidFill>
                  <a:schemeClr val="tx1"/>
                </a:solidFill>
              </a:defRPr>
            </a:lvl1pPr>
            <a:lvl2pPr marL="256032" indent="-256032">
              <a:spcBef>
                <a:spcPts val="0"/>
              </a:spcBef>
              <a:buNone/>
              <a:defRPr sz="3600">
                <a:solidFill>
                  <a:schemeClr val="tx1"/>
                </a:solidFill>
              </a:defRPr>
            </a:lvl2pPr>
            <a:lvl3pPr marL="512064" indent="-256032">
              <a:spcBef>
                <a:spcPts val="0"/>
              </a:spcBef>
              <a:buNone/>
              <a:defRPr sz="3600">
                <a:solidFill>
                  <a:schemeClr val="tx1"/>
                </a:solidFill>
              </a:defRPr>
            </a:lvl3pPr>
            <a:lvl4pPr marL="768096" indent="-256032">
              <a:spcBef>
                <a:spcPts val="0"/>
              </a:spcBef>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idx="13"/>
          </p:nvPr>
        </p:nvSpPr>
        <p:spPr>
          <a:xfrm>
            <a:off x="16835628" y="6782092"/>
            <a:ext cx="6976872" cy="5143499"/>
          </a:xfrm>
        </p:spPr>
        <p:txBody>
          <a:bodyPr/>
          <a:lstStyle>
            <a:lvl1pPr>
              <a:spcBef>
                <a:spcPts val="0"/>
              </a:spcBef>
              <a:buNone/>
              <a:defRPr sz="3600">
                <a:solidFill>
                  <a:schemeClr val="tx1"/>
                </a:solidFill>
              </a:defRPr>
            </a:lvl1pPr>
            <a:lvl2pPr marL="256032" indent="-256032">
              <a:spcBef>
                <a:spcPts val="0"/>
              </a:spcBef>
              <a:buNone/>
              <a:defRPr sz="3600">
                <a:solidFill>
                  <a:schemeClr val="tx1"/>
                </a:solidFill>
              </a:defRPr>
            </a:lvl2pPr>
            <a:lvl3pPr marL="512064" indent="-256032">
              <a:spcBef>
                <a:spcPts val="0"/>
              </a:spcBef>
              <a:buNone/>
              <a:defRPr sz="3600">
                <a:solidFill>
                  <a:schemeClr val="tx1"/>
                </a:solidFill>
              </a:defRPr>
            </a:lvl3pPr>
            <a:lvl4pPr marL="768096" indent="-256032">
              <a:spcBef>
                <a:spcPts val="0"/>
              </a:spcBef>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9" name="Picture Placeholder 12">
            <a:extLst>
              <a:ext uri="{FF2B5EF4-FFF2-40B4-BE49-F238E27FC236}">
                <a16:creationId xmlns:a16="http://schemas.microsoft.com/office/drawing/2014/main" id="{3D239E8C-BDAD-3BA7-69BA-6E9D9922A765}"/>
              </a:ext>
            </a:extLst>
          </p:cNvPr>
          <p:cNvSpPr>
            <a:spLocks noGrp="1"/>
          </p:cNvSpPr>
          <p:nvPr>
            <p:ph type="pic" idx="18" hasCustomPrompt="1"/>
          </p:nvPr>
        </p:nvSpPr>
        <p:spPr>
          <a:xfrm>
            <a:off x="8705849" y="4880140"/>
            <a:ext cx="1216152" cy="1216152"/>
          </a:xfrm>
        </p:spPr>
        <p:txBody>
          <a:bodyPr anchor="ctr"/>
          <a:lstStyle>
            <a:lvl1pPr algn="ctr">
              <a:buNone/>
              <a:defRPr sz="1600"/>
            </a:lvl1pPr>
          </a:lstStyle>
          <a:p>
            <a:r>
              <a:t>Pictogram</a:t>
            </a:r>
          </a:p>
        </p:txBody>
      </p:sp>
      <p:sp>
        <p:nvSpPr>
          <p:cNvPr id="10" name="Picture Placeholder 12">
            <a:extLst>
              <a:ext uri="{FF2B5EF4-FFF2-40B4-BE49-F238E27FC236}">
                <a16:creationId xmlns:a16="http://schemas.microsoft.com/office/drawing/2014/main" id="{78F2607C-C2D8-FFBC-278F-61D7DB611750}"/>
              </a:ext>
            </a:extLst>
          </p:cNvPr>
          <p:cNvSpPr>
            <a:spLocks noGrp="1"/>
          </p:cNvSpPr>
          <p:nvPr>
            <p:ph type="pic" idx="19" hasCustomPrompt="1"/>
          </p:nvPr>
        </p:nvSpPr>
        <p:spPr>
          <a:xfrm>
            <a:off x="16835628" y="4880140"/>
            <a:ext cx="1216152" cy="1216152"/>
          </a:xfrm>
        </p:spPr>
        <p:txBody>
          <a:bodyPr anchor="ctr"/>
          <a:lstStyle>
            <a:lvl1pPr algn="ctr">
              <a:buNone/>
              <a:defRPr sz="1600"/>
            </a:lvl1pPr>
          </a:lstStyle>
          <a:p>
            <a:r>
              <a:t>Pictogram</a:t>
            </a:r>
          </a:p>
        </p:txBody>
      </p:sp>
      <p:sp>
        <p:nvSpPr>
          <p:cNvPr id="15" name="Picture Placeholder 12">
            <a:extLst>
              <a:ext uri="{FF2B5EF4-FFF2-40B4-BE49-F238E27FC236}">
                <a16:creationId xmlns:a16="http://schemas.microsoft.com/office/drawing/2014/main" id="{E646E100-F22C-3F1E-673A-CE8E02105E6C}"/>
              </a:ext>
            </a:extLst>
          </p:cNvPr>
          <p:cNvSpPr>
            <a:spLocks noGrp="1"/>
          </p:cNvSpPr>
          <p:nvPr>
            <p:ph type="pic" idx="21" hasCustomPrompt="1"/>
          </p:nvPr>
        </p:nvSpPr>
        <p:spPr>
          <a:xfrm>
            <a:off x="576072" y="4880140"/>
            <a:ext cx="1216152" cy="1216152"/>
          </a:xfrm>
        </p:spPr>
        <p:txBody>
          <a:bodyPr anchor="ctr"/>
          <a:lstStyle>
            <a:lvl1pPr algn="ctr">
              <a:buNone/>
              <a:defRPr sz="1600"/>
            </a:lvl1pPr>
          </a:lstStyle>
          <a:p>
            <a:r>
              <a:t>Pictogram</a:t>
            </a:r>
          </a:p>
        </p:txBody>
      </p:sp>
      <p:sp>
        <p:nvSpPr>
          <p:cNvPr id="5" name="Rectangle 4">
            <a:extLst>
              <a:ext uri="{FF2B5EF4-FFF2-40B4-BE49-F238E27FC236}">
                <a16:creationId xmlns:a16="http://schemas.microsoft.com/office/drawing/2014/main" id="{4E880CD3-E735-9E59-844C-B58598CBD8AD}"/>
              </a:ext>
            </a:extLst>
          </p:cNvPr>
          <p:cNvSpPr>
            <a:spLocks noGrp="1"/>
          </p:cNvSpPr>
          <p:nvPr/>
        </p:nvSpPr>
        <p:spPr>
          <a:xfrm>
            <a:off x="0" y="13075920"/>
            <a:ext cx="24387175" cy="640080"/>
          </a:xfrm>
          <a:prstGeom prst="rect">
            <a:avLst/>
          </a:prstGeom>
          <a:solidFill>
            <a:srgbClr val="F4F4F4"/>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6" name="Footer Placeholder 3">
            <a:extLst>
              <a:ext uri="{FF2B5EF4-FFF2-40B4-BE49-F238E27FC236}">
                <a16:creationId xmlns:a16="http://schemas.microsoft.com/office/drawing/2014/main" id="{75FDF568-0D8A-0518-802F-60466A578803}"/>
              </a:ext>
            </a:extLst>
          </p:cNvPr>
          <p:cNvSpPr>
            <a:spLocks noGrp="1"/>
          </p:cNvSpPr>
          <p:nvPr>
            <p:ph type="ftr" idx="22"/>
          </p:nvPr>
        </p:nvSpPr>
        <p:spPr>
          <a:xfrm>
            <a:off x="568324" y="13272850"/>
            <a:ext cx="4956176" cy="246221"/>
          </a:xfrm>
        </p:spPr>
        <p:txBody>
          <a:bodyPr/>
          <a:lstStyle>
            <a:lvl1pPr>
              <a:buNone/>
              <a:defRPr>
                <a:solidFill>
                  <a:schemeClr val="tx1"/>
                </a:solidFill>
              </a:defRPr>
            </a:lvl1pPr>
          </a:lstStyle>
          <a:p>
            <a:r>
              <a:t>IBM TechXchange | © 2026 IBM Corporation</a:t>
            </a:r>
          </a:p>
        </p:txBody>
      </p:sp>
      <p:sp>
        <p:nvSpPr>
          <p:cNvPr id="7" name="Slide Number Placeholder 4">
            <a:extLst>
              <a:ext uri="{FF2B5EF4-FFF2-40B4-BE49-F238E27FC236}">
                <a16:creationId xmlns:a16="http://schemas.microsoft.com/office/drawing/2014/main" id="{CBF43155-67FF-AEF6-3373-BD2ECA968D97}"/>
              </a:ext>
            </a:extLst>
          </p:cNvPr>
          <p:cNvSpPr>
            <a:spLocks noGrp="1"/>
          </p:cNvSpPr>
          <p:nvPr>
            <p:ph type="sldNum" idx="14"/>
          </p:nvPr>
        </p:nvSpPr>
        <p:spPr>
          <a:xfrm>
            <a:off x="23541592" y="13272850"/>
            <a:ext cx="270908" cy="246221"/>
          </a:xfrm>
        </p:spPr>
        <p:txBody>
          <a:bodyPr/>
          <a:lstStyle>
            <a:lvl1pPr>
              <a:buNone/>
              <a:defRPr>
                <a:solidFill>
                  <a:schemeClr val="tx1"/>
                </a:solidFill>
              </a:defRPr>
            </a:lvl1pPr>
          </a:lstStyle>
          <a:p>
            <a:fld id="{86CB4B4D-7CA3-9044-876B-883B54F8677D}" type="slidenum">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ection, 3 middle columns">
    <p:bg>
      <p:bgPr>
        <a:solidFill>
          <a:srgbClr val="F4F4F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37972" y="396574"/>
            <a:ext cx="4987925" cy="6461426"/>
          </a:xfrm>
        </p:spPr>
        <p:txBody>
          <a:bodyPr rIns="457200"/>
          <a:lstStyle>
            <a:lvl1pPr>
              <a:lnSpc>
                <a:spcPct val="100000"/>
              </a:lnSpc>
              <a:buNone/>
              <a:defRPr>
                <a:solidFill>
                  <a:schemeClr val="tx1"/>
                </a:solidFill>
              </a:defRPr>
            </a:lvl1pPr>
          </a:lstStyle>
          <a:p>
            <a:r>
              <a:t>Click to edit Master title style</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idx="12"/>
          </p:nvPr>
        </p:nvSpPr>
        <p:spPr>
          <a:xfrm>
            <a:off x="6709469" y="5143500"/>
            <a:ext cx="4949825" cy="5143500"/>
          </a:xfrm>
        </p:spPr>
        <p:txBody>
          <a:bodyPr/>
          <a:lstStyle>
            <a:lvl1pPr>
              <a:spcBef>
                <a:spcPts val="0"/>
              </a:spcBef>
              <a:spcAft>
                <a:spcPts val="1200"/>
              </a:spcAft>
              <a:buNone/>
              <a:defRPr sz="3600">
                <a:solidFill>
                  <a:schemeClr val="tx1"/>
                </a:solidFill>
              </a:defRPr>
            </a:lvl1pPr>
            <a:lvl2pPr marL="256032" indent="-256032">
              <a:spcBef>
                <a:spcPts val="0"/>
              </a:spcBef>
              <a:spcAft>
                <a:spcPts val="1200"/>
              </a:spcAft>
              <a:buNone/>
              <a:defRPr sz="3600">
                <a:solidFill>
                  <a:schemeClr val="tx1"/>
                </a:solidFill>
              </a:defRPr>
            </a:lvl2pPr>
            <a:lvl3pPr marL="512064" indent="-256032">
              <a:spcBef>
                <a:spcPts val="0"/>
              </a:spcBef>
              <a:spcAft>
                <a:spcPts val="1200"/>
              </a:spcAft>
              <a:buNone/>
              <a:defRPr sz="3600">
                <a:solidFill>
                  <a:schemeClr val="tx1"/>
                </a:solidFill>
              </a:defRPr>
            </a:lvl3pPr>
            <a:lvl4pPr marL="768096" indent="-256032">
              <a:spcBef>
                <a:spcPts val="0"/>
              </a:spcBef>
              <a:spcAft>
                <a:spcPts val="1200"/>
              </a:spcAft>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idx="13"/>
          </p:nvPr>
        </p:nvSpPr>
        <p:spPr>
          <a:xfrm>
            <a:off x="12804423" y="5143500"/>
            <a:ext cx="4949825" cy="5143500"/>
          </a:xfrm>
        </p:spPr>
        <p:txBody>
          <a:bodyPr/>
          <a:lstStyle>
            <a:lvl1pPr>
              <a:spcBef>
                <a:spcPts val="0"/>
              </a:spcBef>
              <a:spcAft>
                <a:spcPts val="1200"/>
              </a:spcAft>
              <a:buNone/>
              <a:defRPr sz="3600">
                <a:solidFill>
                  <a:schemeClr val="tx1"/>
                </a:solidFill>
              </a:defRPr>
            </a:lvl1pPr>
            <a:lvl2pPr marL="256032" indent="-256032">
              <a:spcBef>
                <a:spcPts val="0"/>
              </a:spcBef>
              <a:spcAft>
                <a:spcPts val="1200"/>
              </a:spcAft>
              <a:buNone/>
              <a:defRPr sz="3600">
                <a:solidFill>
                  <a:schemeClr val="tx1"/>
                </a:solidFill>
              </a:defRPr>
            </a:lvl2pPr>
            <a:lvl3pPr marL="512064" indent="-256032">
              <a:spcBef>
                <a:spcPts val="0"/>
              </a:spcBef>
              <a:spcAft>
                <a:spcPts val="1200"/>
              </a:spcAft>
              <a:buNone/>
              <a:defRPr sz="3600">
                <a:solidFill>
                  <a:schemeClr val="tx1"/>
                </a:solidFill>
              </a:defRPr>
            </a:lvl3pPr>
            <a:lvl4pPr marL="768096" indent="-256032">
              <a:spcBef>
                <a:spcPts val="0"/>
              </a:spcBef>
              <a:spcAft>
                <a:spcPts val="1200"/>
              </a:spcAft>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idx="14"/>
          </p:nvPr>
        </p:nvSpPr>
        <p:spPr>
          <a:xfrm>
            <a:off x="18899378" y="5143500"/>
            <a:ext cx="4949825" cy="5143500"/>
          </a:xfrm>
        </p:spPr>
        <p:txBody>
          <a:bodyPr/>
          <a:lstStyle>
            <a:lvl1pPr>
              <a:spcBef>
                <a:spcPts val="0"/>
              </a:spcBef>
              <a:spcAft>
                <a:spcPts val="1200"/>
              </a:spcAft>
              <a:buNone/>
              <a:defRPr sz="3600">
                <a:solidFill>
                  <a:schemeClr val="tx1"/>
                </a:solidFill>
              </a:defRPr>
            </a:lvl1pPr>
            <a:lvl2pPr marL="256032" indent="-256032">
              <a:spcBef>
                <a:spcPts val="0"/>
              </a:spcBef>
              <a:spcAft>
                <a:spcPts val="1200"/>
              </a:spcAft>
              <a:buNone/>
              <a:defRPr sz="3600">
                <a:solidFill>
                  <a:schemeClr val="tx1"/>
                </a:solidFill>
              </a:defRPr>
            </a:lvl2pPr>
            <a:lvl3pPr marL="512064" indent="-256032">
              <a:spcBef>
                <a:spcPts val="0"/>
              </a:spcBef>
              <a:spcAft>
                <a:spcPts val="1200"/>
              </a:spcAft>
              <a:buNone/>
              <a:defRPr sz="3600">
                <a:solidFill>
                  <a:schemeClr val="tx1"/>
                </a:solidFill>
              </a:defRPr>
            </a:lvl3pPr>
            <a:lvl4pPr marL="768096" indent="-256032">
              <a:spcBef>
                <a:spcPts val="0"/>
              </a:spcBef>
              <a:spcAft>
                <a:spcPts val="1200"/>
              </a:spcAft>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6" name="Straight Connector 5">
            <a:extLst>
              <a:ext uri="{FF2B5EF4-FFF2-40B4-BE49-F238E27FC236}">
                <a16:creationId xmlns:a16="http://schemas.microsoft.com/office/drawing/2014/main" id="{17767B44-3D2A-409F-A03C-B4A80A55C2F7}"/>
              </a:ext>
            </a:extLst>
          </p:cNvPr>
          <p:cNvSpPr>
            <a:spLocks noGrp="1"/>
          </p:cNvSpPr>
          <p:nvPr/>
        </p:nvSpPr>
        <p:spPr>
          <a:xfrm>
            <a:off x="12188952" y="583755"/>
            <a:ext cx="0" cy="11412981"/>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7" name="Straight Connector 6">
            <a:extLst>
              <a:ext uri="{FF2B5EF4-FFF2-40B4-BE49-F238E27FC236}">
                <a16:creationId xmlns:a16="http://schemas.microsoft.com/office/drawing/2014/main" id="{4CE4F170-ACDE-4ABB-BBFF-E7FBE1B2D88C}"/>
              </a:ext>
            </a:extLst>
          </p:cNvPr>
          <p:cNvSpPr>
            <a:spLocks noGrp="1"/>
          </p:cNvSpPr>
          <p:nvPr/>
        </p:nvSpPr>
        <p:spPr>
          <a:xfrm>
            <a:off x="18288000" y="577850"/>
            <a:ext cx="0" cy="11369770"/>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5" name="Rectangle 4">
            <a:extLst>
              <a:ext uri="{FF2B5EF4-FFF2-40B4-BE49-F238E27FC236}">
                <a16:creationId xmlns:a16="http://schemas.microsoft.com/office/drawing/2014/main" id="{EF5418CA-C8D8-8CFE-27F1-936C8545CDF2}"/>
              </a:ext>
            </a:extLst>
          </p:cNvPr>
          <p:cNvSpPr>
            <a:spLocks noGrp="1"/>
          </p:cNvSpPr>
          <p:nvPr/>
        </p:nvSpPr>
        <p:spPr>
          <a:xfrm>
            <a:off x="0" y="13075920"/>
            <a:ext cx="24387175" cy="640080"/>
          </a:xfrm>
          <a:prstGeom prst="rect">
            <a:avLst/>
          </a:prstGeom>
          <a:solidFill>
            <a:srgbClr val="F4F4F4"/>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9" name="Footer Placeholder 3">
            <a:extLst>
              <a:ext uri="{FF2B5EF4-FFF2-40B4-BE49-F238E27FC236}">
                <a16:creationId xmlns:a16="http://schemas.microsoft.com/office/drawing/2014/main" id="{8D921B52-18C3-FD2E-4FC1-5341A8E851B5}"/>
              </a:ext>
            </a:extLst>
          </p:cNvPr>
          <p:cNvSpPr>
            <a:spLocks noGrp="1"/>
          </p:cNvSpPr>
          <p:nvPr>
            <p:ph type="ftr" idx="15"/>
          </p:nvPr>
        </p:nvSpPr>
        <p:spPr>
          <a:xfrm>
            <a:off x="568324" y="13272850"/>
            <a:ext cx="4956176" cy="246221"/>
          </a:xfrm>
        </p:spPr>
        <p:txBody>
          <a:bodyPr/>
          <a:lstStyle>
            <a:lvl1pPr>
              <a:buNone/>
              <a:defRPr>
                <a:solidFill>
                  <a:schemeClr val="tx1"/>
                </a:solidFill>
              </a:defRPr>
            </a:lvl1pPr>
          </a:lstStyle>
          <a:p>
            <a:r>
              <a:t>IBM TechXchange | © 2026 IBM Corporation</a:t>
            </a:r>
          </a:p>
        </p:txBody>
      </p:sp>
      <p:sp>
        <p:nvSpPr>
          <p:cNvPr id="10" name="Slide Number Placeholder 4">
            <a:extLst>
              <a:ext uri="{FF2B5EF4-FFF2-40B4-BE49-F238E27FC236}">
                <a16:creationId xmlns:a16="http://schemas.microsoft.com/office/drawing/2014/main" id="{6AA83F13-59FA-70E1-4B11-051F109C95F5}"/>
              </a:ext>
            </a:extLst>
          </p:cNvPr>
          <p:cNvSpPr>
            <a:spLocks noGrp="1"/>
          </p:cNvSpPr>
          <p:nvPr>
            <p:ph type="sldNum" idx="16"/>
          </p:nvPr>
        </p:nvSpPr>
        <p:spPr>
          <a:xfrm>
            <a:off x="23541592" y="13272850"/>
            <a:ext cx="270908" cy="246221"/>
          </a:xfrm>
        </p:spPr>
        <p:txBody>
          <a:bodyPr/>
          <a:lstStyle>
            <a:lvl1pPr>
              <a:buNone/>
              <a:defRPr>
                <a:solidFill>
                  <a:schemeClr val="tx1"/>
                </a:solidFill>
              </a:defRPr>
            </a:lvl1pPr>
          </a:lstStyle>
          <a:p>
            <a:fld id="{86CB4B4D-7CA3-9044-876B-883B54F8677D}" type="slidenum">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pictograms, 3 columns vertical">
    <p:bg>
      <p:bgPr>
        <a:solidFill>
          <a:srgbClr val="F4F4F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37972" y="396574"/>
            <a:ext cx="4987925" cy="6461426"/>
          </a:xfrm>
        </p:spPr>
        <p:txBody>
          <a:bodyPr rIns="457200"/>
          <a:lstStyle>
            <a:lvl1pPr>
              <a:lnSpc>
                <a:spcPct val="100000"/>
              </a:lnSpc>
              <a:buNone/>
              <a:defRPr>
                <a:solidFill>
                  <a:schemeClr val="tx1"/>
                </a:solidFill>
              </a:defRPr>
            </a:lvl1pPr>
          </a:lstStyle>
          <a:p>
            <a:r>
              <a:t>Click to edit Master title style</a:t>
            </a:r>
          </a:p>
        </p:txBody>
      </p:sp>
      <p:sp>
        <p:nvSpPr>
          <p:cNvPr id="6" name="Straight Connector 5">
            <a:extLst>
              <a:ext uri="{FF2B5EF4-FFF2-40B4-BE49-F238E27FC236}">
                <a16:creationId xmlns:a16="http://schemas.microsoft.com/office/drawing/2014/main" id="{E60778B3-C66B-45F1-B453-F2DA66900D2D}"/>
              </a:ext>
            </a:extLst>
          </p:cNvPr>
          <p:cNvSpPr>
            <a:spLocks noGrp="1"/>
          </p:cNvSpPr>
          <p:nvPr/>
        </p:nvSpPr>
        <p:spPr>
          <a:xfrm>
            <a:off x="12188952" y="583755"/>
            <a:ext cx="0" cy="11412982"/>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7" name="Straight Connector 6">
            <a:extLst>
              <a:ext uri="{FF2B5EF4-FFF2-40B4-BE49-F238E27FC236}">
                <a16:creationId xmlns:a16="http://schemas.microsoft.com/office/drawing/2014/main" id="{88A26E4D-CD01-4E75-9465-DA05400737ED}"/>
              </a:ext>
            </a:extLst>
          </p:cNvPr>
          <p:cNvSpPr>
            <a:spLocks noGrp="1"/>
          </p:cNvSpPr>
          <p:nvPr/>
        </p:nvSpPr>
        <p:spPr>
          <a:xfrm>
            <a:off x="18288000" y="577850"/>
            <a:ext cx="0" cy="11369770"/>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3" name="Text Placeholder 4">
            <a:extLst>
              <a:ext uri="{FF2B5EF4-FFF2-40B4-BE49-F238E27FC236}">
                <a16:creationId xmlns:a16="http://schemas.microsoft.com/office/drawing/2014/main" id="{375A15DB-1EFF-520D-BB52-429C515C5390}"/>
              </a:ext>
            </a:extLst>
          </p:cNvPr>
          <p:cNvSpPr>
            <a:spLocks noGrp="1"/>
          </p:cNvSpPr>
          <p:nvPr>
            <p:ph type="body" idx="22"/>
          </p:nvPr>
        </p:nvSpPr>
        <p:spPr>
          <a:xfrm>
            <a:off x="18851564" y="2478024"/>
            <a:ext cx="4952999" cy="6094476"/>
          </a:xfrm>
        </p:spPr>
        <p:txBody>
          <a:bodyPr/>
          <a:lstStyle>
            <a:lvl1pPr>
              <a:lnSpc>
                <a:spcPct val="100000"/>
              </a:lnSpc>
              <a:spcBef>
                <a:spcPts val="0"/>
              </a:spcBef>
              <a:spcAft>
                <a:spcPts val="1200"/>
              </a:spcAft>
              <a:buNone/>
              <a:defRPr sz="3600">
                <a:solidFill>
                  <a:schemeClr val="tx1"/>
                </a:solidFill>
              </a:defRPr>
            </a:lvl1pPr>
            <a:lvl2pPr marL="402336" indent="-402336">
              <a:lnSpc>
                <a:spcPct val="100000"/>
              </a:lnSpc>
              <a:spcBef>
                <a:spcPts val="0"/>
              </a:spcBef>
              <a:spcAft>
                <a:spcPts val="1200"/>
              </a:spcAft>
              <a:buNone/>
              <a:defRPr sz="3600">
                <a:solidFill>
                  <a:schemeClr val="tx1"/>
                </a:solidFill>
              </a:defRPr>
            </a:lvl2pPr>
            <a:lvl3pPr marL="804672" indent="-402336">
              <a:lnSpc>
                <a:spcPct val="100000"/>
              </a:lnSpc>
              <a:spcBef>
                <a:spcPts val="0"/>
              </a:spcBef>
              <a:spcAft>
                <a:spcPts val="1200"/>
              </a:spcAft>
              <a:buNone/>
              <a:defRPr sz="3600">
                <a:solidFill>
                  <a:schemeClr val="tx1"/>
                </a:solidFill>
              </a:defRPr>
            </a:lvl3pPr>
            <a:lvl4pPr marL="1115568" indent="-402336">
              <a:lnSpc>
                <a:spcPct val="100000"/>
              </a:lnSpc>
              <a:spcBef>
                <a:spcPts val="0"/>
              </a:spcBef>
              <a:spcAft>
                <a:spcPts val="1200"/>
              </a:spcAft>
              <a:buNone/>
              <a:defRPr sz="3600">
                <a:solidFill>
                  <a:schemeClr val="tx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9" name="Picture Placeholder 12">
            <a:extLst>
              <a:ext uri="{FF2B5EF4-FFF2-40B4-BE49-F238E27FC236}">
                <a16:creationId xmlns:a16="http://schemas.microsoft.com/office/drawing/2014/main" id="{DFA218C9-742E-511E-BA94-C411B5869722}"/>
              </a:ext>
            </a:extLst>
          </p:cNvPr>
          <p:cNvSpPr>
            <a:spLocks noGrp="1"/>
          </p:cNvSpPr>
          <p:nvPr>
            <p:ph type="pic" idx="23" hasCustomPrompt="1"/>
          </p:nvPr>
        </p:nvSpPr>
        <p:spPr>
          <a:xfrm>
            <a:off x="18851564" y="576072"/>
            <a:ext cx="1216152" cy="1216152"/>
          </a:xfrm>
        </p:spPr>
        <p:txBody>
          <a:bodyPr anchor="ctr"/>
          <a:lstStyle>
            <a:lvl1pPr algn="ctr">
              <a:buNone/>
              <a:defRPr sz="1600"/>
            </a:lvl1pPr>
          </a:lstStyle>
          <a:p>
            <a:r>
              <a:t>Pictogram</a:t>
            </a:r>
          </a:p>
        </p:txBody>
      </p:sp>
      <p:sp>
        <p:nvSpPr>
          <p:cNvPr id="10" name="Text Placeholder 4">
            <a:extLst>
              <a:ext uri="{FF2B5EF4-FFF2-40B4-BE49-F238E27FC236}">
                <a16:creationId xmlns:a16="http://schemas.microsoft.com/office/drawing/2014/main" id="{FFA8738A-CEF0-79AA-B419-B7680A6CC615}"/>
              </a:ext>
            </a:extLst>
          </p:cNvPr>
          <p:cNvSpPr>
            <a:spLocks noGrp="1"/>
          </p:cNvSpPr>
          <p:nvPr>
            <p:ph type="body" idx="24"/>
          </p:nvPr>
        </p:nvSpPr>
        <p:spPr>
          <a:xfrm>
            <a:off x="12780516" y="2478024"/>
            <a:ext cx="4952999" cy="6094476"/>
          </a:xfrm>
        </p:spPr>
        <p:txBody>
          <a:bodyPr/>
          <a:lstStyle>
            <a:lvl1pPr>
              <a:lnSpc>
                <a:spcPct val="100000"/>
              </a:lnSpc>
              <a:spcBef>
                <a:spcPts val="0"/>
              </a:spcBef>
              <a:spcAft>
                <a:spcPts val="1200"/>
              </a:spcAft>
              <a:buNone/>
              <a:defRPr sz="3600">
                <a:solidFill>
                  <a:schemeClr val="tx1"/>
                </a:solidFill>
              </a:defRPr>
            </a:lvl1pPr>
            <a:lvl2pPr marL="402336" indent="-402336">
              <a:lnSpc>
                <a:spcPct val="100000"/>
              </a:lnSpc>
              <a:spcBef>
                <a:spcPts val="0"/>
              </a:spcBef>
              <a:spcAft>
                <a:spcPts val="1200"/>
              </a:spcAft>
              <a:buNone/>
              <a:defRPr sz="3600">
                <a:solidFill>
                  <a:schemeClr val="tx1"/>
                </a:solidFill>
              </a:defRPr>
            </a:lvl2pPr>
            <a:lvl3pPr marL="804672" indent="-402336">
              <a:lnSpc>
                <a:spcPct val="100000"/>
              </a:lnSpc>
              <a:spcBef>
                <a:spcPts val="0"/>
              </a:spcBef>
              <a:spcAft>
                <a:spcPts val="1200"/>
              </a:spcAft>
              <a:buNone/>
              <a:defRPr sz="3600">
                <a:solidFill>
                  <a:schemeClr val="tx1"/>
                </a:solidFill>
              </a:defRPr>
            </a:lvl3pPr>
            <a:lvl4pPr marL="1115568" indent="-402336">
              <a:lnSpc>
                <a:spcPct val="100000"/>
              </a:lnSpc>
              <a:spcBef>
                <a:spcPts val="0"/>
              </a:spcBef>
              <a:spcAft>
                <a:spcPts val="1200"/>
              </a:spcAft>
              <a:buNone/>
              <a:defRPr sz="3600">
                <a:solidFill>
                  <a:schemeClr val="tx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1" name="Picture Placeholder 12">
            <a:extLst>
              <a:ext uri="{FF2B5EF4-FFF2-40B4-BE49-F238E27FC236}">
                <a16:creationId xmlns:a16="http://schemas.microsoft.com/office/drawing/2014/main" id="{742E71B1-B5F7-9235-D02B-4E7306F89829}"/>
              </a:ext>
            </a:extLst>
          </p:cNvPr>
          <p:cNvSpPr>
            <a:spLocks noGrp="1"/>
          </p:cNvSpPr>
          <p:nvPr>
            <p:ph type="pic" idx="25" hasCustomPrompt="1"/>
          </p:nvPr>
        </p:nvSpPr>
        <p:spPr>
          <a:xfrm>
            <a:off x="12780516" y="576072"/>
            <a:ext cx="1216152" cy="1216152"/>
          </a:xfrm>
        </p:spPr>
        <p:txBody>
          <a:bodyPr anchor="ctr"/>
          <a:lstStyle>
            <a:lvl1pPr algn="ctr">
              <a:buNone/>
              <a:defRPr sz="1600"/>
            </a:lvl1pPr>
          </a:lstStyle>
          <a:p>
            <a:r>
              <a:t>Pictogram</a:t>
            </a:r>
          </a:p>
        </p:txBody>
      </p:sp>
      <p:sp>
        <p:nvSpPr>
          <p:cNvPr id="15" name="Text Placeholder 4">
            <a:extLst>
              <a:ext uri="{FF2B5EF4-FFF2-40B4-BE49-F238E27FC236}">
                <a16:creationId xmlns:a16="http://schemas.microsoft.com/office/drawing/2014/main" id="{0B7FE31C-8FA8-1E02-8414-47C66592F2A1}"/>
              </a:ext>
            </a:extLst>
          </p:cNvPr>
          <p:cNvSpPr>
            <a:spLocks noGrp="1"/>
          </p:cNvSpPr>
          <p:nvPr>
            <p:ph type="body" idx="26"/>
          </p:nvPr>
        </p:nvSpPr>
        <p:spPr>
          <a:xfrm>
            <a:off x="6709469" y="2478024"/>
            <a:ext cx="4952999" cy="6094476"/>
          </a:xfrm>
        </p:spPr>
        <p:txBody>
          <a:bodyPr/>
          <a:lstStyle>
            <a:lvl1pPr>
              <a:lnSpc>
                <a:spcPct val="100000"/>
              </a:lnSpc>
              <a:spcBef>
                <a:spcPts val="0"/>
              </a:spcBef>
              <a:spcAft>
                <a:spcPts val="1200"/>
              </a:spcAft>
              <a:buNone/>
              <a:defRPr sz="3600">
                <a:solidFill>
                  <a:schemeClr val="tx1"/>
                </a:solidFill>
              </a:defRPr>
            </a:lvl1pPr>
            <a:lvl2pPr marL="402336" indent="-402336">
              <a:lnSpc>
                <a:spcPct val="100000"/>
              </a:lnSpc>
              <a:spcBef>
                <a:spcPts val="0"/>
              </a:spcBef>
              <a:spcAft>
                <a:spcPts val="1200"/>
              </a:spcAft>
              <a:buNone/>
              <a:defRPr sz="3600">
                <a:solidFill>
                  <a:schemeClr val="tx1"/>
                </a:solidFill>
              </a:defRPr>
            </a:lvl2pPr>
            <a:lvl3pPr marL="804672" indent="-402336">
              <a:lnSpc>
                <a:spcPct val="100000"/>
              </a:lnSpc>
              <a:spcBef>
                <a:spcPts val="0"/>
              </a:spcBef>
              <a:spcAft>
                <a:spcPts val="1200"/>
              </a:spcAft>
              <a:buNone/>
              <a:defRPr sz="3600">
                <a:solidFill>
                  <a:schemeClr val="tx1"/>
                </a:solidFill>
              </a:defRPr>
            </a:lvl3pPr>
            <a:lvl4pPr marL="1115568" indent="-402336">
              <a:lnSpc>
                <a:spcPct val="100000"/>
              </a:lnSpc>
              <a:spcBef>
                <a:spcPts val="0"/>
              </a:spcBef>
              <a:spcAft>
                <a:spcPts val="1200"/>
              </a:spcAft>
              <a:buNone/>
              <a:defRPr sz="3600">
                <a:solidFill>
                  <a:schemeClr val="tx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6" name="Picture Placeholder 12">
            <a:extLst>
              <a:ext uri="{FF2B5EF4-FFF2-40B4-BE49-F238E27FC236}">
                <a16:creationId xmlns:a16="http://schemas.microsoft.com/office/drawing/2014/main" id="{E798A212-9B60-58A9-FAAF-19FACBA14613}"/>
              </a:ext>
            </a:extLst>
          </p:cNvPr>
          <p:cNvSpPr>
            <a:spLocks noGrp="1"/>
          </p:cNvSpPr>
          <p:nvPr>
            <p:ph type="pic" idx="27" hasCustomPrompt="1"/>
          </p:nvPr>
        </p:nvSpPr>
        <p:spPr>
          <a:xfrm>
            <a:off x="6709469" y="576072"/>
            <a:ext cx="1216152" cy="1216152"/>
          </a:xfrm>
        </p:spPr>
        <p:txBody>
          <a:bodyPr anchor="ctr"/>
          <a:lstStyle>
            <a:lvl1pPr algn="ctr">
              <a:buNone/>
              <a:defRPr sz="1600"/>
            </a:lvl1pPr>
          </a:lstStyle>
          <a:p>
            <a:r>
              <a:t>Pictogram</a:t>
            </a:r>
          </a:p>
        </p:txBody>
      </p:sp>
      <p:sp>
        <p:nvSpPr>
          <p:cNvPr id="17" name="Straight Connector 16">
            <a:extLst>
              <a:ext uri="{FF2B5EF4-FFF2-40B4-BE49-F238E27FC236}">
                <a16:creationId xmlns:a16="http://schemas.microsoft.com/office/drawing/2014/main" id="{B120162C-CDBD-4159-B3F3-A436BB8A0F75}"/>
              </a:ext>
            </a:extLst>
          </p:cNvPr>
          <p:cNvSpPr>
            <a:spLocks noGrp="1"/>
          </p:cNvSpPr>
          <p:nvPr/>
        </p:nvSpPr>
        <p:spPr>
          <a:xfrm>
            <a:off x="6111168" y="583755"/>
            <a:ext cx="0" cy="11412982"/>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8" name="Rectangle 7">
            <a:extLst>
              <a:ext uri="{FF2B5EF4-FFF2-40B4-BE49-F238E27FC236}">
                <a16:creationId xmlns:a16="http://schemas.microsoft.com/office/drawing/2014/main" id="{441E9F78-32B4-2BAB-C352-A7C9B1EEB4C9}"/>
              </a:ext>
            </a:extLst>
          </p:cNvPr>
          <p:cNvSpPr>
            <a:spLocks noGrp="1"/>
          </p:cNvSpPr>
          <p:nvPr/>
        </p:nvSpPr>
        <p:spPr>
          <a:xfrm>
            <a:off x="0" y="13075920"/>
            <a:ext cx="24387175" cy="640080"/>
          </a:xfrm>
          <a:prstGeom prst="rect">
            <a:avLst/>
          </a:prstGeom>
          <a:solidFill>
            <a:srgbClr val="F4F4F4"/>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12" name="Footer Placeholder 3">
            <a:extLst>
              <a:ext uri="{FF2B5EF4-FFF2-40B4-BE49-F238E27FC236}">
                <a16:creationId xmlns:a16="http://schemas.microsoft.com/office/drawing/2014/main" id="{FA53B0FA-6B06-6CCB-E887-755D99D2BCAD}"/>
              </a:ext>
            </a:extLst>
          </p:cNvPr>
          <p:cNvSpPr>
            <a:spLocks noGrp="1"/>
          </p:cNvSpPr>
          <p:nvPr>
            <p:ph type="ftr" idx="13"/>
          </p:nvPr>
        </p:nvSpPr>
        <p:spPr>
          <a:xfrm>
            <a:off x="568324" y="13272850"/>
            <a:ext cx="4956176" cy="246221"/>
          </a:xfrm>
        </p:spPr>
        <p:txBody>
          <a:bodyPr/>
          <a:lstStyle>
            <a:lvl1pPr>
              <a:buNone/>
              <a:defRPr>
                <a:solidFill>
                  <a:schemeClr val="tx1"/>
                </a:solidFill>
              </a:defRPr>
            </a:lvl1pPr>
          </a:lstStyle>
          <a:p>
            <a:r>
              <a:t>IBM TechXchange | © 2026 IBM Corporation</a:t>
            </a:r>
          </a:p>
        </p:txBody>
      </p:sp>
      <p:sp>
        <p:nvSpPr>
          <p:cNvPr id="13" name="Slide Number Placeholder 4">
            <a:extLst>
              <a:ext uri="{FF2B5EF4-FFF2-40B4-BE49-F238E27FC236}">
                <a16:creationId xmlns:a16="http://schemas.microsoft.com/office/drawing/2014/main" id="{37A55763-82CA-9BC3-0764-1C415665AFA2}"/>
              </a:ext>
            </a:extLst>
          </p:cNvPr>
          <p:cNvSpPr>
            <a:spLocks noGrp="1"/>
          </p:cNvSpPr>
          <p:nvPr>
            <p:ph type="sldNum" idx="14"/>
          </p:nvPr>
        </p:nvSpPr>
        <p:spPr>
          <a:xfrm>
            <a:off x="23541592" y="13272850"/>
            <a:ext cx="270908" cy="246221"/>
          </a:xfrm>
        </p:spPr>
        <p:txBody>
          <a:bodyPr/>
          <a:lstStyle>
            <a:lvl1pPr>
              <a:buNone/>
              <a:defRPr>
                <a:solidFill>
                  <a:schemeClr val="tx1"/>
                </a:solidFill>
              </a:defRPr>
            </a:lvl1pPr>
          </a:lstStyle>
          <a:p>
            <a:fld id="{86CB4B4D-7CA3-9044-876B-883B54F8677D}" type="slidenum">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ection, pictograms, 3 columns vertical">
    <p:bg>
      <p:bgPr>
        <a:solidFill>
          <a:srgbClr val="F4F4F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37972" y="396574"/>
            <a:ext cx="4987925" cy="6461426"/>
          </a:xfrm>
        </p:spPr>
        <p:txBody>
          <a:bodyPr rIns="457200"/>
          <a:lstStyle>
            <a:lvl1pPr>
              <a:lnSpc>
                <a:spcPct val="100000"/>
              </a:lnSpc>
              <a:buNone/>
              <a:defRPr>
                <a:solidFill>
                  <a:schemeClr val="tx1"/>
                </a:solidFill>
              </a:defRPr>
            </a:lvl1pPr>
          </a:lstStyle>
          <a:p>
            <a:r>
              <a:t>Click to edit Master title style</a:t>
            </a:r>
          </a:p>
        </p:txBody>
      </p:sp>
      <p:sp>
        <p:nvSpPr>
          <p:cNvPr id="6" name="Straight Connector 5">
            <a:extLst>
              <a:ext uri="{FF2B5EF4-FFF2-40B4-BE49-F238E27FC236}">
                <a16:creationId xmlns:a16="http://schemas.microsoft.com/office/drawing/2014/main" id="{F3D2F65B-DC9B-46F5-BF9E-ADB3464A220F}"/>
              </a:ext>
            </a:extLst>
          </p:cNvPr>
          <p:cNvSpPr>
            <a:spLocks noGrp="1"/>
          </p:cNvSpPr>
          <p:nvPr/>
        </p:nvSpPr>
        <p:spPr>
          <a:xfrm>
            <a:off x="12188952" y="583755"/>
            <a:ext cx="0" cy="11412982"/>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7" name="Straight Connector 6">
            <a:extLst>
              <a:ext uri="{FF2B5EF4-FFF2-40B4-BE49-F238E27FC236}">
                <a16:creationId xmlns:a16="http://schemas.microsoft.com/office/drawing/2014/main" id="{D84A5EAF-4EA8-4CC8-90E5-F52D6436F84B}"/>
              </a:ext>
            </a:extLst>
          </p:cNvPr>
          <p:cNvSpPr>
            <a:spLocks noGrp="1"/>
          </p:cNvSpPr>
          <p:nvPr/>
        </p:nvSpPr>
        <p:spPr>
          <a:xfrm>
            <a:off x="18288000" y="577850"/>
            <a:ext cx="0" cy="11369770"/>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3" name="Text Placeholder 4">
            <a:extLst>
              <a:ext uri="{FF2B5EF4-FFF2-40B4-BE49-F238E27FC236}">
                <a16:creationId xmlns:a16="http://schemas.microsoft.com/office/drawing/2014/main" id="{375A15DB-1EFF-520D-BB52-429C515C5390}"/>
              </a:ext>
            </a:extLst>
          </p:cNvPr>
          <p:cNvSpPr>
            <a:spLocks noGrp="1"/>
          </p:cNvSpPr>
          <p:nvPr>
            <p:ph type="body" idx="22"/>
          </p:nvPr>
        </p:nvSpPr>
        <p:spPr>
          <a:xfrm>
            <a:off x="18851564" y="2478024"/>
            <a:ext cx="4952999" cy="6094476"/>
          </a:xfrm>
        </p:spPr>
        <p:txBody>
          <a:bodyPr/>
          <a:lstStyle>
            <a:lvl1pPr>
              <a:lnSpc>
                <a:spcPct val="100000"/>
              </a:lnSpc>
              <a:spcBef>
                <a:spcPts val="0"/>
              </a:spcBef>
              <a:spcAft>
                <a:spcPts val="1200"/>
              </a:spcAft>
              <a:buNone/>
              <a:defRPr sz="3600">
                <a:solidFill>
                  <a:schemeClr val="tx1"/>
                </a:solidFill>
              </a:defRPr>
            </a:lvl1pPr>
            <a:lvl2pPr marL="402336" indent="-402336">
              <a:lnSpc>
                <a:spcPct val="100000"/>
              </a:lnSpc>
              <a:spcBef>
                <a:spcPts val="0"/>
              </a:spcBef>
              <a:spcAft>
                <a:spcPts val="1200"/>
              </a:spcAft>
              <a:buNone/>
              <a:defRPr sz="3600">
                <a:solidFill>
                  <a:schemeClr val="tx1"/>
                </a:solidFill>
              </a:defRPr>
            </a:lvl2pPr>
            <a:lvl3pPr marL="804672" indent="-402336">
              <a:lnSpc>
                <a:spcPct val="100000"/>
              </a:lnSpc>
              <a:spcBef>
                <a:spcPts val="0"/>
              </a:spcBef>
              <a:spcAft>
                <a:spcPts val="1200"/>
              </a:spcAft>
              <a:buNone/>
              <a:defRPr sz="3600">
                <a:solidFill>
                  <a:schemeClr val="tx1"/>
                </a:solidFill>
              </a:defRPr>
            </a:lvl3pPr>
            <a:lvl4pPr marL="1115568" indent="-402336">
              <a:lnSpc>
                <a:spcPct val="100000"/>
              </a:lnSpc>
              <a:spcBef>
                <a:spcPts val="0"/>
              </a:spcBef>
              <a:spcAft>
                <a:spcPts val="1200"/>
              </a:spcAft>
              <a:buNone/>
              <a:defRPr sz="3600">
                <a:solidFill>
                  <a:schemeClr val="tx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9" name="Picture Placeholder 12">
            <a:extLst>
              <a:ext uri="{FF2B5EF4-FFF2-40B4-BE49-F238E27FC236}">
                <a16:creationId xmlns:a16="http://schemas.microsoft.com/office/drawing/2014/main" id="{DFA218C9-742E-511E-BA94-C411B5869722}"/>
              </a:ext>
            </a:extLst>
          </p:cNvPr>
          <p:cNvSpPr>
            <a:spLocks noGrp="1"/>
          </p:cNvSpPr>
          <p:nvPr>
            <p:ph type="pic" idx="23" hasCustomPrompt="1"/>
          </p:nvPr>
        </p:nvSpPr>
        <p:spPr>
          <a:xfrm>
            <a:off x="18851564" y="576072"/>
            <a:ext cx="1216152" cy="1216152"/>
          </a:xfrm>
        </p:spPr>
        <p:txBody>
          <a:bodyPr anchor="ctr"/>
          <a:lstStyle>
            <a:lvl1pPr algn="ctr">
              <a:buNone/>
              <a:defRPr sz="1600"/>
            </a:lvl1pPr>
          </a:lstStyle>
          <a:p>
            <a:r>
              <a:t>Pictogram</a:t>
            </a:r>
          </a:p>
        </p:txBody>
      </p:sp>
      <p:sp>
        <p:nvSpPr>
          <p:cNvPr id="10" name="Text Placeholder 4">
            <a:extLst>
              <a:ext uri="{FF2B5EF4-FFF2-40B4-BE49-F238E27FC236}">
                <a16:creationId xmlns:a16="http://schemas.microsoft.com/office/drawing/2014/main" id="{FFA8738A-CEF0-79AA-B419-B7680A6CC615}"/>
              </a:ext>
            </a:extLst>
          </p:cNvPr>
          <p:cNvSpPr>
            <a:spLocks noGrp="1"/>
          </p:cNvSpPr>
          <p:nvPr>
            <p:ph type="body" idx="24"/>
          </p:nvPr>
        </p:nvSpPr>
        <p:spPr>
          <a:xfrm>
            <a:off x="12780516" y="2478024"/>
            <a:ext cx="4952999" cy="6094476"/>
          </a:xfrm>
        </p:spPr>
        <p:txBody>
          <a:bodyPr/>
          <a:lstStyle>
            <a:lvl1pPr>
              <a:lnSpc>
                <a:spcPct val="100000"/>
              </a:lnSpc>
              <a:spcBef>
                <a:spcPts val="0"/>
              </a:spcBef>
              <a:spcAft>
                <a:spcPts val="1200"/>
              </a:spcAft>
              <a:buNone/>
              <a:defRPr sz="3600">
                <a:solidFill>
                  <a:schemeClr val="tx1"/>
                </a:solidFill>
              </a:defRPr>
            </a:lvl1pPr>
            <a:lvl2pPr marL="402336" indent="-402336">
              <a:lnSpc>
                <a:spcPct val="100000"/>
              </a:lnSpc>
              <a:spcBef>
                <a:spcPts val="0"/>
              </a:spcBef>
              <a:spcAft>
                <a:spcPts val="1200"/>
              </a:spcAft>
              <a:buNone/>
              <a:defRPr sz="3600">
                <a:solidFill>
                  <a:schemeClr val="tx1"/>
                </a:solidFill>
              </a:defRPr>
            </a:lvl2pPr>
            <a:lvl3pPr marL="804672" indent="-402336">
              <a:lnSpc>
                <a:spcPct val="100000"/>
              </a:lnSpc>
              <a:spcBef>
                <a:spcPts val="0"/>
              </a:spcBef>
              <a:spcAft>
                <a:spcPts val="1200"/>
              </a:spcAft>
              <a:buNone/>
              <a:defRPr sz="3600">
                <a:solidFill>
                  <a:schemeClr val="tx1"/>
                </a:solidFill>
              </a:defRPr>
            </a:lvl3pPr>
            <a:lvl4pPr marL="1115568" indent="-402336">
              <a:lnSpc>
                <a:spcPct val="100000"/>
              </a:lnSpc>
              <a:spcBef>
                <a:spcPts val="0"/>
              </a:spcBef>
              <a:spcAft>
                <a:spcPts val="1200"/>
              </a:spcAft>
              <a:buNone/>
              <a:defRPr sz="3600">
                <a:solidFill>
                  <a:schemeClr val="tx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1" name="Picture Placeholder 12">
            <a:extLst>
              <a:ext uri="{FF2B5EF4-FFF2-40B4-BE49-F238E27FC236}">
                <a16:creationId xmlns:a16="http://schemas.microsoft.com/office/drawing/2014/main" id="{742E71B1-B5F7-9235-D02B-4E7306F89829}"/>
              </a:ext>
            </a:extLst>
          </p:cNvPr>
          <p:cNvSpPr>
            <a:spLocks noGrp="1"/>
          </p:cNvSpPr>
          <p:nvPr>
            <p:ph type="pic" idx="25" hasCustomPrompt="1"/>
          </p:nvPr>
        </p:nvSpPr>
        <p:spPr>
          <a:xfrm>
            <a:off x="12780516" y="576072"/>
            <a:ext cx="1216152" cy="1216152"/>
          </a:xfrm>
        </p:spPr>
        <p:txBody>
          <a:bodyPr anchor="ctr"/>
          <a:lstStyle>
            <a:lvl1pPr algn="ctr">
              <a:buNone/>
              <a:defRPr sz="1600"/>
            </a:lvl1pPr>
          </a:lstStyle>
          <a:p>
            <a:r>
              <a:t>Pictogram</a:t>
            </a:r>
          </a:p>
        </p:txBody>
      </p:sp>
      <p:sp>
        <p:nvSpPr>
          <p:cNvPr id="15" name="Text Placeholder 4">
            <a:extLst>
              <a:ext uri="{FF2B5EF4-FFF2-40B4-BE49-F238E27FC236}">
                <a16:creationId xmlns:a16="http://schemas.microsoft.com/office/drawing/2014/main" id="{0B7FE31C-8FA8-1E02-8414-47C66592F2A1}"/>
              </a:ext>
            </a:extLst>
          </p:cNvPr>
          <p:cNvSpPr>
            <a:spLocks noGrp="1"/>
          </p:cNvSpPr>
          <p:nvPr>
            <p:ph type="body" idx="26"/>
          </p:nvPr>
        </p:nvSpPr>
        <p:spPr>
          <a:xfrm>
            <a:off x="6709469" y="2478024"/>
            <a:ext cx="4952999" cy="6094476"/>
          </a:xfrm>
        </p:spPr>
        <p:txBody>
          <a:bodyPr/>
          <a:lstStyle>
            <a:lvl1pPr>
              <a:lnSpc>
                <a:spcPct val="100000"/>
              </a:lnSpc>
              <a:spcBef>
                <a:spcPts val="0"/>
              </a:spcBef>
              <a:spcAft>
                <a:spcPts val="1200"/>
              </a:spcAft>
              <a:buNone/>
              <a:defRPr sz="3600">
                <a:solidFill>
                  <a:schemeClr val="tx1"/>
                </a:solidFill>
              </a:defRPr>
            </a:lvl1pPr>
            <a:lvl2pPr marL="402336" indent="-402336">
              <a:lnSpc>
                <a:spcPct val="100000"/>
              </a:lnSpc>
              <a:spcBef>
                <a:spcPts val="0"/>
              </a:spcBef>
              <a:spcAft>
                <a:spcPts val="1200"/>
              </a:spcAft>
              <a:buNone/>
              <a:defRPr sz="3600">
                <a:solidFill>
                  <a:schemeClr val="tx1"/>
                </a:solidFill>
              </a:defRPr>
            </a:lvl2pPr>
            <a:lvl3pPr marL="804672" indent="-402336">
              <a:lnSpc>
                <a:spcPct val="100000"/>
              </a:lnSpc>
              <a:spcBef>
                <a:spcPts val="0"/>
              </a:spcBef>
              <a:spcAft>
                <a:spcPts val="1200"/>
              </a:spcAft>
              <a:buNone/>
              <a:defRPr sz="3600">
                <a:solidFill>
                  <a:schemeClr val="tx1"/>
                </a:solidFill>
              </a:defRPr>
            </a:lvl3pPr>
            <a:lvl4pPr marL="1115568" indent="-402336">
              <a:lnSpc>
                <a:spcPct val="100000"/>
              </a:lnSpc>
              <a:spcBef>
                <a:spcPts val="0"/>
              </a:spcBef>
              <a:spcAft>
                <a:spcPts val="1200"/>
              </a:spcAft>
              <a:buNone/>
              <a:defRPr sz="3600">
                <a:solidFill>
                  <a:schemeClr val="tx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6" name="Picture Placeholder 12">
            <a:extLst>
              <a:ext uri="{FF2B5EF4-FFF2-40B4-BE49-F238E27FC236}">
                <a16:creationId xmlns:a16="http://schemas.microsoft.com/office/drawing/2014/main" id="{E798A212-9B60-58A9-FAAF-19FACBA14613}"/>
              </a:ext>
            </a:extLst>
          </p:cNvPr>
          <p:cNvSpPr>
            <a:spLocks noGrp="1"/>
          </p:cNvSpPr>
          <p:nvPr>
            <p:ph type="pic" idx="27" hasCustomPrompt="1"/>
          </p:nvPr>
        </p:nvSpPr>
        <p:spPr>
          <a:xfrm>
            <a:off x="6709469" y="576072"/>
            <a:ext cx="1216152" cy="1216152"/>
          </a:xfrm>
        </p:spPr>
        <p:txBody>
          <a:bodyPr anchor="ctr"/>
          <a:lstStyle>
            <a:lvl1pPr algn="ctr">
              <a:buNone/>
              <a:defRPr sz="1600"/>
            </a:lvl1pPr>
          </a:lstStyle>
          <a:p>
            <a:r>
              <a:t>Pictogram</a:t>
            </a:r>
          </a:p>
        </p:txBody>
      </p:sp>
      <p:sp>
        <p:nvSpPr>
          <p:cNvPr id="8" name="Rectangle 7">
            <a:extLst>
              <a:ext uri="{FF2B5EF4-FFF2-40B4-BE49-F238E27FC236}">
                <a16:creationId xmlns:a16="http://schemas.microsoft.com/office/drawing/2014/main" id="{7429D2D3-B9E2-E21C-D741-C1C5E15E0752}"/>
              </a:ext>
            </a:extLst>
          </p:cNvPr>
          <p:cNvSpPr>
            <a:spLocks noGrp="1"/>
          </p:cNvSpPr>
          <p:nvPr/>
        </p:nvSpPr>
        <p:spPr>
          <a:xfrm>
            <a:off x="0" y="13075920"/>
            <a:ext cx="24387175" cy="640080"/>
          </a:xfrm>
          <a:prstGeom prst="rect">
            <a:avLst/>
          </a:prstGeom>
          <a:solidFill>
            <a:srgbClr val="F4F4F4"/>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12" name="Footer Placeholder 3">
            <a:extLst>
              <a:ext uri="{FF2B5EF4-FFF2-40B4-BE49-F238E27FC236}">
                <a16:creationId xmlns:a16="http://schemas.microsoft.com/office/drawing/2014/main" id="{B0D8C562-32F6-555C-89DB-31CC38F52933}"/>
              </a:ext>
            </a:extLst>
          </p:cNvPr>
          <p:cNvSpPr>
            <a:spLocks noGrp="1"/>
          </p:cNvSpPr>
          <p:nvPr>
            <p:ph type="ftr" idx="13"/>
          </p:nvPr>
        </p:nvSpPr>
        <p:spPr>
          <a:xfrm>
            <a:off x="568324" y="13272850"/>
            <a:ext cx="4956176" cy="246221"/>
          </a:xfrm>
        </p:spPr>
        <p:txBody>
          <a:bodyPr/>
          <a:lstStyle>
            <a:lvl1pPr>
              <a:buNone/>
              <a:defRPr>
                <a:solidFill>
                  <a:schemeClr val="tx1"/>
                </a:solidFill>
              </a:defRPr>
            </a:lvl1pPr>
          </a:lstStyle>
          <a:p>
            <a:r>
              <a:t>IBM TechXchange | © 2026 IBM Corporation</a:t>
            </a:r>
          </a:p>
        </p:txBody>
      </p:sp>
      <p:sp>
        <p:nvSpPr>
          <p:cNvPr id="13" name="Slide Number Placeholder 4">
            <a:extLst>
              <a:ext uri="{FF2B5EF4-FFF2-40B4-BE49-F238E27FC236}">
                <a16:creationId xmlns:a16="http://schemas.microsoft.com/office/drawing/2014/main" id="{9148E234-E999-B9CA-E6FB-2E3A6061DF82}"/>
              </a:ext>
            </a:extLst>
          </p:cNvPr>
          <p:cNvSpPr>
            <a:spLocks noGrp="1"/>
          </p:cNvSpPr>
          <p:nvPr>
            <p:ph type="sldNum" idx="14"/>
          </p:nvPr>
        </p:nvSpPr>
        <p:spPr>
          <a:xfrm>
            <a:off x="23541592" y="13272850"/>
            <a:ext cx="270908" cy="246221"/>
          </a:xfrm>
        </p:spPr>
        <p:txBody>
          <a:bodyPr/>
          <a:lstStyle>
            <a:lvl1pPr>
              <a:buNone/>
              <a:defRPr>
                <a:solidFill>
                  <a:schemeClr val="tx1"/>
                </a:solidFill>
              </a:defRPr>
            </a:lvl1pPr>
          </a:lstStyle>
          <a:p>
            <a:fld id="{86CB4B4D-7CA3-9044-876B-883B54F8677D}" type="slidenum">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pictograms, 2x2 callouts">
    <p:bg>
      <p:bgPr>
        <a:solidFill>
          <a:srgbClr val="F4F4F4"/>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31099CB-CB87-D5D5-506D-4B49C08161D3}"/>
              </a:ext>
            </a:extLst>
          </p:cNvPr>
          <p:cNvSpPr>
            <a:spLocks noGrp="1"/>
          </p:cNvSpPr>
          <p:nvPr>
            <p:ph type="body" idx="11"/>
          </p:nvPr>
        </p:nvSpPr>
        <p:spPr>
          <a:xfrm>
            <a:off x="577850" y="5351399"/>
            <a:ext cx="6670675" cy="1508125"/>
          </a:xfrm>
        </p:spPr>
        <p:txBody>
          <a:bodyPr/>
          <a:lstStyle>
            <a:lvl1pPr>
              <a:lnSpc>
                <a:spcPct val="100000"/>
              </a:lnSpc>
              <a:spcBef>
                <a:spcPts val="0"/>
              </a:spcBef>
              <a:buNone/>
              <a:defRPr sz="3600">
                <a:solidFill>
                  <a:schemeClr val="tx1"/>
                </a:solidFill>
              </a:defRPr>
            </a:lvl1pPr>
            <a:lvl2pPr marL="402336" indent="-402336">
              <a:lnSpc>
                <a:spcPct val="100000"/>
              </a:lnSpc>
              <a:spcBef>
                <a:spcPts val="0"/>
              </a:spcBef>
              <a:buNone/>
              <a:defRPr sz="3600">
                <a:solidFill>
                  <a:schemeClr val="tx1"/>
                </a:solidFill>
              </a:defRPr>
            </a:lvl2pPr>
            <a:lvl3pPr marL="804672" indent="-402336">
              <a:lnSpc>
                <a:spcPct val="100000"/>
              </a:lnSpc>
              <a:spcBef>
                <a:spcPts val="0"/>
              </a:spcBef>
              <a:buNone/>
              <a:defRPr sz="3600">
                <a:solidFill>
                  <a:schemeClr val="tx1"/>
                </a:solidFill>
              </a:defRPr>
            </a:lvl3pPr>
            <a:lvl4pPr marL="1115568" indent="-402336">
              <a:lnSpc>
                <a:spcPct val="100000"/>
              </a:lnSpc>
              <a:spcBef>
                <a:spcPts val="0"/>
              </a:spcBef>
              <a:buNone/>
              <a:defRPr sz="3600">
                <a:solidFill>
                  <a:schemeClr val="tx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idx="12"/>
          </p:nvPr>
        </p:nvSpPr>
        <p:spPr>
          <a:xfrm>
            <a:off x="12765278" y="5349875"/>
            <a:ext cx="6667500" cy="1508125"/>
          </a:xfrm>
        </p:spPr>
        <p:txBody>
          <a:bodyPr/>
          <a:lstStyle>
            <a:lvl1pPr>
              <a:lnSpc>
                <a:spcPct val="100000"/>
              </a:lnSpc>
              <a:spcBef>
                <a:spcPts val="0"/>
              </a:spcBef>
              <a:buNone/>
              <a:defRPr sz="3600">
                <a:solidFill>
                  <a:schemeClr val="tx1"/>
                </a:solidFill>
              </a:defRPr>
            </a:lvl1pPr>
            <a:lvl2pPr marL="402336" indent="-402336">
              <a:lnSpc>
                <a:spcPct val="100000"/>
              </a:lnSpc>
              <a:spcBef>
                <a:spcPts val="0"/>
              </a:spcBef>
              <a:buNone/>
              <a:defRPr sz="3600">
                <a:solidFill>
                  <a:schemeClr val="tx1"/>
                </a:solidFill>
              </a:defRPr>
            </a:lvl2pPr>
            <a:lvl3pPr marL="804672" indent="-402336">
              <a:lnSpc>
                <a:spcPct val="100000"/>
              </a:lnSpc>
              <a:spcBef>
                <a:spcPts val="0"/>
              </a:spcBef>
              <a:buNone/>
              <a:defRPr sz="3600">
                <a:solidFill>
                  <a:schemeClr val="tx1"/>
                </a:solidFill>
              </a:defRPr>
            </a:lvl3pPr>
            <a:lvl4pPr marL="1115568" indent="-402336">
              <a:lnSpc>
                <a:spcPct val="100000"/>
              </a:lnSpc>
              <a:spcBef>
                <a:spcPts val="0"/>
              </a:spcBef>
              <a:buNone/>
              <a:defRPr sz="3600">
                <a:solidFill>
                  <a:schemeClr val="tx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idx="13"/>
          </p:nvPr>
        </p:nvSpPr>
        <p:spPr>
          <a:xfrm>
            <a:off x="577850" y="10295777"/>
            <a:ext cx="6670676" cy="1508125"/>
          </a:xfrm>
        </p:spPr>
        <p:txBody>
          <a:bodyPr/>
          <a:lstStyle>
            <a:lvl1pPr>
              <a:lnSpc>
                <a:spcPct val="100000"/>
              </a:lnSpc>
              <a:spcBef>
                <a:spcPts val="0"/>
              </a:spcBef>
              <a:buNone/>
              <a:defRPr sz="3600">
                <a:solidFill>
                  <a:schemeClr val="tx1"/>
                </a:solidFill>
              </a:defRPr>
            </a:lvl1pPr>
            <a:lvl2pPr marL="402336" indent="-402336">
              <a:lnSpc>
                <a:spcPct val="100000"/>
              </a:lnSpc>
              <a:spcBef>
                <a:spcPts val="0"/>
              </a:spcBef>
              <a:buNone/>
              <a:defRPr sz="3600">
                <a:solidFill>
                  <a:schemeClr val="tx1"/>
                </a:solidFill>
              </a:defRPr>
            </a:lvl2pPr>
            <a:lvl3pPr marL="804672" indent="-402336">
              <a:lnSpc>
                <a:spcPct val="100000"/>
              </a:lnSpc>
              <a:spcBef>
                <a:spcPts val="0"/>
              </a:spcBef>
              <a:buNone/>
              <a:defRPr sz="3600">
                <a:solidFill>
                  <a:schemeClr val="tx1"/>
                </a:solidFill>
              </a:defRPr>
            </a:lvl3pPr>
            <a:lvl4pPr marL="1115568" indent="-402336">
              <a:lnSpc>
                <a:spcPct val="100000"/>
              </a:lnSpc>
              <a:spcBef>
                <a:spcPts val="0"/>
              </a:spcBef>
              <a:buNone/>
              <a:defRPr sz="3600">
                <a:solidFill>
                  <a:schemeClr val="tx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idx="14"/>
          </p:nvPr>
        </p:nvSpPr>
        <p:spPr>
          <a:xfrm>
            <a:off x="12765279" y="10292729"/>
            <a:ext cx="6667500" cy="1508125"/>
          </a:xfrm>
        </p:spPr>
        <p:txBody>
          <a:bodyPr/>
          <a:lstStyle>
            <a:lvl1pPr>
              <a:lnSpc>
                <a:spcPct val="100000"/>
              </a:lnSpc>
              <a:spcBef>
                <a:spcPts val="0"/>
              </a:spcBef>
              <a:buNone/>
              <a:defRPr sz="3600">
                <a:solidFill>
                  <a:schemeClr val="tx1"/>
                </a:solidFill>
              </a:defRPr>
            </a:lvl1pPr>
            <a:lvl2pPr marL="402336" indent="-402336">
              <a:lnSpc>
                <a:spcPct val="100000"/>
              </a:lnSpc>
              <a:spcBef>
                <a:spcPts val="0"/>
              </a:spcBef>
              <a:buNone/>
              <a:defRPr sz="3600">
                <a:solidFill>
                  <a:schemeClr val="tx1"/>
                </a:solidFill>
              </a:defRPr>
            </a:lvl2pPr>
            <a:lvl3pPr marL="804672" indent="-402336">
              <a:lnSpc>
                <a:spcPct val="100000"/>
              </a:lnSpc>
              <a:spcBef>
                <a:spcPts val="0"/>
              </a:spcBef>
              <a:buNone/>
              <a:defRPr sz="3600">
                <a:solidFill>
                  <a:schemeClr val="tx1"/>
                </a:solidFill>
              </a:defRPr>
            </a:lvl3pPr>
            <a:lvl4pPr marL="1115568" indent="-402336">
              <a:lnSpc>
                <a:spcPct val="100000"/>
              </a:lnSpc>
              <a:spcBef>
                <a:spcPts val="0"/>
              </a:spcBef>
              <a:buNone/>
              <a:defRPr sz="3600">
                <a:solidFill>
                  <a:schemeClr val="tx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3" name="Picture Placeholder 12">
            <a:extLst>
              <a:ext uri="{FF2B5EF4-FFF2-40B4-BE49-F238E27FC236}">
                <a16:creationId xmlns:a16="http://schemas.microsoft.com/office/drawing/2014/main" id="{30AB5158-BCB8-39EE-DA85-F2CD01699FBB}"/>
              </a:ext>
            </a:extLst>
          </p:cNvPr>
          <p:cNvSpPr>
            <a:spLocks noGrp="1"/>
          </p:cNvSpPr>
          <p:nvPr>
            <p:ph type="pic" idx="15" hasCustomPrompt="1"/>
          </p:nvPr>
        </p:nvSpPr>
        <p:spPr>
          <a:xfrm>
            <a:off x="577850" y="3449447"/>
            <a:ext cx="1216152" cy="1216152"/>
          </a:xfrm>
        </p:spPr>
        <p:txBody>
          <a:bodyPr anchor="ctr"/>
          <a:lstStyle>
            <a:lvl1pPr algn="ctr">
              <a:buNone/>
              <a:defRPr sz="1600"/>
            </a:lvl1pPr>
          </a:lstStyle>
          <a:p>
            <a:r>
              <a:t>Pictogram</a:t>
            </a:r>
          </a:p>
        </p:txBody>
      </p:sp>
      <p:sp>
        <p:nvSpPr>
          <p:cNvPr id="15" name="Picture Placeholder 14">
            <a:extLst>
              <a:ext uri="{FF2B5EF4-FFF2-40B4-BE49-F238E27FC236}">
                <a16:creationId xmlns:a16="http://schemas.microsoft.com/office/drawing/2014/main" id="{3C3730E5-61EB-7405-CC85-AB04242CDBC4}"/>
              </a:ext>
            </a:extLst>
          </p:cNvPr>
          <p:cNvSpPr>
            <a:spLocks noGrp="1"/>
          </p:cNvSpPr>
          <p:nvPr>
            <p:ph type="pic" idx="16" hasCustomPrompt="1"/>
          </p:nvPr>
        </p:nvSpPr>
        <p:spPr>
          <a:xfrm>
            <a:off x="12765278" y="3449447"/>
            <a:ext cx="1216152" cy="1216152"/>
          </a:xfrm>
        </p:spPr>
        <p:txBody>
          <a:bodyPr anchor="ctr"/>
          <a:lstStyle>
            <a:lvl1pPr algn="ctr">
              <a:buNone/>
              <a:defRPr sz="1600"/>
            </a:lvl1pPr>
          </a:lstStyle>
          <a:p>
            <a:r>
              <a:t>Pictogram</a:t>
            </a:r>
          </a:p>
        </p:txBody>
      </p:sp>
      <p:sp>
        <p:nvSpPr>
          <p:cNvPr id="17" name="Picture Placeholder 16">
            <a:extLst>
              <a:ext uri="{FF2B5EF4-FFF2-40B4-BE49-F238E27FC236}">
                <a16:creationId xmlns:a16="http://schemas.microsoft.com/office/drawing/2014/main" id="{62C94928-6A9B-2EA7-301C-71E5F2547C8A}"/>
              </a:ext>
            </a:extLst>
          </p:cNvPr>
          <p:cNvSpPr>
            <a:spLocks noGrp="1"/>
          </p:cNvSpPr>
          <p:nvPr>
            <p:ph type="pic" idx="17" hasCustomPrompt="1"/>
          </p:nvPr>
        </p:nvSpPr>
        <p:spPr>
          <a:xfrm>
            <a:off x="577850" y="8384680"/>
            <a:ext cx="1216152" cy="1216152"/>
          </a:xfrm>
        </p:spPr>
        <p:txBody>
          <a:bodyPr anchor="ctr"/>
          <a:lstStyle>
            <a:lvl1pPr algn="ctr">
              <a:buNone/>
              <a:defRPr sz="1600"/>
            </a:lvl1pPr>
          </a:lstStyle>
          <a:p>
            <a:r>
              <a:t>Pictogram</a:t>
            </a:r>
          </a:p>
        </p:txBody>
      </p:sp>
      <p:sp>
        <p:nvSpPr>
          <p:cNvPr id="19" name="Picture Placeholder 18">
            <a:extLst>
              <a:ext uri="{FF2B5EF4-FFF2-40B4-BE49-F238E27FC236}">
                <a16:creationId xmlns:a16="http://schemas.microsoft.com/office/drawing/2014/main" id="{2E840026-2FAF-826F-DCFD-3FF0082B0823}"/>
              </a:ext>
            </a:extLst>
          </p:cNvPr>
          <p:cNvSpPr>
            <a:spLocks noGrp="1"/>
          </p:cNvSpPr>
          <p:nvPr>
            <p:ph type="pic" idx="18" hasCustomPrompt="1"/>
          </p:nvPr>
        </p:nvSpPr>
        <p:spPr>
          <a:xfrm>
            <a:off x="12765278" y="8387729"/>
            <a:ext cx="1216152" cy="1216152"/>
          </a:xfrm>
        </p:spPr>
        <p:txBody>
          <a:bodyPr anchor="ctr"/>
          <a:lstStyle>
            <a:lvl1pPr algn="ctr">
              <a:buNone/>
              <a:defRPr sz="1600"/>
            </a:lvl1pPr>
          </a:lstStyle>
          <a:p>
            <a:r>
              <a:t>Pictogram</a:t>
            </a:r>
          </a:p>
        </p:txBody>
      </p:sp>
      <p:sp>
        <p:nvSpPr>
          <p:cNvPr id="14" name="Straight Connector 13">
            <a:extLst>
              <a:ext uri="{FF2B5EF4-FFF2-40B4-BE49-F238E27FC236}">
                <a16:creationId xmlns:a16="http://schemas.microsoft.com/office/drawing/2014/main" id="{6F06DC0E-F613-44DE-A886-4A9DF5E6931A}"/>
              </a:ext>
            </a:extLst>
          </p:cNvPr>
          <p:cNvSpPr>
            <a:spLocks noGrp="1"/>
          </p:cNvSpPr>
          <p:nvPr/>
        </p:nvSpPr>
        <p:spPr>
          <a:xfrm>
            <a:off x="12192000" y="3429000"/>
            <a:ext cx="0" cy="8572500"/>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16" name="Straight Connector 15">
            <a:extLst>
              <a:ext uri="{FF2B5EF4-FFF2-40B4-BE49-F238E27FC236}">
                <a16:creationId xmlns:a16="http://schemas.microsoft.com/office/drawing/2014/main" id="{00E3D9D1-3148-4F69-A564-D86AC3EA1348}"/>
              </a:ext>
            </a:extLst>
          </p:cNvPr>
          <p:cNvSpPr>
            <a:spLocks noGrp="1"/>
          </p:cNvSpPr>
          <p:nvPr/>
        </p:nvSpPr>
        <p:spPr>
          <a:xfrm>
            <a:off x="568325" y="7715250"/>
            <a:ext cx="23244175" cy="0"/>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6" name="Title 1">
            <a:extLst>
              <a:ext uri="{FF2B5EF4-FFF2-40B4-BE49-F238E27FC236}">
                <a16:creationId xmlns:a16="http://schemas.microsoft.com/office/drawing/2014/main" id="{52EBAB1D-E41A-FCE6-D13F-87955CDFEE44}"/>
              </a:ext>
            </a:extLst>
          </p:cNvPr>
          <p:cNvSpPr>
            <a:spLocks noGrp="1"/>
          </p:cNvSpPr>
          <p:nvPr>
            <p:ph type="title"/>
          </p:nvPr>
        </p:nvSpPr>
        <p:spPr>
          <a:xfrm>
            <a:off x="537972" y="396574"/>
            <a:ext cx="23244172" cy="2581086"/>
          </a:xfrm>
        </p:spPr>
        <p:txBody>
          <a:bodyPr rIns="457200"/>
          <a:lstStyle>
            <a:lvl1pPr>
              <a:lnSpc>
                <a:spcPct val="100000"/>
              </a:lnSpc>
              <a:buNone/>
              <a:defRPr>
                <a:solidFill>
                  <a:schemeClr val="tx1"/>
                </a:solidFill>
              </a:defRPr>
            </a:lvl1pPr>
          </a:lstStyle>
          <a:p>
            <a:r>
              <a:t>Click to edit Master title style</a:t>
            </a:r>
          </a:p>
        </p:txBody>
      </p:sp>
      <p:sp>
        <p:nvSpPr>
          <p:cNvPr id="4" name="Rectangle 3">
            <a:extLst>
              <a:ext uri="{FF2B5EF4-FFF2-40B4-BE49-F238E27FC236}">
                <a16:creationId xmlns:a16="http://schemas.microsoft.com/office/drawing/2014/main" id="{6467113F-49DA-75E7-0386-17DF24C517EF}"/>
              </a:ext>
            </a:extLst>
          </p:cNvPr>
          <p:cNvSpPr>
            <a:spLocks noGrp="1"/>
          </p:cNvSpPr>
          <p:nvPr/>
        </p:nvSpPr>
        <p:spPr>
          <a:xfrm>
            <a:off x="0" y="13075920"/>
            <a:ext cx="24387175" cy="640080"/>
          </a:xfrm>
          <a:prstGeom prst="rect">
            <a:avLst/>
          </a:prstGeom>
          <a:solidFill>
            <a:srgbClr val="F4F4F4"/>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8" name="Footer Placeholder 3">
            <a:extLst>
              <a:ext uri="{FF2B5EF4-FFF2-40B4-BE49-F238E27FC236}">
                <a16:creationId xmlns:a16="http://schemas.microsoft.com/office/drawing/2014/main" id="{E7042464-4FAD-4ED7-400D-31C9999A7F28}"/>
              </a:ext>
            </a:extLst>
          </p:cNvPr>
          <p:cNvSpPr>
            <a:spLocks noGrp="1"/>
          </p:cNvSpPr>
          <p:nvPr>
            <p:ph type="ftr" idx="19"/>
          </p:nvPr>
        </p:nvSpPr>
        <p:spPr>
          <a:xfrm>
            <a:off x="568324" y="13272850"/>
            <a:ext cx="4956176" cy="246221"/>
          </a:xfrm>
        </p:spPr>
        <p:txBody>
          <a:bodyPr/>
          <a:lstStyle>
            <a:lvl1pPr>
              <a:buNone/>
              <a:defRPr>
                <a:solidFill>
                  <a:schemeClr val="tx1"/>
                </a:solidFill>
              </a:defRPr>
            </a:lvl1pPr>
          </a:lstStyle>
          <a:p>
            <a:r>
              <a:t>IBM TechXchange | © 2026 IBM Corporation</a:t>
            </a:r>
          </a:p>
        </p:txBody>
      </p:sp>
      <p:sp>
        <p:nvSpPr>
          <p:cNvPr id="10" name="Slide Number Placeholder 4">
            <a:extLst>
              <a:ext uri="{FF2B5EF4-FFF2-40B4-BE49-F238E27FC236}">
                <a16:creationId xmlns:a16="http://schemas.microsoft.com/office/drawing/2014/main" id="{4C9A8F94-669B-C374-870A-836A44F43BE9}"/>
              </a:ext>
            </a:extLst>
          </p:cNvPr>
          <p:cNvSpPr>
            <a:spLocks noGrp="1"/>
          </p:cNvSpPr>
          <p:nvPr>
            <p:ph type="sldNum" idx="20"/>
          </p:nvPr>
        </p:nvSpPr>
        <p:spPr>
          <a:xfrm>
            <a:off x="23541592" y="13272850"/>
            <a:ext cx="270908" cy="246221"/>
          </a:xfrm>
        </p:spPr>
        <p:txBody>
          <a:bodyPr/>
          <a:lstStyle>
            <a:lvl1pPr>
              <a:buNone/>
              <a:defRPr>
                <a:solidFill>
                  <a:schemeClr val="tx1"/>
                </a:solidFill>
              </a:defRPr>
            </a:lvl1pPr>
          </a:lstStyle>
          <a:p>
            <a:fld id="{86CB4B4D-7CA3-9044-876B-883B54F8677D}" type="slidenum">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pictograms, 3x2 callouts">
    <p:bg>
      <p:bgPr>
        <a:solidFill>
          <a:srgbClr val="F4F4F4"/>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31099CB-CB87-D5D5-506D-4B49C08161D3}"/>
              </a:ext>
            </a:extLst>
          </p:cNvPr>
          <p:cNvSpPr>
            <a:spLocks noGrp="1"/>
          </p:cNvSpPr>
          <p:nvPr>
            <p:ph type="body" idx="11"/>
          </p:nvPr>
        </p:nvSpPr>
        <p:spPr>
          <a:xfrm>
            <a:off x="574675" y="5351399"/>
            <a:ext cx="6670675" cy="1508125"/>
          </a:xfrm>
        </p:spPr>
        <p:txBody>
          <a:bodyPr/>
          <a:lstStyle>
            <a:lvl1pPr>
              <a:lnSpc>
                <a:spcPct val="100000"/>
              </a:lnSpc>
              <a:spcBef>
                <a:spcPts val="0"/>
              </a:spcBef>
              <a:buNone/>
              <a:defRPr sz="3600">
                <a:solidFill>
                  <a:schemeClr val="tx1"/>
                </a:solidFill>
              </a:defRPr>
            </a:lvl1pPr>
            <a:lvl2pPr marL="402336" indent="-402336">
              <a:lnSpc>
                <a:spcPct val="100000"/>
              </a:lnSpc>
              <a:spcBef>
                <a:spcPts val="0"/>
              </a:spcBef>
              <a:buNone/>
              <a:defRPr sz="3600">
                <a:solidFill>
                  <a:schemeClr val="tx1"/>
                </a:solidFill>
              </a:defRPr>
            </a:lvl2pPr>
            <a:lvl3pPr marL="804672" indent="-402336">
              <a:lnSpc>
                <a:spcPct val="100000"/>
              </a:lnSpc>
              <a:spcBef>
                <a:spcPts val="0"/>
              </a:spcBef>
              <a:buNone/>
              <a:defRPr sz="3600">
                <a:solidFill>
                  <a:schemeClr val="tx1"/>
                </a:solidFill>
              </a:defRPr>
            </a:lvl3pPr>
            <a:lvl4pPr marL="1115568" indent="-402336">
              <a:lnSpc>
                <a:spcPct val="100000"/>
              </a:lnSpc>
              <a:spcBef>
                <a:spcPts val="0"/>
              </a:spcBef>
              <a:buNone/>
              <a:defRPr sz="3600">
                <a:solidFill>
                  <a:schemeClr val="tx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idx="12"/>
          </p:nvPr>
        </p:nvSpPr>
        <p:spPr>
          <a:xfrm>
            <a:off x="8704071" y="5349875"/>
            <a:ext cx="6667500" cy="1508125"/>
          </a:xfrm>
        </p:spPr>
        <p:txBody>
          <a:bodyPr/>
          <a:lstStyle>
            <a:lvl1pPr>
              <a:lnSpc>
                <a:spcPct val="100000"/>
              </a:lnSpc>
              <a:spcBef>
                <a:spcPts val="0"/>
              </a:spcBef>
              <a:buNone/>
              <a:defRPr sz="3600">
                <a:solidFill>
                  <a:schemeClr val="tx1"/>
                </a:solidFill>
              </a:defRPr>
            </a:lvl1pPr>
            <a:lvl2pPr marL="402336" indent="-402336">
              <a:lnSpc>
                <a:spcPct val="100000"/>
              </a:lnSpc>
              <a:spcBef>
                <a:spcPts val="0"/>
              </a:spcBef>
              <a:buNone/>
              <a:defRPr sz="3600">
                <a:solidFill>
                  <a:schemeClr val="tx1"/>
                </a:solidFill>
              </a:defRPr>
            </a:lvl2pPr>
            <a:lvl3pPr marL="804672" indent="-402336">
              <a:lnSpc>
                <a:spcPct val="100000"/>
              </a:lnSpc>
              <a:spcBef>
                <a:spcPts val="0"/>
              </a:spcBef>
              <a:buNone/>
              <a:defRPr sz="3600">
                <a:solidFill>
                  <a:schemeClr val="tx1"/>
                </a:solidFill>
              </a:defRPr>
            </a:lvl3pPr>
            <a:lvl4pPr marL="1115568" indent="-402336">
              <a:lnSpc>
                <a:spcPct val="100000"/>
              </a:lnSpc>
              <a:spcBef>
                <a:spcPts val="0"/>
              </a:spcBef>
              <a:buNone/>
              <a:defRPr sz="3600">
                <a:solidFill>
                  <a:schemeClr val="tx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idx="13"/>
          </p:nvPr>
        </p:nvSpPr>
        <p:spPr>
          <a:xfrm>
            <a:off x="574675" y="10295777"/>
            <a:ext cx="6670676" cy="1508125"/>
          </a:xfrm>
        </p:spPr>
        <p:txBody>
          <a:bodyPr/>
          <a:lstStyle>
            <a:lvl1pPr>
              <a:lnSpc>
                <a:spcPct val="100000"/>
              </a:lnSpc>
              <a:spcBef>
                <a:spcPts val="0"/>
              </a:spcBef>
              <a:buNone/>
              <a:defRPr sz="3600">
                <a:solidFill>
                  <a:schemeClr val="tx1"/>
                </a:solidFill>
              </a:defRPr>
            </a:lvl1pPr>
            <a:lvl2pPr marL="402336" indent="-402336">
              <a:lnSpc>
                <a:spcPct val="100000"/>
              </a:lnSpc>
              <a:spcBef>
                <a:spcPts val="0"/>
              </a:spcBef>
              <a:buNone/>
              <a:defRPr sz="3600">
                <a:solidFill>
                  <a:schemeClr val="tx1"/>
                </a:solidFill>
              </a:defRPr>
            </a:lvl2pPr>
            <a:lvl3pPr marL="804672" indent="-402336">
              <a:lnSpc>
                <a:spcPct val="100000"/>
              </a:lnSpc>
              <a:spcBef>
                <a:spcPts val="0"/>
              </a:spcBef>
              <a:buNone/>
              <a:defRPr sz="3600">
                <a:solidFill>
                  <a:schemeClr val="tx1"/>
                </a:solidFill>
              </a:defRPr>
            </a:lvl3pPr>
            <a:lvl4pPr marL="1115568" indent="-402336">
              <a:lnSpc>
                <a:spcPct val="100000"/>
              </a:lnSpc>
              <a:spcBef>
                <a:spcPts val="0"/>
              </a:spcBef>
              <a:buNone/>
              <a:defRPr sz="3600">
                <a:solidFill>
                  <a:schemeClr val="tx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idx="14"/>
          </p:nvPr>
        </p:nvSpPr>
        <p:spPr>
          <a:xfrm>
            <a:off x="8704071" y="10292729"/>
            <a:ext cx="6667500" cy="1508125"/>
          </a:xfrm>
        </p:spPr>
        <p:txBody>
          <a:bodyPr/>
          <a:lstStyle>
            <a:lvl1pPr>
              <a:lnSpc>
                <a:spcPct val="100000"/>
              </a:lnSpc>
              <a:spcBef>
                <a:spcPts val="0"/>
              </a:spcBef>
              <a:buNone/>
              <a:defRPr sz="3600">
                <a:solidFill>
                  <a:schemeClr val="tx1"/>
                </a:solidFill>
              </a:defRPr>
            </a:lvl1pPr>
            <a:lvl2pPr marL="402336" indent="-402336">
              <a:lnSpc>
                <a:spcPct val="100000"/>
              </a:lnSpc>
              <a:spcBef>
                <a:spcPts val="0"/>
              </a:spcBef>
              <a:buNone/>
              <a:defRPr sz="3600">
                <a:solidFill>
                  <a:schemeClr val="tx1"/>
                </a:solidFill>
              </a:defRPr>
            </a:lvl2pPr>
            <a:lvl3pPr marL="804672" indent="-402336">
              <a:lnSpc>
                <a:spcPct val="100000"/>
              </a:lnSpc>
              <a:spcBef>
                <a:spcPts val="0"/>
              </a:spcBef>
              <a:buNone/>
              <a:defRPr sz="3600">
                <a:solidFill>
                  <a:schemeClr val="tx1"/>
                </a:solidFill>
              </a:defRPr>
            </a:lvl3pPr>
            <a:lvl4pPr marL="1115568" indent="-402336">
              <a:lnSpc>
                <a:spcPct val="100000"/>
              </a:lnSpc>
              <a:spcBef>
                <a:spcPts val="0"/>
              </a:spcBef>
              <a:buNone/>
              <a:defRPr sz="3600">
                <a:solidFill>
                  <a:schemeClr val="tx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3" name="Picture Placeholder 12">
            <a:extLst>
              <a:ext uri="{FF2B5EF4-FFF2-40B4-BE49-F238E27FC236}">
                <a16:creationId xmlns:a16="http://schemas.microsoft.com/office/drawing/2014/main" id="{30AB5158-BCB8-39EE-DA85-F2CD01699FBB}"/>
              </a:ext>
            </a:extLst>
          </p:cNvPr>
          <p:cNvSpPr>
            <a:spLocks noGrp="1"/>
          </p:cNvSpPr>
          <p:nvPr>
            <p:ph type="pic" idx="15" hasCustomPrompt="1"/>
          </p:nvPr>
        </p:nvSpPr>
        <p:spPr>
          <a:xfrm>
            <a:off x="574675" y="3449447"/>
            <a:ext cx="1216152" cy="1216152"/>
          </a:xfrm>
        </p:spPr>
        <p:txBody>
          <a:bodyPr anchor="ctr"/>
          <a:lstStyle>
            <a:lvl1pPr algn="ctr">
              <a:buNone/>
              <a:defRPr sz="1600"/>
            </a:lvl1pPr>
          </a:lstStyle>
          <a:p>
            <a:r>
              <a:t>Pictogram</a:t>
            </a:r>
          </a:p>
        </p:txBody>
      </p:sp>
      <p:sp>
        <p:nvSpPr>
          <p:cNvPr id="15" name="Picture Placeholder 14">
            <a:extLst>
              <a:ext uri="{FF2B5EF4-FFF2-40B4-BE49-F238E27FC236}">
                <a16:creationId xmlns:a16="http://schemas.microsoft.com/office/drawing/2014/main" id="{3C3730E5-61EB-7405-CC85-AB04242CDBC4}"/>
              </a:ext>
            </a:extLst>
          </p:cNvPr>
          <p:cNvSpPr>
            <a:spLocks noGrp="1"/>
          </p:cNvSpPr>
          <p:nvPr>
            <p:ph type="pic" idx="16" hasCustomPrompt="1"/>
          </p:nvPr>
        </p:nvSpPr>
        <p:spPr>
          <a:xfrm>
            <a:off x="8704071" y="3449447"/>
            <a:ext cx="1216152" cy="1216152"/>
          </a:xfrm>
        </p:spPr>
        <p:txBody>
          <a:bodyPr anchor="ctr"/>
          <a:lstStyle>
            <a:lvl1pPr algn="ctr">
              <a:buNone/>
              <a:defRPr sz="1600"/>
            </a:lvl1pPr>
          </a:lstStyle>
          <a:p>
            <a:r>
              <a:t>Pictogram</a:t>
            </a:r>
          </a:p>
        </p:txBody>
      </p:sp>
      <p:sp>
        <p:nvSpPr>
          <p:cNvPr id="17" name="Picture Placeholder 16">
            <a:extLst>
              <a:ext uri="{FF2B5EF4-FFF2-40B4-BE49-F238E27FC236}">
                <a16:creationId xmlns:a16="http://schemas.microsoft.com/office/drawing/2014/main" id="{62C94928-6A9B-2EA7-301C-71E5F2547C8A}"/>
              </a:ext>
            </a:extLst>
          </p:cNvPr>
          <p:cNvSpPr>
            <a:spLocks noGrp="1"/>
          </p:cNvSpPr>
          <p:nvPr>
            <p:ph type="pic" idx="17" hasCustomPrompt="1"/>
          </p:nvPr>
        </p:nvSpPr>
        <p:spPr>
          <a:xfrm>
            <a:off x="574675" y="8384680"/>
            <a:ext cx="1216152" cy="1216152"/>
          </a:xfrm>
        </p:spPr>
        <p:txBody>
          <a:bodyPr anchor="ctr"/>
          <a:lstStyle>
            <a:lvl1pPr algn="ctr">
              <a:buNone/>
              <a:defRPr sz="1600"/>
            </a:lvl1pPr>
          </a:lstStyle>
          <a:p>
            <a:r>
              <a:t>Pictogram</a:t>
            </a:r>
          </a:p>
        </p:txBody>
      </p:sp>
      <p:sp>
        <p:nvSpPr>
          <p:cNvPr id="19" name="Picture Placeholder 18">
            <a:extLst>
              <a:ext uri="{FF2B5EF4-FFF2-40B4-BE49-F238E27FC236}">
                <a16:creationId xmlns:a16="http://schemas.microsoft.com/office/drawing/2014/main" id="{2E840026-2FAF-826F-DCFD-3FF0082B0823}"/>
              </a:ext>
            </a:extLst>
          </p:cNvPr>
          <p:cNvSpPr>
            <a:spLocks noGrp="1"/>
          </p:cNvSpPr>
          <p:nvPr>
            <p:ph type="pic" idx="18" hasCustomPrompt="1"/>
          </p:nvPr>
        </p:nvSpPr>
        <p:spPr>
          <a:xfrm>
            <a:off x="8704071" y="8387729"/>
            <a:ext cx="1216152" cy="1216152"/>
          </a:xfrm>
        </p:spPr>
        <p:txBody>
          <a:bodyPr anchor="ctr"/>
          <a:lstStyle>
            <a:lvl1pPr algn="ctr">
              <a:buNone/>
              <a:defRPr sz="1600"/>
            </a:lvl1pPr>
          </a:lstStyle>
          <a:p>
            <a:r>
              <a:t>Pictogram</a:t>
            </a:r>
          </a:p>
        </p:txBody>
      </p:sp>
      <p:sp>
        <p:nvSpPr>
          <p:cNvPr id="16" name="Straight Connector 15">
            <a:extLst>
              <a:ext uri="{FF2B5EF4-FFF2-40B4-BE49-F238E27FC236}">
                <a16:creationId xmlns:a16="http://schemas.microsoft.com/office/drawing/2014/main" id="{7CA3B9DB-6FD7-4943-8BFC-92159574E2FB}"/>
              </a:ext>
            </a:extLst>
          </p:cNvPr>
          <p:cNvSpPr>
            <a:spLocks noGrp="1"/>
          </p:cNvSpPr>
          <p:nvPr/>
        </p:nvSpPr>
        <p:spPr>
          <a:xfrm>
            <a:off x="568325" y="7715250"/>
            <a:ext cx="23244175" cy="0"/>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6" name="Title 1">
            <a:extLst>
              <a:ext uri="{FF2B5EF4-FFF2-40B4-BE49-F238E27FC236}">
                <a16:creationId xmlns:a16="http://schemas.microsoft.com/office/drawing/2014/main" id="{52EBAB1D-E41A-FCE6-D13F-87955CDFEE44}"/>
              </a:ext>
            </a:extLst>
          </p:cNvPr>
          <p:cNvSpPr>
            <a:spLocks noGrp="1"/>
          </p:cNvSpPr>
          <p:nvPr>
            <p:ph type="title"/>
          </p:nvPr>
        </p:nvSpPr>
        <p:spPr>
          <a:xfrm>
            <a:off x="537972" y="396574"/>
            <a:ext cx="23244172" cy="2581086"/>
          </a:xfrm>
        </p:spPr>
        <p:txBody>
          <a:bodyPr rIns="457200"/>
          <a:lstStyle>
            <a:lvl1pPr>
              <a:lnSpc>
                <a:spcPct val="100000"/>
              </a:lnSpc>
              <a:buNone/>
              <a:defRPr>
                <a:solidFill>
                  <a:schemeClr val="tx1"/>
                </a:solidFill>
              </a:defRPr>
            </a:lvl1pPr>
          </a:lstStyle>
          <a:p>
            <a:r>
              <a:t>Click to edit Master title style</a:t>
            </a:r>
          </a:p>
        </p:txBody>
      </p:sp>
      <p:sp>
        <p:nvSpPr>
          <p:cNvPr id="22" name="Straight Connector 21">
            <a:extLst>
              <a:ext uri="{FF2B5EF4-FFF2-40B4-BE49-F238E27FC236}">
                <a16:creationId xmlns:a16="http://schemas.microsoft.com/office/drawing/2014/main" id="{DF9DCAF2-ADE4-4DD2-855F-189B6B057DA5}"/>
              </a:ext>
            </a:extLst>
          </p:cNvPr>
          <p:cNvSpPr>
            <a:spLocks noGrp="1"/>
          </p:cNvSpPr>
          <p:nvPr/>
        </p:nvSpPr>
        <p:spPr>
          <a:xfrm>
            <a:off x="24399875" y="3429000"/>
            <a:ext cx="0" cy="8572500"/>
          </a:xfrm>
          <a:prstGeom prst="line">
            <a:avLst/>
          </a:prstGeom>
          <a:ln w="19050">
            <a:solidFill>
              <a:srgbClr val="E0E0E0"/>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25" name="Text Placeholder 6">
            <a:extLst>
              <a:ext uri="{FF2B5EF4-FFF2-40B4-BE49-F238E27FC236}">
                <a16:creationId xmlns:a16="http://schemas.microsoft.com/office/drawing/2014/main" id="{8B9EFF9D-890D-D148-A2C6-192C52B23959}"/>
              </a:ext>
            </a:extLst>
          </p:cNvPr>
          <p:cNvSpPr>
            <a:spLocks noGrp="1"/>
          </p:cNvSpPr>
          <p:nvPr>
            <p:ph type="body" idx="19"/>
          </p:nvPr>
        </p:nvSpPr>
        <p:spPr>
          <a:xfrm>
            <a:off x="16833849" y="5349875"/>
            <a:ext cx="6667500" cy="1508125"/>
          </a:xfrm>
        </p:spPr>
        <p:txBody>
          <a:bodyPr/>
          <a:lstStyle>
            <a:lvl1pPr>
              <a:lnSpc>
                <a:spcPct val="100000"/>
              </a:lnSpc>
              <a:spcBef>
                <a:spcPts val="0"/>
              </a:spcBef>
              <a:buNone/>
              <a:defRPr sz="3600">
                <a:solidFill>
                  <a:schemeClr val="tx1"/>
                </a:solidFill>
              </a:defRPr>
            </a:lvl1pPr>
            <a:lvl2pPr marL="402336" indent="-402336">
              <a:lnSpc>
                <a:spcPct val="100000"/>
              </a:lnSpc>
              <a:spcBef>
                <a:spcPts val="0"/>
              </a:spcBef>
              <a:buNone/>
              <a:defRPr sz="3600">
                <a:solidFill>
                  <a:schemeClr val="tx1"/>
                </a:solidFill>
              </a:defRPr>
            </a:lvl2pPr>
            <a:lvl3pPr marL="804672" indent="-402336">
              <a:lnSpc>
                <a:spcPct val="100000"/>
              </a:lnSpc>
              <a:spcBef>
                <a:spcPts val="0"/>
              </a:spcBef>
              <a:buNone/>
              <a:defRPr sz="3600">
                <a:solidFill>
                  <a:schemeClr val="tx1"/>
                </a:solidFill>
              </a:defRPr>
            </a:lvl3pPr>
            <a:lvl4pPr marL="1115568" indent="-402336">
              <a:lnSpc>
                <a:spcPct val="100000"/>
              </a:lnSpc>
              <a:spcBef>
                <a:spcPts val="0"/>
              </a:spcBef>
              <a:buNone/>
              <a:defRPr sz="3600">
                <a:solidFill>
                  <a:schemeClr val="tx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26" name="Text Placeholder 10">
            <a:extLst>
              <a:ext uri="{FF2B5EF4-FFF2-40B4-BE49-F238E27FC236}">
                <a16:creationId xmlns:a16="http://schemas.microsoft.com/office/drawing/2014/main" id="{C244D07D-A8B6-2745-B18C-5087765DDAE5}"/>
              </a:ext>
            </a:extLst>
          </p:cNvPr>
          <p:cNvSpPr>
            <a:spLocks noGrp="1"/>
          </p:cNvSpPr>
          <p:nvPr>
            <p:ph type="body" idx="20"/>
          </p:nvPr>
        </p:nvSpPr>
        <p:spPr>
          <a:xfrm>
            <a:off x="16833849" y="10292729"/>
            <a:ext cx="6667500" cy="1508125"/>
          </a:xfrm>
        </p:spPr>
        <p:txBody>
          <a:bodyPr/>
          <a:lstStyle>
            <a:lvl1pPr>
              <a:lnSpc>
                <a:spcPct val="100000"/>
              </a:lnSpc>
              <a:spcBef>
                <a:spcPts val="0"/>
              </a:spcBef>
              <a:buNone/>
              <a:defRPr sz="3600">
                <a:solidFill>
                  <a:schemeClr val="tx1"/>
                </a:solidFill>
              </a:defRPr>
            </a:lvl1pPr>
            <a:lvl2pPr marL="402336" indent="-402336">
              <a:lnSpc>
                <a:spcPct val="100000"/>
              </a:lnSpc>
              <a:spcBef>
                <a:spcPts val="0"/>
              </a:spcBef>
              <a:buNone/>
              <a:defRPr sz="3600">
                <a:solidFill>
                  <a:schemeClr val="tx1"/>
                </a:solidFill>
              </a:defRPr>
            </a:lvl2pPr>
            <a:lvl3pPr marL="804672" indent="-402336">
              <a:lnSpc>
                <a:spcPct val="100000"/>
              </a:lnSpc>
              <a:spcBef>
                <a:spcPts val="0"/>
              </a:spcBef>
              <a:buNone/>
              <a:defRPr sz="3600">
                <a:solidFill>
                  <a:schemeClr val="tx1"/>
                </a:solidFill>
              </a:defRPr>
            </a:lvl3pPr>
            <a:lvl4pPr marL="1115568" indent="-402336">
              <a:lnSpc>
                <a:spcPct val="100000"/>
              </a:lnSpc>
              <a:spcBef>
                <a:spcPts val="0"/>
              </a:spcBef>
              <a:buNone/>
              <a:defRPr sz="3600">
                <a:solidFill>
                  <a:schemeClr val="tx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27" name="Picture Placeholder 14">
            <a:extLst>
              <a:ext uri="{FF2B5EF4-FFF2-40B4-BE49-F238E27FC236}">
                <a16:creationId xmlns:a16="http://schemas.microsoft.com/office/drawing/2014/main" id="{9443ABB9-5EB9-E54E-980D-BA16DF410BC1}"/>
              </a:ext>
            </a:extLst>
          </p:cNvPr>
          <p:cNvSpPr>
            <a:spLocks noGrp="1"/>
          </p:cNvSpPr>
          <p:nvPr>
            <p:ph type="pic" idx="21" hasCustomPrompt="1"/>
          </p:nvPr>
        </p:nvSpPr>
        <p:spPr>
          <a:xfrm>
            <a:off x="16833849" y="3449447"/>
            <a:ext cx="1216152" cy="1216152"/>
          </a:xfrm>
        </p:spPr>
        <p:txBody>
          <a:bodyPr anchor="ctr"/>
          <a:lstStyle>
            <a:lvl1pPr algn="ctr">
              <a:buNone/>
              <a:defRPr sz="1600"/>
            </a:lvl1pPr>
          </a:lstStyle>
          <a:p>
            <a:r>
              <a:t>Pictogram</a:t>
            </a:r>
          </a:p>
        </p:txBody>
      </p:sp>
      <p:sp>
        <p:nvSpPr>
          <p:cNvPr id="28" name="Picture Placeholder 18">
            <a:extLst>
              <a:ext uri="{FF2B5EF4-FFF2-40B4-BE49-F238E27FC236}">
                <a16:creationId xmlns:a16="http://schemas.microsoft.com/office/drawing/2014/main" id="{F805BE6A-EC94-4440-92C2-C014B19B378E}"/>
              </a:ext>
            </a:extLst>
          </p:cNvPr>
          <p:cNvSpPr>
            <a:spLocks noGrp="1"/>
          </p:cNvSpPr>
          <p:nvPr>
            <p:ph type="pic" idx="22" hasCustomPrompt="1"/>
          </p:nvPr>
        </p:nvSpPr>
        <p:spPr>
          <a:xfrm>
            <a:off x="16833849" y="8387729"/>
            <a:ext cx="1216152" cy="1216152"/>
          </a:xfrm>
        </p:spPr>
        <p:txBody>
          <a:bodyPr anchor="ctr"/>
          <a:lstStyle>
            <a:lvl1pPr algn="ctr">
              <a:buNone/>
              <a:defRPr sz="1600"/>
            </a:lvl1pPr>
          </a:lstStyle>
          <a:p>
            <a:r>
              <a:t>Pictogram</a:t>
            </a:r>
          </a:p>
        </p:txBody>
      </p:sp>
      <p:sp>
        <p:nvSpPr>
          <p:cNvPr id="31" name="Straight Connector 30">
            <a:extLst>
              <a:ext uri="{FF2B5EF4-FFF2-40B4-BE49-F238E27FC236}">
                <a16:creationId xmlns:a16="http://schemas.microsoft.com/office/drawing/2014/main" id="{0B32533A-69DF-4A70-824C-9D6145BB68ED}"/>
              </a:ext>
            </a:extLst>
          </p:cNvPr>
          <p:cNvSpPr>
            <a:spLocks noGrp="1"/>
          </p:cNvSpPr>
          <p:nvPr/>
        </p:nvSpPr>
        <p:spPr>
          <a:xfrm>
            <a:off x="8129396" y="3424238"/>
            <a:ext cx="0" cy="8543121"/>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32" name="Straight Connector 31">
            <a:extLst>
              <a:ext uri="{FF2B5EF4-FFF2-40B4-BE49-F238E27FC236}">
                <a16:creationId xmlns:a16="http://schemas.microsoft.com/office/drawing/2014/main" id="{66DBC171-D906-4F64-80F9-78BDD1B56998}"/>
              </a:ext>
            </a:extLst>
          </p:cNvPr>
          <p:cNvSpPr>
            <a:spLocks noGrp="1"/>
          </p:cNvSpPr>
          <p:nvPr/>
        </p:nvSpPr>
        <p:spPr>
          <a:xfrm>
            <a:off x="16259174" y="3424238"/>
            <a:ext cx="0" cy="8572495"/>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4" name="Rectangle 3">
            <a:extLst>
              <a:ext uri="{FF2B5EF4-FFF2-40B4-BE49-F238E27FC236}">
                <a16:creationId xmlns:a16="http://schemas.microsoft.com/office/drawing/2014/main" id="{8417913B-E993-548A-E874-BF04B997FBAB}"/>
              </a:ext>
            </a:extLst>
          </p:cNvPr>
          <p:cNvSpPr>
            <a:spLocks noGrp="1"/>
          </p:cNvSpPr>
          <p:nvPr/>
        </p:nvSpPr>
        <p:spPr>
          <a:xfrm>
            <a:off x="0" y="13075920"/>
            <a:ext cx="24387175" cy="640080"/>
          </a:xfrm>
          <a:prstGeom prst="rect">
            <a:avLst/>
          </a:prstGeom>
          <a:solidFill>
            <a:srgbClr val="F4F4F4"/>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8" name="Footer Placeholder 3">
            <a:extLst>
              <a:ext uri="{FF2B5EF4-FFF2-40B4-BE49-F238E27FC236}">
                <a16:creationId xmlns:a16="http://schemas.microsoft.com/office/drawing/2014/main" id="{0318E898-260A-C5D1-62C6-48C095C9C9FF}"/>
              </a:ext>
            </a:extLst>
          </p:cNvPr>
          <p:cNvSpPr>
            <a:spLocks noGrp="1"/>
          </p:cNvSpPr>
          <p:nvPr>
            <p:ph type="ftr" idx="23"/>
          </p:nvPr>
        </p:nvSpPr>
        <p:spPr>
          <a:xfrm>
            <a:off x="568324" y="13272850"/>
            <a:ext cx="4956176" cy="246221"/>
          </a:xfrm>
        </p:spPr>
        <p:txBody>
          <a:bodyPr/>
          <a:lstStyle>
            <a:lvl1pPr>
              <a:buNone/>
              <a:defRPr>
                <a:solidFill>
                  <a:schemeClr val="tx1"/>
                </a:solidFill>
              </a:defRPr>
            </a:lvl1pPr>
          </a:lstStyle>
          <a:p>
            <a:r>
              <a:t>IBM TechXchange | © 2026 IBM Corporation</a:t>
            </a:r>
          </a:p>
        </p:txBody>
      </p:sp>
      <p:sp>
        <p:nvSpPr>
          <p:cNvPr id="10" name="Slide Number Placeholder 4">
            <a:extLst>
              <a:ext uri="{FF2B5EF4-FFF2-40B4-BE49-F238E27FC236}">
                <a16:creationId xmlns:a16="http://schemas.microsoft.com/office/drawing/2014/main" id="{35A0AC26-E97F-2B0C-7B3E-2A8A3E566A04}"/>
              </a:ext>
            </a:extLst>
          </p:cNvPr>
          <p:cNvSpPr>
            <a:spLocks noGrp="1"/>
          </p:cNvSpPr>
          <p:nvPr>
            <p:ph type="sldNum" idx="24"/>
          </p:nvPr>
        </p:nvSpPr>
        <p:spPr>
          <a:xfrm>
            <a:off x="23541592" y="13272850"/>
            <a:ext cx="270908" cy="246221"/>
          </a:xfrm>
        </p:spPr>
        <p:txBody>
          <a:bodyPr/>
          <a:lstStyle>
            <a:lvl1pPr>
              <a:buNone/>
              <a:defRPr>
                <a:solidFill>
                  <a:schemeClr val="tx1"/>
                </a:solidFill>
              </a:defRPr>
            </a:lvl1pPr>
          </a:lstStyle>
          <a:p>
            <a:fld id="{86CB4B4D-7CA3-9044-876B-883B54F8677D}" type="slidenum">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ection, 2x2 side callouts">
    <p:bg>
      <p:bgPr>
        <a:solidFill>
          <a:srgbClr val="F4F4F4"/>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793A9C8C-F98C-5899-BE8B-D1A544D66C6A}"/>
              </a:ext>
            </a:extLst>
          </p:cNvPr>
          <p:cNvSpPr>
            <a:spLocks noGrp="1"/>
          </p:cNvSpPr>
          <p:nvPr>
            <p:ph type="body" idx="16"/>
          </p:nvPr>
        </p:nvSpPr>
        <p:spPr>
          <a:xfrm>
            <a:off x="12763500" y="494757"/>
            <a:ext cx="4953000" cy="5145087"/>
          </a:xfrm>
        </p:spPr>
        <p:txBody>
          <a:bodyPr/>
          <a:lstStyle>
            <a:lvl1pPr>
              <a:lnSpc>
                <a:spcPct val="110000"/>
              </a:lnSpc>
              <a:spcBef>
                <a:spcPts val="0"/>
              </a:spcBef>
              <a:spcAft>
                <a:spcPts val="1200"/>
              </a:spcAft>
              <a:buNone/>
              <a:defRPr sz="3600" b="0" i="0">
                <a:solidFill>
                  <a:schemeClr val="tx1"/>
                </a:solidFill>
                <a:latin typeface="IBM Plex Sans Light"/>
                <a:ea typeface="IBM Plex Sans Light"/>
                <a:cs typeface="IBM Plex Sans Light"/>
              </a:defRPr>
            </a:lvl1pPr>
            <a:lvl2pPr marL="256032" indent="-256032">
              <a:lnSpc>
                <a:spcPct val="110000"/>
              </a:lnSpc>
              <a:spcBef>
                <a:spcPts val="0"/>
              </a:spcBef>
              <a:spcAft>
                <a:spcPts val="1200"/>
              </a:spcAft>
              <a:buNone/>
              <a:defRPr sz="3600" b="0" i="0">
                <a:solidFill>
                  <a:schemeClr val="tx1"/>
                </a:solidFill>
                <a:latin typeface="IBM Plex Sans Light"/>
                <a:ea typeface="IBM Plex Sans Light"/>
                <a:cs typeface="IBM Plex Sans Light"/>
              </a:defRPr>
            </a:lvl2pPr>
            <a:lvl3pPr marL="512064" indent="-256032">
              <a:lnSpc>
                <a:spcPct val="110000"/>
              </a:lnSpc>
              <a:spcBef>
                <a:spcPts val="0"/>
              </a:spcBef>
              <a:spcAft>
                <a:spcPts val="1200"/>
              </a:spcAft>
              <a:buNone/>
              <a:defRPr sz="3600" b="0" i="0">
                <a:solidFill>
                  <a:schemeClr val="tx1"/>
                </a:solidFill>
                <a:latin typeface="IBM Plex Sans Light"/>
                <a:ea typeface="IBM Plex Sans Light"/>
                <a:cs typeface="IBM Plex Sans Light"/>
              </a:defRPr>
            </a:lvl3pPr>
            <a:lvl4pPr marL="768096" indent="-256032">
              <a:lnSpc>
                <a:spcPct val="110000"/>
              </a:lnSpc>
              <a:spcBef>
                <a:spcPts val="0"/>
              </a:spcBef>
              <a:spcAft>
                <a:spcPts val="1200"/>
              </a:spcAft>
              <a:buNone/>
              <a:defRPr sz="3600" b="0" i="0">
                <a:solidFill>
                  <a:schemeClr val="tx1"/>
                </a:solidFill>
                <a:latin typeface="IBM Plex Sans Light"/>
                <a:ea typeface="IBM Plex Sans Light"/>
                <a:cs typeface="IBM Plex Sans Light"/>
              </a:defRPr>
            </a:lvl4pPr>
            <a:lvl5pPr>
              <a:lnSpc>
                <a:spcPct val="110000"/>
              </a:lnSpc>
              <a:spcBef>
                <a:spcPts val="0"/>
              </a:spcBef>
              <a:buNone/>
              <a:defRPr sz="2800" b="0" i="0">
                <a:solidFill>
                  <a:schemeClr val="tx1"/>
                </a:solidFill>
                <a:latin typeface="IBM Plex Sans Light"/>
                <a:ea typeface="IBM Plex Sans Light"/>
                <a:cs typeface="IBM Plex Sans Light"/>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idx="17"/>
          </p:nvPr>
        </p:nvSpPr>
        <p:spPr>
          <a:xfrm>
            <a:off x="18859500" y="494757"/>
            <a:ext cx="4959350" cy="5145087"/>
          </a:xfrm>
        </p:spPr>
        <p:txBody>
          <a:bodyPr/>
          <a:lstStyle>
            <a:lvl1pPr>
              <a:lnSpc>
                <a:spcPct val="110000"/>
              </a:lnSpc>
              <a:spcBef>
                <a:spcPts val="0"/>
              </a:spcBef>
              <a:spcAft>
                <a:spcPts val="1200"/>
              </a:spcAft>
              <a:buNone/>
              <a:defRPr sz="3600" b="0" i="0">
                <a:solidFill>
                  <a:schemeClr val="tx1"/>
                </a:solidFill>
                <a:latin typeface="IBM Plex Sans Light"/>
                <a:ea typeface="IBM Plex Sans Light"/>
                <a:cs typeface="IBM Plex Sans Light"/>
              </a:defRPr>
            </a:lvl1pPr>
            <a:lvl2pPr marL="256032" indent="-256032">
              <a:lnSpc>
                <a:spcPct val="110000"/>
              </a:lnSpc>
              <a:spcBef>
                <a:spcPts val="0"/>
              </a:spcBef>
              <a:spcAft>
                <a:spcPts val="1200"/>
              </a:spcAft>
              <a:buNone/>
              <a:defRPr sz="3600" b="0" i="0">
                <a:solidFill>
                  <a:schemeClr val="tx1"/>
                </a:solidFill>
                <a:latin typeface="IBM Plex Sans Light"/>
                <a:ea typeface="IBM Plex Sans Light"/>
                <a:cs typeface="IBM Plex Sans Light"/>
              </a:defRPr>
            </a:lvl2pPr>
            <a:lvl3pPr marL="512064" indent="-256032">
              <a:lnSpc>
                <a:spcPct val="110000"/>
              </a:lnSpc>
              <a:spcBef>
                <a:spcPts val="0"/>
              </a:spcBef>
              <a:spcAft>
                <a:spcPts val="1200"/>
              </a:spcAft>
              <a:buNone/>
              <a:defRPr sz="3600" b="0" i="0">
                <a:solidFill>
                  <a:schemeClr val="tx1"/>
                </a:solidFill>
                <a:latin typeface="IBM Plex Sans Light"/>
                <a:ea typeface="IBM Plex Sans Light"/>
                <a:cs typeface="IBM Plex Sans Light"/>
              </a:defRPr>
            </a:lvl3pPr>
            <a:lvl4pPr marL="768096" indent="-256032">
              <a:lnSpc>
                <a:spcPct val="110000"/>
              </a:lnSpc>
              <a:spcBef>
                <a:spcPts val="0"/>
              </a:spcBef>
              <a:spcAft>
                <a:spcPts val="1200"/>
              </a:spcAft>
              <a:buNone/>
              <a:defRPr sz="3600" b="0" i="0">
                <a:solidFill>
                  <a:schemeClr val="tx1"/>
                </a:solidFill>
                <a:latin typeface="IBM Plex Sans Light"/>
                <a:ea typeface="IBM Plex Sans Light"/>
                <a:cs typeface="IBM Plex Sans Light"/>
              </a:defRPr>
            </a:lvl4pPr>
            <a:lvl5pPr>
              <a:lnSpc>
                <a:spcPct val="110000"/>
              </a:lnSpc>
              <a:spcBef>
                <a:spcPts val="0"/>
              </a:spcBef>
              <a:buNone/>
              <a:defRPr sz="2800" b="0" i="0">
                <a:solidFill>
                  <a:schemeClr val="tx1"/>
                </a:solidFill>
                <a:latin typeface="IBM Plex Sans Light"/>
                <a:ea typeface="IBM Plex Sans Light"/>
                <a:cs typeface="IBM Plex Sans Light"/>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idx="18"/>
          </p:nvPr>
        </p:nvSpPr>
        <p:spPr>
          <a:xfrm>
            <a:off x="12763500" y="6780234"/>
            <a:ext cx="4953000" cy="4953000"/>
          </a:xfrm>
        </p:spPr>
        <p:txBody>
          <a:bodyPr/>
          <a:lstStyle>
            <a:lvl1pPr>
              <a:lnSpc>
                <a:spcPct val="110000"/>
              </a:lnSpc>
              <a:spcBef>
                <a:spcPts val="0"/>
              </a:spcBef>
              <a:spcAft>
                <a:spcPts val="1200"/>
              </a:spcAft>
              <a:buNone/>
              <a:defRPr sz="3600" b="0" i="0">
                <a:solidFill>
                  <a:schemeClr val="tx1"/>
                </a:solidFill>
                <a:latin typeface="IBM Plex Sans Light"/>
                <a:ea typeface="IBM Plex Sans Light"/>
                <a:cs typeface="IBM Plex Sans Light"/>
              </a:defRPr>
            </a:lvl1pPr>
            <a:lvl2pPr marL="256032" indent="-256032">
              <a:lnSpc>
                <a:spcPct val="110000"/>
              </a:lnSpc>
              <a:spcBef>
                <a:spcPts val="0"/>
              </a:spcBef>
              <a:spcAft>
                <a:spcPts val="1200"/>
              </a:spcAft>
              <a:buNone/>
              <a:defRPr sz="3600" b="0" i="0">
                <a:solidFill>
                  <a:schemeClr val="tx1"/>
                </a:solidFill>
                <a:latin typeface="IBM Plex Sans Light"/>
                <a:ea typeface="IBM Plex Sans Light"/>
                <a:cs typeface="IBM Plex Sans Light"/>
              </a:defRPr>
            </a:lvl2pPr>
            <a:lvl3pPr marL="512064" indent="-256032">
              <a:lnSpc>
                <a:spcPct val="110000"/>
              </a:lnSpc>
              <a:spcBef>
                <a:spcPts val="0"/>
              </a:spcBef>
              <a:spcAft>
                <a:spcPts val="1200"/>
              </a:spcAft>
              <a:buNone/>
              <a:defRPr sz="3600" b="0" i="0">
                <a:solidFill>
                  <a:schemeClr val="tx1"/>
                </a:solidFill>
                <a:latin typeface="IBM Plex Sans Light"/>
                <a:ea typeface="IBM Plex Sans Light"/>
                <a:cs typeface="IBM Plex Sans Light"/>
              </a:defRPr>
            </a:lvl3pPr>
            <a:lvl4pPr marL="768096" indent="-256032">
              <a:lnSpc>
                <a:spcPct val="110000"/>
              </a:lnSpc>
              <a:spcBef>
                <a:spcPts val="0"/>
              </a:spcBef>
              <a:spcAft>
                <a:spcPts val="1200"/>
              </a:spcAft>
              <a:buNone/>
              <a:defRPr sz="3600" b="0" i="0">
                <a:solidFill>
                  <a:schemeClr val="tx1"/>
                </a:solidFill>
                <a:latin typeface="IBM Plex Sans Light"/>
                <a:ea typeface="IBM Plex Sans Light"/>
                <a:cs typeface="IBM Plex Sans Light"/>
              </a:defRPr>
            </a:lvl4pPr>
            <a:lvl5pPr>
              <a:lnSpc>
                <a:spcPct val="110000"/>
              </a:lnSpc>
              <a:spcBef>
                <a:spcPts val="0"/>
              </a:spcBef>
              <a:buNone/>
              <a:defRPr sz="2800" b="0" i="0">
                <a:solidFill>
                  <a:schemeClr val="tx1"/>
                </a:solidFill>
                <a:latin typeface="IBM Plex Sans Light"/>
                <a:ea typeface="IBM Plex Sans Light"/>
                <a:cs typeface="IBM Plex Sans Light"/>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idx="19"/>
          </p:nvPr>
        </p:nvSpPr>
        <p:spPr>
          <a:xfrm>
            <a:off x="18859500" y="6780234"/>
            <a:ext cx="4953000" cy="4953000"/>
          </a:xfrm>
        </p:spPr>
        <p:txBody>
          <a:bodyPr/>
          <a:lstStyle>
            <a:lvl1pPr>
              <a:lnSpc>
                <a:spcPct val="110000"/>
              </a:lnSpc>
              <a:spcBef>
                <a:spcPts val="0"/>
              </a:spcBef>
              <a:spcAft>
                <a:spcPts val="1200"/>
              </a:spcAft>
              <a:buNone/>
              <a:defRPr sz="3600" b="0" i="0">
                <a:solidFill>
                  <a:schemeClr val="tx1"/>
                </a:solidFill>
                <a:latin typeface="IBM Plex Sans Light"/>
                <a:ea typeface="IBM Plex Sans Light"/>
                <a:cs typeface="IBM Plex Sans Light"/>
              </a:defRPr>
            </a:lvl1pPr>
            <a:lvl2pPr marL="256032" indent="-256032">
              <a:lnSpc>
                <a:spcPct val="110000"/>
              </a:lnSpc>
              <a:spcBef>
                <a:spcPts val="0"/>
              </a:spcBef>
              <a:spcAft>
                <a:spcPts val="1200"/>
              </a:spcAft>
              <a:buNone/>
              <a:defRPr sz="3600" b="0" i="0">
                <a:solidFill>
                  <a:schemeClr val="tx1"/>
                </a:solidFill>
                <a:latin typeface="IBM Plex Sans Light"/>
                <a:ea typeface="IBM Plex Sans Light"/>
                <a:cs typeface="IBM Plex Sans Light"/>
              </a:defRPr>
            </a:lvl2pPr>
            <a:lvl3pPr marL="512064" indent="-256032">
              <a:lnSpc>
                <a:spcPct val="110000"/>
              </a:lnSpc>
              <a:spcBef>
                <a:spcPts val="0"/>
              </a:spcBef>
              <a:spcAft>
                <a:spcPts val="1200"/>
              </a:spcAft>
              <a:buNone/>
              <a:defRPr sz="3600" b="0" i="0">
                <a:solidFill>
                  <a:schemeClr val="tx1"/>
                </a:solidFill>
                <a:latin typeface="IBM Plex Sans Light"/>
                <a:ea typeface="IBM Plex Sans Light"/>
                <a:cs typeface="IBM Plex Sans Light"/>
              </a:defRPr>
            </a:lvl3pPr>
            <a:lvl4pPr marL="768096" indent="-256032">
              <a:lnSpc>
                <a:spcPct val="110000"/>
              </a:lnSpc>
              <a:spcBef>
                <a:spcPts val="0"/>
              </a:spcBef>
              <a:spcAft>
                <a:spcPts val="1200"/>
              </a:spcAft>
              <a:buNone/>
              <a:defRPr sz="3600" b="0" i="0">
                <a:solidFill>
                  <a:schemeClr val="tx1"/>
                </a:solidFill>
                <a:latin typeface="IBM Plex Sans Light"/>
                <a:ea typeface="IBM Plex Sans Light"/>
                <a:cs typeface="IBM Plex Sans Light"/>
              </a:defRPr>
            </a:lvl4pPr>
            <a:lvl5pPr>
              <a:lnSpc>
                <a:spcPct val="110000"/>
              </a:lnSpc>
              <a:spcBef>
                <a:spcPts val="0"/>
              </a:spcBef>
              <a:buNone/>
              <a:defRPr sz="2800" b="0" i="0">
                <a:solidFill>
                  <a:schemeClr val="tx1"/>
                </a:solidFill>
                <a:latin typeface="IBM Plex Sans Light"/>
                <a:ea typeface="IBM Plex Sans Light"/>
                <a:cs typeface="IBM Plex Sans Light"/>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9" name="Straight Connector 8">
            <a:extLst>
              <a:ext uri="{FF2B5EF4-FFF2-40B4-BE49-F238E27FC236}">
                <a16:creationId xmlns:a16="http://schemas.microsoft.com/office/drawing/2014/main" id="{35DC64AD-21CF-4CD5-84DA-BED0D74228E9}"/>
              </a:ext>
            </a:extLst>
          </p:cNvPr>
          <p:cNvSpPr>
            <a:spLocks noGrp="1"/>
          </p:cNvSpPr>
          <p:nvPr/>
        </p:nvSpPr>
        <p:spPr>
          <a:xfrm>
            <a:off x="18288000" y="569913"/>
            <a:ext cx="0" cy="11431587"/>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7" name="Title 1">
            <a:extLst>
              <a:ext uri="{FF2B5EF4-FFF2-40B4-BE49-F238E27FC236}">
                <a16:creationId xmlns:a16="http://schemas.microsoft.com/office/drawing/2014/main" id="{2FD89A00-A4D6-01CC-82BF-001A1713FD38}"/>
              </a:ext>
            </a:extLst>
          </p:cNvPr>
          <p:cNvSpPr>
            <a:spLocks noGrp="1"/>
          </p:cNvSpPr>
          <p:nvPr>
            <p:ph type="title"/>
          </p:nvPr>
        </p:nvSpPr>
        <p:spPr>
          <a:xfrm>
            <a:off x="537972" y="396574"/>
            <a:ext cx="11050589" cy="4746926"/>
          </a:xfrm>
        </p:spPr>
        <p:txBody>
          <a:bodyPr rIns="457200"/>
          <a:lstStyle>
            <a:lvl1pPr>
              <a:lnSpc>
                <a:spcPct val="100000"/>
              </a:lnSpc>
              <a:buNone/>
              <a:defRPr>
                <a:solidFill>
                  <a:schemeClr val="tx1"/>
                </a:solidFill>
              </a:defRPr>
            </a:lvl1pPr>
          </a:lstStyle>
          <a:p>
            <a:r>
              <a:t>Click to edit Master title style</a:t>
            </a:r>
          </a:p>
        </p:txBody>
      </p:sp>
      <p:sp>
        <p:nvSpPr>
          <p:cNvPr id="6" name="TextBox 5">
            <a:extLst>
              <a:ext uri="{FF2B5EF4-FFF2-40B4-BE49-F238E27FC236}">
                <a16:creationId xmlns:a16="http://schemas.microsoft.com/office/drawing/2014/main" id="{8EFC5A26-34B7-2D99-2FE4-3CEAFB6D46F7}"/>
              </a:ext>
            </a:extLst>
          </p:cNvPr>
          <p:cNvSpPr>
            <a:spLocks noGrp="1"/>
          </p:cNvSpPr>
          <p:nvPr/>
        </p:nvSpPr>
        <p:spPr>
          <a:xfrm>
            <a:off x="15905747" y="6160168"/>
            <a:ext cx="0" cy="0"/>
          </a:xfrm>
          <a:prstGeom prst="rect">
            <a:avLst/>
          </a:prstGeom>
          <a:ln w="12700"/>
        </p:spPr>
        <p:txBody>
          <a:bodyPr wrap="none" lIns="0" tIns="0" rIns="0" bIns="0">
            <a:noAutofit/>
          </a:bodyPr>
          <a:lstStyle/>
          <a:p>
            <a:pPr algn="l" defTabSz="2438400">
              <a:spcBef>
                <a:spcPts val="2900"/>
              </a:spcBef>
              <a:buSzPct val="100000"/>
              <a:buNone/>
            </a:pPr>
            <a:endParaRPr kern="0">
              <a:solidFill>
                <a:srgbClr val="000000"/>
              </a:solidFill>
            </a:endParaRPr>
          </a:p>
        </p:txBody>
      </p:sp>
      <p:sp>
        <p:nvSpPr>
          <p:cNvPr id="8" name="Straight Connector 7">
            <a:extLst>
              <a:ext uri="{FF2B5EF4-FFF2-40B4-BE49-F238E27FC236}">
                <a16:creationId xmlns:a16="http://schemas.microsoft.com/office/drawing/2014/main" id="{1C01CF8B-17DA-4B4E-9AF2-BA269DF5F6F8}"/>
              </a:ext>
            </a:extLst>
          </p:cNvPr>
          <p:cNvSpPr>
            <a:spLocks noGrp="1"/>
          </p:cNvSpPr>
          <p:nvPr/>
        </p:nvSpPr>
        <p:spPr>
          <a:xfrm>
            <a:off x="12763500" y="6285706"/>
            <a:ext cx="11050524" cy="0"/>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11" name="Rectangle 10">
            <a:extLst>
              <a:ext uri="{FF2B5EF4-FFF2-40B4-BE49-F238E27FC236}">
                <a16:creationId xmlns:a16="http://schemas.microsoft.com/office/drawing/2014/main" id="{502E6015-5FD7-07F7-E3F5-575DC3FA96C4}"/>
              </a:ext>
            </a:extLst>
          </p:cNvPr>
          <p:cNvSpPr>
            <a:spLocks noGrp="1"/>
          </p:cNvSpPr>
          <p:nvPr/>
        </p:nvSpPr>
        <p:spPr>
          <a:xfrm>
            <a:off x="0" y="13075920"/>
            <a:ext cx="24387175" cy="640080"/>
          </a:xfrm>
          <a:prstGeom prst="rect">
            <a:avLst/>
          </a:prstGeom>
          <a:solidFill>
            <a:srgbClr val="F4F4F4"/>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15" name="Footer Placeholder 3">
            <a:extLst>
              <a:ext uri="{FF2B5EF4-FFF2-40B4-BE49-F238E27FC236}">
                <a16:creationId xmlns:a16="http://schemas.microsoft.com/office/drawing/2014/main" id="{5D044269-C6FC-B177-8D03-5271AED2C276}"/>
              </a:ext>
            </a:extLst>
          </p:cNvPr>
          <p:cNvSpPr>
            <a:spLocks noGrp="1"/>
          </p:cNvSpPr>
          <p:nvPr>
            <p:ph type="ftr" idx="13"/>
          </p:nvPr>
        </p:nvSpPr>
        <p:spPr>
          <a:xfrm>
            <a:off x="568324" y="13272850"/>
            <a:ext cx="4956176" cy="246221"/>
          </a:xfrm>
        </p:spPr>
        <p:txBody>
          <a:bodyPr/>
          <a:lstStyle>
            <a:lvl1pPr>
              <a:buNone/>
              <a:defRPr>
                <a:solidFill>
                  <a:schemeClr val="tx1"/>
                </a:solidFill>
              </a:defRPr>
            </a:lvl1pPr>
          </a:lstStyle>
          <a:p>
            <a:r>
              <a:t>IBM TechXchange | © 2026 IBM Corporation</a:t>
            </a:r>
          </a:p>
        </p:txBody>
      </p:sp>
      <p:sp>
        <p:nvSpPr>
          <p:cNvPr id="16" name="Slide Number Placeholder 4">
            <a:extLst>
              <a:ext uri="{FF2B5EF4-FFF2-40B4-BE49-F238E27FC236}">
                <a16:creationId xmlns:a16="http://schemas.microsoft.com/office/drawing/2014/main" id="{B6CC4D7C-AAD7-10E8-0412-A1261FC8D6E9}"/>
              </a:ext>
            </a:extLst>
          </p:cNvPr>
          <p:cNvSpPr>
            <a:spLocks noGrp="1"/>
          </p:cNvSpPr>
          <p:nvPr>
            <p:ph type="sldNum" idx="14"/>
          </p:nvPr>
        </p:nvSpPr>
        <p:spPr>
          <a:xfrm>
            <a:off x="23541592" y="13272850"/>
            <a:ext cx="270908" cy="246221"/>
          </a:xfrm>
        </p:spPr>
        <p:txBody>
          <a:bodyPr/>
          <a:lstStyle>
            <a:lvl1pPr>
              <a:buNone/>
              <a:defRPr>
                <a:solidFill>
                  <a:schemeClr val="tx1"/>
                </a:solidFill>
              </a:defRPr>
            </a:lvl1pPr>
          </a:lstStyle>
          <a:p>
            <a:fld id="{86CB4B4D-7CA3-9044-876B-883B54F8677D}" type="slidenum">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le section, 2x2 side callouts">
    <p:bg>
      <p:bgPr>
        <a:solidFill>
          <a:srgbClr val="F4F4F4"/>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793A9C8C-F98C-5899-BE8B-D1A544D66C6A}"/>
              </a:ext>
            </a:extLst>
          </p:cNvPr>
          <p:cNvSpPr>
            <a:spLocks noGrp="1"/>
          </p:cNvSpPr>
          <p:nvPr>
            <p:ph type="body" idx="16"/>
          </p:nvPr>
        </p:nvSpPr>
        <p:spPr>
          <a:xfrm>
            <a:off x="12763500" y="494757"/>
            <a:ext cx="4953000" cy="5145087"/>
          </a:xfrm>
        </p:spPr>
        <p:txBody>
          <a:bodyPr/>
          <a:lstStyle>
            <a:lvl1pPr>
              <a:lnSpc>
                <a:spcPct val="110000"/>
              </a:lnSpc>
              <a:spcBef>
                <a:spcPts val="0"/>
              </a:spcBef>
              <a:spcAft>
                <a:spcPts val="1200"/>
              </a:spcAft>
              <a:buNone/>
              <a:defRPr sz="3600" b="0" i="0">
                <a:solidFill>
                  <a:schemeClr val="tx1"/>
                </a:solidFill>
                <a:latin typeface="IBM Plex Sans Light"/>
                <a:ea typeface="IBM Plex Sans Light"/>
                <a:cs typeface="IBM Plex Sans Light"/>
              </a:defRPr>
            </a:lvl1pPr>
            <a:lvl2pPr marL="256032" indent="-256032">
              <a:lnSpc>
                <a:spcPct val="110000"/>
              </a:lnSpc>
              <a:spcBef>
                <a:spcPts val="0"/>
              </a:spcBef>
              <a:spcAft>
                <a:spcPts val="1200"/>
              </a:spcAft>
              <a:buNone/>
              <a:defRPr sz="3600" b="0" i="0">
                <a:solidFill>
                  <a:schemeClr val="tx1"/>
                </a:solidFill>
                <a:latin typeface="IBM Plex Sans Light"/>
                <a:ea typeface="IBM Plex Sans Light"/>
                <a:cs typeface="IBM Plex Sans Light"/>
              </a:defRPr>
            </a:lvl2pPr>
            <a:lvl3pPr marL="512064" indent="-256032">
              <a:lnSpc>
                <a:spcPct val="110000"/>
              </a:lnSpc>
              <a:spcBef>
                <a:spcPts val="0"/>
              </a:spcBef>
              <a:spcAft>
                <a:spcPts val="1200"/>
              </a:spcAft>
              <a:buNone/>
              <a:defRPr sz="3600" b="0" i="0">
                <a:solidFill>
                  <a:schemeClr val="tx1"/>
                </a:solidFill>
                <a:latin typeface="IBM Plex Sans Light"/>
                <a:ea typeface="IBM Plex Sans Light"/>
                <a:cs typeface="IBM Plex Sans Light"/>
              </a:defRPr>
            </a:lvl3pPr>
            <a:lvl4pPr marL="768096" indent="-256032">
              <a:lnSpc>
                <a:spcPct val="110000"/>
              </a:lnSpc>
              <a:spcBef>
                <a:spcPts val="0"/>
              </a:spcBef>
              <a:spcAft>
                <a:spcPts val="1200"/>
              </a:spcAft>
              <a:buNone/>
              <a:defRPr sz="3600" b="0" i="0">
                <a:solidFill>
                  <a:schemeClr val="tx1"/>
                </a:solidFill>
                <a:latin typeface="IBM Plex Sans Light"/>
                <a:ea typeface="IBM Plex Sans Light"/>
                <a:cs typeface="IBM Plex Sans Light"/>
              </a:defRPr>
            </a:lvl4pPr>
            <a:lvl5pPr>
              <a:lnSpc>
                <a:spcPct val="110000"/>
              </a:lnSpc>
              <a:spcBef>
                <a:spcPts val="0"/>
              </a:spcBef>
              <a:buNone/>
              <a:defRPr sz="2800" b="0" i="0">
                <a:solidFill>
                  <a:schemeClr val="tx1"/>
                </a:solidFill>
                <a:latin typeface="IBM Plex Sans Light"/>
                <a:ea typeface="IBM Plex Sans Light"/>
                <a:cs typeface="IBM Plex Sans Light"/>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idx="17"/>
          </p:nvPr>
        </p:nvSpPr>
        <p:spPr>
          <a:xfrm>
            <a:off x="18859500" y="494757"/>
            <a:ext cx="4959350" cy="5145087"/>
          </a:xfrm>
        </p:spPr>
        <p:txBody>
          <a:bodyPr/>
          <a:lstStyle>
            <a:lvl1pPr>
              <a:lnSpc>
                <a:spcPct val="110000"/>
              </a:lnSpc>
              <a:spcBef>
                <a:spcPts val="0"/>
              </a:spcBef>
              <a:spcAft>
                <a:spcPts val="1200"/>
              </a:spcAft>
              <a:buNone/>
              <a:defRPr sz="3600" b="0" i="0">
                <a:solidFill>
                  <a:schemeClr val="tx1"/>
                </a:solidFill>
                <a:latin typeface="IBM Plex Sans Light"/>
                <a:ea typeface="IBM Plex Sans Light"/>
                <a:cs typeface="IBM Plex Sans Light"/>
              </a:defRPr>
            </a:lvl1pPr>
            <a:lvl2pPr marL="256032" indent="-256032">
              <a:lnSpc>
                <a:spcPct val="110000"/>
              </a:lnSpc>
              <a:spcBef>
                <a:spcPts val="0"/>
              </a:spcBef>
              <a:spcAft>
                <a:spcPts val="1200"/>
              </a:spcAft>
              <a:buNone/>
              <a:defRPr sz="3600" b="0" i="0">
                <a:solidFill>
                  <a:schemeClr val="tx1"/>
                </a:solidFill>
                <a:latin typeface="IBM Plex Sans Light"/>
                <a:ea typeface="IBM Plex Sans Light"/>
                <a:cs typeface="IBM Plex Sans Light"/>
              </a:defRPr>
            </a:lvl2pPr>
            <a:lvl3pPr marL="512064" indent="-256032">
              <a:lnSpc>
                <a:spcPct val="110000"/>
              </a:lnSpc>
              <a:spcBef>
                <a:spcPts val="0"/>
              </a:spcBef>
              <a:spcAft>
                <a:spcPts val="1200"/>
              </a:spcAft>
              <a:buNone/>
              <a:defRPr sz="3600" b="0" i="0">
                <a:solidFill>
                  <a:schemeClr val="tx1"/>
                </a:solidFill>
                <a:latin typeface="IBM Plex Sans Light"/>
                <a:ea typeface="IBM Plex Sans Light"/>
                <a:cs typeface="IBM Plex Sans Light"/>
              </a:defRPr>
            </a:lvl3pPr>
            <a:lvl4pPr marL="768096" indent="-256032">
              <a:lnSpc>
                <a:spcPct val="110000"/>
              </a:lnSpc>
              <a:spcBef>
                <a:spcPts val="0"/>
              </a:spcBef>
              <a:spcAft>
                <a:spcPts val="1200"/>
              </a:spcAft>
              <a:buNone/>
              <a:defRPr sz="3600" b="0" i="0">
                <a:solidFill>
                  <a:schemeClr val="tx1"/>
                </a:solidFill>
                <a:latin typeface="IBM Plex Sans Light"/>
                <a:ea typeface="IBM Plex Sans Light"/>
                <a:cs typeface="IBM Plex Sans Light"/>
              </a:defRPr>
            </a:lvl4pPr>
            <a:lvl5pPr>
              <a:lnSpc>
                <a:spcPct val="110000"/>
              </a:lnSpc>
              <a:spcBef>
                <a:spcPts val="0"/>
              </a:spcBef>
              <a:buNone/>
              <a:defRPr sz="2800" b="0" i="0">
                <a:solidFill>
                  <a:schemeClr val="tx1"/>
                </a:solidFill>
                <a:latin typeface="IBM Plex Sans Light"/>
                <a:ea typeface="IBM Plex Sans Light"/>
                <a:cs typeface="IBM Plex Sans Light"/>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idx="18"/>
          </p:nvPr>
        </p:nvSpPr>
        <p:spPr>
          <a:xfrm>
            <a:off x="12763500" y="6780234"/>
            <a:ext cx="4953000" cy="4953000"/>
          </a:xfrm>
        </p:spPr>
        <p:txBody>
          <a:bodyPr/>
          <a:lstStyle>
            <a:lvl1pPr>
              <a:lnSpc>
                <a:spcPct val="110000"/>
              </a:lnSpc>
              <a:spcBef>
                <a:spcPts val="0"/>
              </a:spcBef>
              <a:spcAft>
                <a:spcPts val="1200"/>
              </a:spcAft>
              <a:buNone/>
              <a:defRPr sz="3600" b="0" i="0">
                <a:solidFill>
                  <a:schemeClr val="tx1"/>
                </a:solidFill>
                <a:latin typeface="IBM Plex Sans Light"/>
                <a:ea typeface="IBM Plex Sans Light"/>
                <a:cs typeface="IBM Plex Sans Light"/>
              </a:defRPr>
            </a:lvl1pPr>
            <a:lvl2pPr marL="256032" indent="-256032">
              <a:lnSpc>
                <a:spcPct val="110000"/>
              </a:lnSpc>
              <a:spcBef>
                <a:spcPts val="0"/>
              </a:spcBef>
              <a:spcAft>
                <a:spcPts val="1200"/>
              </a:spcAft>
              <a:buNone/>
              <a:defRPr sz="3600" b="0" i="0">
                <a:solidFill>
                  <a:schemeClr val="tx1"/>
                </a:solidFill>
                <a:latin typeface="IBM Plex Sans Light"/>
                <a:ea typeface="IBM Plex Sans Light"/>
                <a:cs typeface="IBM Plex Sans Light"/>
              </a:defRPr>
            </a:lvl2pPr>
            <a:lvl3pPr marL="512064" indent="-256032">
              <a:lnSpc>
                <a:spcPct val="110000"/>
              </a:lnSpc>
              <a:spcBef>
                <a:spcPts val="0"/>
              </a:spcBef>
              <a:spcAft>
                <a:spcPts val="1200"/>
              </a:spcAft>
              <a:buNone/>
              <a:defRPr sz="3600" b="0" i="0">
                <a:solidFill>
                  <a:schemeClr val="tx1"/>
                </a:solidFill>
                <a:latin typeface="IBM Plex Sans Light"/>
                <a:ea typeface="IBM Plex Sans Light"/>
                <a:cs typeface="IBM Plex Sans Light"/>
              </a:defRPr>
            </a:lvl3pPr>
            <a:lvl4pPr marL="768096" indent="-256032">
              <a:lnSpc>
                <a:spcPct val="110000"/>
              </a:lnSpc>
              <a:spcBef>
                <a:spcPts val="0"/>
              </a:spcBef>
              <a:spcAft>
                <a:spcPts val="1200"/>
              </a:spcAft>
              <a:buNone/>
              <a:defRPr sz="3600" b="0" i="0">
                <a:solidFill>
                  <a:schemeClr val="tx1"/>
                </a:solidFill>
                <a:latin typeface="IBM Plex Sans Light"/>
                <a:ea typeface="IBM Plex Sans Light"/>
                <a:cs typeface="IBM Plex Sans Light"/>
              </a:defRPr>
            </a:lvl4pPr>
            <a:lvl5pPr>
              <a:lnSpc>
                <a:spcPct val="110000"/>
              </a:lnSpc>
              <a:spcBef>
                <a:spcPts val="0"/>
              </a:spcBef>
              <a:buNone/>
              <a:defRPr sz="2800" b="0" i="0">
                <a:solidFill>
                  <a:schemeClr val="tx1"/>
                </a:solidFill>
                <a:latin typeface="IBM Plex Sans Light"/>
                <a:ea typeface="IBM Plex Sans Light"/>
                <a:cs typeface="IBM Plex Sans Light"/>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idx="19"/>
          </p:nvPr>
        </p:nvSpPr>
        <p:spPr>
          <a:xfrm>
            <a:off x="18859500" y="6780234"/>
            <a:ext cx="4953000" cy="4953000"/>
          </a:xfrm>
        </p:spPr>
        <p:txBody>
          <a:bodyPr/>
          <a:lstStyle>
            <a:lvl1pPr>
              <a:lnSpc>
                <a:spcPct val="110000"/>
              </a:lnSpc>
              <a:spcBef>
                <a:spcPts val="0"/>
              </a:spcBef>
              <a:spcAft>
                <a:spcPts val="1200"/>
              </a:spcAft>
              <a:buNone/>
              <a:defRPr sz="3600" b="0" i="0">
                <a:solidFill>
                  <a:schemeClr val="tx1"/>
                </a:solidFill>
                <a:latin typeface="IBM Plex Sans Light"/>
                <a:ea typeface="IBM Plex Sans Light"/>
                <a:cs typeface="IBM Plex Sans Light"/>
              </a:defRPr>
            </a:lvl1pPr>
            <a:lvl2pPr marL="256032" indent="-256032">
              <a:lnSpc>
                <a:spcPct val="110000"/>
              </a:lnSpc>
              <a:spcBef>
                <a:spcPts val="0"/>
              </a:spcBef>
              <a:spcAft>
                <a:spcPts val="1200"/>
              </a:spcAft>
              <a:buNone/>
              <a:defRPr sz="3600" b="0" i="0">
                <a:solidFill>
                  <a:schemeClr val="tx1"/>
                </a:solidFill>
                <a:latin typeface="IBM Plex Sans Light"/>
                <a:ea typeface="IBM Plex Sans Light"/>
                <a:cs typeface="IBM Plex Sans Light"/>
              </a:defRPr>
            </a:lvl2pPr>
            <a:lvl3pPr marL="512064" indent="-256032">
              <a:lnSpc>
                <a:spcPct val="110000"/>
              </a:lnSpc>
              <a:spcBef>
                <a:spcPts val="0"/>
              </a:spcBef>
              <a:spcAft>
                <a:spcPts val="1200"/>
              </a:spcAft>
              <a:buNone/>
              <a:defRPr sz="3600" b="0" i="0">
                <a:solidFill>
                  <a:schemeClr val="tx1"/>
                </a:solidFill>
                <a:latin typeface="IBM Plex Sans Light"/>
                <a:ea typeface="IBM Plex Sans Light"/>
                <a:cs typeface="IBM Plex Sans Light"/>
              </a:defRPr>
            </a:lvl3pPr>
            <a:lvl4pPr marL="768096" indent="-256032">
              <a:lnSpc>
                <a:spcPct val="110000"/>
              </a:lnSpc>
              <a:spcBef>
                <a:spcPts val="0"/>
              </a:spcBef>
              <a:spcAft>
                <a:spcPts val="1200"/>
              </a:spcAft>
              <a:buNone/>
              <a:defRPr sz="3600" b="0" i="0">
                <a:solidFill>
                  <a:schemeClr val="tx1"/>
                </a:solidFill>
                <a:latin typeface="IBM Plex Sans Light"/>
                <a:ea typeface="IBM Plex Sans Light"/>
                <a:cs typeface="IBM Plex Sans Light"/>
              </a:defRPr>
            </a:lvl4pPr>
            <a:lvl5pPr>
              <a:lnSpc>
                <a:spcPct val="110000"/>
              </a:lnSpc>
              <a:spcBef>
                <a:spcPts val="0"/>
              </a:spcBef>
              <a:buNone/>
              <a:defRPr sz="2800" b="0" i="0">
                <a:solidFill>
                  <a:schemeClr val="tx1"/>
                </a:solidFill>
                <a:latin typeface="IBM Plex Sans Light"/>
                <a:ea typeface="IBM Plex Sans Light"/>
                <a:cs typeface="IBM Plex Sans Light"/>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9" name="Straight Connector 8">
            <a:extLst>
              <a:ext uri="{FF2B5EF4-FFF2-40B4-BE49-F238E27FC236}">
                <a16:creationId xmlns:a16="http://schemas.microsoft.com/office/drawing/2014/main" id="{B57EC504-AF56-4ADF-AA41-7D93F8A29D45}"/>
              </a:ext>
            </a:extLst>
          </p:cNvPr>
          <p:cNvSpPr>
            <a:spLocks noGrp="1"/>
          </p:cNvSpPr>
          <p:nvPr/>
        </p:nvSpPr>
        <p:spPr>
          <a:xfrm>
            <a:off x="18288000" y="569913"/>
            <a:ext cx="0" cy="11431587"/>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2" name="Straight Connector 1">
            <a:extLst>
              <a:ext uri="{FF2B5EF4-FFF2-40B4-BE49-F238E27FC236}">
                <a16:creationId xmlns:a16="http://schemas.microsoft.com/office/drawing/2014/main" id="{CB39B08A-ECE2-4227-9C28-F7B2B5130AFA}"/>
              </a:ext>
            </a:extLst>
          </p:cNvPr>
          <p:cNvSpPr>
            <a:spLocks noGrp="1"/>
          </p:cNvSpPr>
          <p:nvPr/>
        </p:nvSpPr>
        <p:spPr>
          <a:xfrm>
            <a:off x="12763500" y="6285706"/>
            <a:ext cx="11050524" cy="0"/>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7" name="Title 1">
            <a:extLst>
              <a:ext uri="{FF2B5EF4-FFF2-40B4-BE49-F238E27FC236}">
                <a16:creationId xmlns:a16="http://schemas.microsoft.com/office/drawing/2014/main" id="{2FD89A00-A4D6-01CC-82BF-001A1713FD38}"/>
              </a:ext>
            </a:extLst>
          </p:cNvPr>
          <p:cNvSpPr>
            <a:spLocks noGrp="1"/>
          </p:cNvSpPr>
          <p:nvPr>
            <p:ph type="title"/>
          </p:nvPr>
        </p:nvSpPr>
        <p:spPr>
          <a:xfrm>
            <a:off x="537972" y="396574"/>
            <a:ext cx="11050589" cy="4746926"/>
          </a:xfrm>
        </p:spPr>
        <p:txBody>
          <a:bodyPr rIns="457200"/>
          <a:lstStyle>
            <a:lvl1pPr>
              <a:lnSpc>
                <a:spcPct val="100000"/>
              </a:lnSpc>
              <a:buNone/>
              <a:defRPr>
                <a:solidFill>
                  <a:schemeClr val="tx1"/>
                </a:solidFill>
              </a:defRPr>
            </a:lvl1pPr>
          </a:lstStyle>
          <a:p>
            <a:r>
              <a:t>Click to edit Master title style</a:t>
            </a:r>
          </a:p>
        </p:txBody>
      </p:sp>
      <p:sp>
        <p:nvSpPr>
          <p:cNvPr id="6" name="Rectangle 5">
            <a:extLst>
              <a:ext uri="{FF2B5EF4-FFF2-40B4-BE49-F238E27FC236}">
                <a16:creationId xmlns:a16="http://schemas.microsoft.com/office/drawing/2014/main" id="{7B1B157F-48D2-CE86-3AD4-426F74A6E636}"/>
              </a:ext>
            </a:extLst>
          </p:cNvPr>
          <p:cNvSpPr>
            <a:spLocks noGrp="1"/>
          </p:cNvSpPr>
          <p:nvPr/>
        </p:nvSpPr>
        <p:spPr>
          <a:xfrm>
            <a:off x="0" y="13075920"/>
            <a:ext cx="24387175" cy="640080"/>
          </a:xfrm>
          <a:prstGeom prst="rect">
            <a:avLst/>
          </a:prstGeom>
          <a:solidFill>
            <a:srgbClr val="F4F4F4"/>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8" name="Footer Placeholder 3">
            <a:extLst>
              <a:ext uri="{FF2B5EF4-FFF2-40B4-BE49-F238E27FC236}">
                <a16:creationId xmlns:a16="http://schemas.microsoft.com/office/drawing/2014/main" id="{9D364663-789C-2D23-723F-28B508875541}"/>
              </a:ext>
            </a:extLst>
          </p:cNvPr>
          <p:cNvSpPr>
            <a:spLocks noGrp="1"/>
          </p:cNvSpPr>
          <p:nvPr>
            <p:ph type="ftr" idx="13"/>
          </p:nvPr>
        </p:nvSpPr>
        <p:spPr>
          <a:xfrm>
            <a:off x="568324" y="13272850"/>
            <a:ext cx="4956176" cy="246221"/>
          </a:xfrm>
        </p:spPr>
        <p:txBody>
          <a:bodyPr/>
          <a:lstStyle>
            <a:lvl1pPr>
              <a:buNone/>
              <a:defRPr>
                <a:solidFill>
                  <a:schemeClr val="tx1"/>
                </a:solidFill>
              </a:defRPr>
            </a:lvl1pPr>
          </a:lstStyle>
          <a:p>
            <a:r>
              <a:t>IBM TechXchange | © 2026 IBM Corporation</a:t>
            </a:r>
          </a:p>
        </p:txBody>
      </p:sp>
      <p:sp>
        <p:nvSpPr>
          <p:cNvPr id="11" name="Slide Number Placeholder 4">
            <a:extLst>
              <a:ext uri="{FF2B5EF4-FFF2-40B4-BE49-F238E27FC236}">
                <a16:creationId xmlns:a16="http://schemas.microsoft.com/office/drawing/2014/main" id="{ED6EC64E-DFB7-67AD-BC4C-F593952C2C89}"/>
              </a:ext>
            </a:extLst>
          </p:cNvPr>
          <p:cNvSpPr>
            <a:spLocks noGrp="1"/>
          </p:cNvSpPr>
          <p:nvPr>
            <p:ph type="sldNum" idx="14"/>
          </p:nvPr>
        </p:nvSpPr>
        <p:spPr>
          <a:xfrm>
            <a:off x="23541592" y="13272850"/>
            <a:ext cx="270908" cy="246221"/>
          </a:xfrm>
        </p:spPr>
        <p:txBody>
          <a:bodyPr/>
          <a:lstStyle>
            <a:lvl1pPr>
              <a:buNone/>
              <a:defRPr>
                <a:solidFill>
                  <a:schemeClr val="tx1"/>
                </a:solidFill>
              </a:defRPr>
            </a:lvl1pPr>
          </a:lstStyle>
          <a:p>
            <a:fld id="{86CB4B4D-7CA3-9044-876B-883B54F8677D}" type="slidenum">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pictograms, 4 columns plain">
    <p:bg>
      <p:bgPr>
        <a:solidFill>
          <a:srgbClr val="F4F4F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37972" y="396575"/>
            <a:ext cx="11050589" cy="3032426"/>
          </a:xfrm>
        </p:spPr>
        <p:txBody>
          <a:bodyPr rIns="457200"/>
          <a:lstStyle>
            <a:lvl1pPr>
              <a:lnSpc>
                <a:spcPct val="100000"/>
              </a:lnSpc>
              <a:buNone/>
              <a:defRPr>
                <a:solidFill>
                  <a:schemeClr val="tx1"/>
                </a:solidFill>
              </a:defRPr>
            </a:lvl1pPr>
          </a:lstStyle>
          <a:p>
            <a:r>
              <a:t>Click to edit Master title style</a:t>
            </a:r>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idx="11"/>
          </p:nvPr>
        </p:nvSpPr>
        <p:spPr>
          <a:xfrm>
            <a:off x="576072" y="6782093"/>
            <a:ext cx="4949825" cy="5214646"/>
          </a:xfrm>
        </p:spPr>
        <p:txBody>
          <a:bodyPr/>
          <a:lstStyle>
            <a:lvl1pPr>
              <a:spcBef>
                <a:spcPts val="0"/>
              </a:spcBef>
              <a:buNone/>
              <a:defRPr sz="3600">
                <a:solidFill>
                  <a:schemeClr val="tx1"/>
                </a:solidFill>
              </a:defRPr>
            </a:lvl1pPr>
            <a:lvl2pPr marL="256032" indent="-256032">
              <a:spcBef>
                <a:spcPts val="0"/>
              </a:spcBef>
              <a:buNone/>
              <a:defRPr sz="3600">
                <a:solidFill>
                  <a:schemeClr val="tx1"/>
                </a:solidFill>
              </a:defRPr>
            </a:lvl2pPr>
            <a:lvl3pPr marL="512064" indent="-256032">
              <a:spcBef>
                <a:spcPts val="0"/>
              </a:spcBef>
              <a:buNone/>
              <a:defRPr sz="3600">
                <a:solidFill>
                  <a:schemeClr val="tx1"/>
                </a:solidFill>
              </a:defRPr>
            </a:lvl3pPr>
            <a:lvl4pPr marL="768096" indent="-256032">
              <a:spcBef>
                <a:spcPts val="0"/>
              </a:spcBef>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idx="12"/>
          </p:nvPr>
        </p:nvSpPr>
        <p:spPr>
          <a:xfrm>
            <a:off x="6669591" y="6782093"/>
            <a:ext cx="4949825" cy="5214646"/>
          </a:xfrm>
        </p:spPr>
        <p:txBody>
          <a:bodyPr/>
          <a:lstStyle>
            <a:lvl1pPr>
              <a:spcBef>
                <a:spcPts val="0"/>
              </a:spcBef>
              <a:buNone/>
              <a:defRPr sz="3600">
                <a:solidFill>
                  <a:schemeClr val="tx1"/>
                </a:solidFill>
              </a:defRPr>
            </a:lvl1pPr>
            <a:lvl2pPr marL="256032" indent="-256032">
              <a:spcBef>
                <a:spcPts val="0"/>
              </a:spcBef>
              <a:buNone/>
              <a:defRPr sz="3600">
                <a:solidFill>
                  <a:schemeClr val="tx1"/>
                </a:solidFill>
              </a:defRPr>
            </a:lvl2pPr>
            <a:lvl3pPr marL="512064" indent="-256032">
              <a:spcBef>
                <a:spcPts val="0"/>
              </a:spcBef>
              <a:buNone/>
              <a:defRPr sz="3600">
                <a:solidFill>
                  <a:schemeClr val="tx1"/>
                </a:solidFill>
              </a:defRPr>
            </a:lvl3pPr>
            <a:lvl4pPr marL="768096" indent="-256032">
              <a:spcBef>
                <a:spcPts val="0"/>
              </a:spcBef>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idx="13"/>
          </p:nvPr>
        </p:nvSpPr>
        <p:spPr>
          <a:xfrm>
            <a:off x="12767760" y="6782093"/>
            <a:ext cx="4949825" cy="5214646"/>
          </a:xfrm>
        </p:spPr>
        <p:txBody>
          <a:bodyPr/>
          <a:lstStyle>
            <a:lvl1pPr>
              <a:spcBef>
                <a:spcPts val="0"/>
              </a:spcBef>
              <a:buNone/>
              <a:defRPr sz="3600">
                <a:solidFill>
                  <a:schemeClr val="tx1"/>
                </a:solidFill>
              </a:defRPr>
            </a:lvl1pPr>
            <a:lvl2pPr marL="256032" indent="-256032">
              <a:spcBef>
                <a:spcPts val="0"/>
              </a:spcBef>
              <a:buNone/>
              <a:defRPr sz="3600">
                <a:solidFill>
                  <a:schemeClr val="tx1"/>
                </a:solidFill>
              </a:defRPr>
            </a:lvl2pPr>
            <a:lvl3pPr marL="512064" indent="-256032">
              <a:spcBef>
                <a:spcPts val="0"/>
              </a:spcBef>
              <a:buNone/>
              <a:defRPr sz="3600">
                <a:solidFill>
                  <a:schemeClr val="tx1"/>
                </a:solidFill>
              </a:defRPr>
            </a:lvl3pPr>
            <a:lvl4pPr marL="768096" indent="-256032">
              <a:spcBef>
                <a:spcPts val="0"/>
              </a:spcBef>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idx="14"/>
          </p:nvPr>
        </p:nvSpPr>
        <p:spPr>
          <a:xfrm>
            <a:off x="18859500" y="6782093"/>
            <a:ext cx="4949825" cy="5214646"/>
          </a:xfrm>
        </p:spPr>
        <p:txBody>
          <a:bodyPr/>
          <a:lstStyle>
            <a:lvl1pPr>
              <a:spcBef>
                <a:spcPts val="0"/>
              </a:spcBef>
              <a:buNone/>
              <a:defRPr sz="3600">
                <a:solidFill>
                  <a:schemeClr val="tx1"/>
                </a:solidFill>
              </a:defRPr>
            </a:lvl1pPr>
            <a:lvl2pPr marL="256032" indent="-256032">
              <a:spcBef>
                <a:spcPts val="0"/>
              </a:spcBef>
              <a:buNone/>
              <a:defRPr sz="3600">
                <a:solidFill>
                  <a:schemeClr val="tx1"/>
                </a:solidFill>
              </a:defRPr>
            </a:lvl2pPr>
            <a:lvl3pPr marL="512064" indent="-256032">
              <a:spcBef>
                <a:spcPts val="0"/>
              </a:spcBef>
              <a:buNone/>
              <a:defRPr sz="3600">
                <a:solidFill>
                  <a:schemeClr val="tx1"/>
                </a:solidFill>
              </a:defRPr>
            </a:lvl3pPr>
            <a:lvl4pPr marL="768096" indent="-256032">
              <a:spcBef>
                <a:spcPts val="0"/>
              </a:spcBef>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0" name="Picture Placeholder 12">
            <a:extLst>
              <a:ext uri="{FF2B5EF4-FFF2-40B4-BE49-F238E27FC236}">
                <a16:creationId xmlns:a16="http://schemas.microsoft.com/office/drawing/2014/main" id="{229F0A3E-56B4-C089-C20B-6B33FC69B856}"/>
              </a:ext>
            </a:extLst>
          </p:cNvPr>
          <p:cNvSpPr>
            <a:spLocks noGrp="1"/>
          </p:cNvSpPr>
          <p:nvPr>
            <p:ph type="pic" idx="17" hasCustomPrompt="1"/>
          </p:nvPr>
        </p:nvSpPr>
        <p:spPr>
          <a:xfrm>
            <a:off x="576072" y="4880140"/>
            <a:ext cx="1216152" cy="1216152"/>
          </a:xfrm>
        </p:spPr>
        <p:txBody>
          <a:bodyPr anchor="ctr"/>
          <a:lstStyle>
            <a:lvl1pPr algn="ctr">
              <a:buNone/>
              <a:defRPr sz="1600"/>
            </a:lvl1pPr>
          </a:lstStyle>
          <a:p>
            <a:r>
              <a:t>Pictogram</a:t>
            </a:r>
          </a:p>
        </p:txBody>
      </p:sp>
      <p:sp>
        <p:nvSpPr>
          <p:cNvPr id="15" name="Picture Placeholder 12">
            <a:extLst>
              <a:ext uri="{FF2B5EF4-FFF2-40B4-BE49-F238E27FC236}">
                <a16:creationId xmlns:a16="http://schemas.microsoft.com/office/drawing/2014/main" id="{D9CE9053-2DD6-966F-8843-B50FBF7C7C97}"/>
              </a:ext>
            </a:extLst>
          </p:cNvPr>
          <p:cNvSpPr>
            <a:spLocks noGrp="1"/>
          </p:cNvSpPr>
          <p:nvPr>
            <p:ph type="pic" idx="18" hasCustomPrompt="1"/>
          </p:nvPr>
        </p:nvSpPr>
        <p:spPr>
          <a:xfrm>
            <a:off x="6669591" y="4880140"/>
            <a:ext cx="1216152" cy="1216152"/>
          </a:xfrm>
        </p:spPr>
        <p:txBody>
          <a:bodyPr anchor="ctr"/>
          <a:lstStyle>
            <a:lvl1pPr algn="ctr">
              <a:buNone/>
              <a:defRPr sz="1600"/>
            </a:lvl1pPr>
          </a:lstStyle>
          <a:p>
            <a:r>
              <a:t>Pictogram</a:t>
            </a:r>
          </a:p>
        </p:txBody>
      </p:sp>
      <p:sp>
        <p:nvSpPr>
          <p:cNvPr id="16" name="Picture Placeholder 12">
            <a:extLst>
              <a:ext uri="{FF2B5EF4-FFF2-40B4-BE49-F238E27FC236}">
                <a16:creationId xmlns:a16="http://schemas.microsoft.com/office/drawing/2014/main" id="{29DB6E44-F962-A27A-53E2-9736F1F7CE60}"/>
              </a:ext>
            </a:extLst>
          </p:cNvPr>
          <p:cNvSpPr>
            <a:spLocks noGrp="1"/>
          </p:cNvSpPr>
          <p:nvPr>
            <p:ph type="pic" idx="19" hasCustomPrompt="1"/>
          </p:nvPr>
        </p:nvSpPr>
        <p:spPr>
          <a:xfrm>
            <a:off x="12767760" y="4880140"/>
            <a:ext cx="1216152" cy="1216152"/>
          </a:xfrm>
        </p:spPr>
        <p:txBody>
          <a:bodyPr anchor="ctr"/>
          <a:lstStyle>
            <a:lvl1pPr algn="ctr">
              <a:buNone/>
              <a:defRPr sz="1600"/>
            </a:lvl1pPr>
          </a:lstStyle>
          <a:p>
            <a:r>
              <a:t>Pictogram</a:t>
            </a:r>
          </a:p>
        </p:txBody>
      </p:sp>
      <p:sp>
        <p:nvSpPr>
          <p:cNvPr id="17" name="Picture Placeholder 12">
            <a:extLst>
              <a:ext uri="{FF2B5EF4-FFF2-40B4-BE49-F238E27FC236}">
                <a16:creationId xmlns:a16="http://schemas.microsoft.com/office/drawing/2014/main" id="{7F43B7C7-FC2D-A79E-9E4C-CAB7C1D5F693}"/>
              </a:ext>
            </a:extLst>
          </p:cNvPr>
          <p:cNvSpPr>
            <a:spLocks noGrp="1"/>
          </p:cNvSpPr>
          <p:nvPr>
            <p:ph type="pic" idx="20" hasCustomPrompt="1"/>
          </p:nvPr>
        </p:nvSpPr>
        <p:spPr>
          <a:xfrm>
            <a:off x="18859500" y="4880140"/>
            <a:ext cx="1216152" cy="1216152"/>
          </a:xfrm>
        </p:spPr>
        <p:txBody>
          <a:bodyPr anchor="ctr"/>
          <a:lstStyle>
            <a:lvl1pPr algn="ctr">
              <a:buNone/>
              <a:defRPr sz="1600"/>
            </a:lvl1pPr>
          </a:lstStyle>
          <a:p>
            <a:r>
              <a:t>Pictogram</a:t>
            </a:r>
          </a:p>
        </p:txBody>
      </p:sp>
      <p:sp>
        <p:nvSpPr>
          <p:cNvPr id="5" name="Rectangle 4">
            <a:extLst>
              <a:ext uri="{FF2B5EF4-FFF2-40B4-BE49-F238E27FC236}">
                <a16:creationId xmlns:a16="http://schemas.microsoft.com/office/drawing/2014/main" id="{223EFD07-1A14-3284-0AF4-8CCE57DD9DA4}"/>
              </a:ext>
            </a:extLst>
          </p:cNvPr>
          <p:cNvSpPr>
            <a:spLocks noGrp="1"/>
          </p:cNvSpPr>
          <p:nvPr/>
        </p:nvSpPr>
        <p:spPr>
          <a:xfrm>
            <a:off x="0" y="13075920"/>
            <a:ext cx="24387175" cy="640080"/>
          </a:xfrm>
          <a:prstGeom prst="rect">
            <a:avLst/>
          </a:prstGeom>
          <a:solidFill>
            <a:srgbClr val="F4F4F4"/>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6" name="Footer Placeholder 3">
            <a:extLst>
              <a:ext uri="{FF2B5EF4-FFF2-40B4-BE49-F238E27FC236}">
                <a16:creationId xmlns:a16="http://schemas.microsoft.com/office/drawing/2014/main" id="{5B053D67-5484-CC9C-4955-884084677E32}"/>
              </a:ext>
            </a:extLst>
          </p:cNvPr>
          <p:cNvSpPr>
            <a:spLocks noGrp="1"/>
          </p:cNvSpPr>
          <p:nvPr>
            <p:ph type="ftr" idx="21"/>
          </p:nvPr>
        </p:nvSpPr>
        <p:spPr>
          <a:xfrm>
            <a:off x="568324" y="13272850"/>
            <a:ext cx="4956176" cy="246221"/>
          </a:xfrm>
        </p:spPr>
        <p:txBody>
          <a:bodyPr/>
          <a:lstStyle>
            <a:lvl1pPr>
              <a:buNone/>
              <a:defRPr>
                <a:solidFill>
                  <a:schemeClr val="tx1"/>
                </a:solidFill>
              </a:defRPr>
            </a:lvl1pPr>
          </a:lstStyle>
          <a:p>
            <a:r>
              <a:t>IBM TechXchange | © 2026 IBM Corporation</a:t>
            </a:r>
          </a:p>
        </p:txBody>
      </p:sp>
      <p:sp>
        <p:nvSpPr>
          <p:cNvPr id="7" name="Slide Number Placeholder 4">
            <a:extLst>
              <a:ext uri="{FF2B5EF4-FFF2-40B4-BE49-F238E27FC236}">
                <a16:creationId xmlns:a16="http://schemas.microsoft.com/office/drawing/2014/main" id="{62CA49D2-83E0-766B-32BE-EFCC1E0B4049}"/>
              </a:ext>
            </a:extLst>
          </p:cNvPr>
          <p:cNvSpPr>
            <a:spLocks noGrp="1"/>
          </p:cNvSpPr>
          <p:nvPr>
            <p:ph type="sldNum" idx="22"/>
          </p:nvPr>
        </p:nvSpPr>
        <p:spPr>
          <a:xfrm>
            <a:off x="23541592" y="13272850"/>
            <a:ext cx="270908" cy="246221"/>
          </a:xfrm>
        </p:spPr>
        <p:txBody>
          <a:bodyPr/>
          <a:lstStyle>
            <a:lvl1pPr>
              <a:buNone/>
              <a:defRPr>
                <a:solidFill>
                  <a:schemeClr val="tx1"/>
                </a:solidFill>
              </a:defRPr>
            </a:lvl1pPr>
          </a:lstStyle>
          <a:p>
            <a:fld id="{86CB4B4D-7CA3-9044-876B-883B54F8677D}" type="slidenum">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section, icons, 4 columns">
    <p:bg>
      <p:bgPr>
        <a:solidFill>
          <a:srgbClr val="F4F4F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37972" y="396575"/>
            <a:ext cx="11050589" cy="3032426"/>
          </a:xfrm>
        </p:spPr>
        <p:txBody>
          <a:bodyPr rIns="457200"/>
          <a:lstStyle>
            <a:lvl1pPr>
              <a:lnSpc>
                <a:spcPct val="100000"/>
              </a:lnSpc>
              <a:buNone/>
              <a:defRPr>
                <a:solidFill>
                  <a:schemeClr val="tx1"/>
                </a:solidFill>
              </a:defRPr>
            </a:lvl1pPr>
          </a:lstStyle>
          <a:p>
            <a:r>
              <a:t>Click to edit Master title style</a:t>
            </a:r>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idx="11"/>
          </p:nvPr>
        </p:nvSpPr>
        <p:spPr>
          <a:xfrm>
            <a:off x="576072" y="6236677"/>
            <a:ext cx="4949825" cy="5760061"/>
          </a:xfrm>
        </p:spPr>
        <p:txBody>
          <a:bodyPr/>
          <a:lstStyle>
            <a:lvl1pPr>
              <a:spcBef>
                <a:spcPts val="0"/>
              </a:spcBef>
              <a:buNone/>
              <a:defRPr sz="3600">
                <a:solidFill>
                  <a:schemeClr val="tx1"/>
                </a:solidFill>
              </a:defRPr>
            </a:lvl1pPr>
            <a:lvl2pPr marL="256032" indent="-256032">
              <a:spcBef>
                <a:spcPts val="0"/>
              </a:spcBef>
              <a:buNone/>
              <a:defRPr sz="3600">
                <a:solidFill>
                  <a:schemeClr val="tx1"/>
                </a:solidFill>
              </a:defRPr>
            </a:lvl2pPr>
            <a:lvl3pPr marL="512064" indent="-256032">
              <a:spcBef>
                <a:spcPts val="0"/>
              </a:spcBef>
              <a:buNone/>
              <a:defRPr sz="3600">
                <a:solidFill>
                  <a:schemeClr val="tx1"/>
                </a:solidFill>
              </a:defRPr>
            </a:lvl3pPr>
            <a:lvl4pPr marL="768096" indent="-256032">
              <a:spcBef>
                <a:spcPts val="0"/>
              </a:spcBef>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idx="12"/>
          </p:nvPr>
        </p:nvSpPr>
        <p:spPr>
          <a:xfrm>
            <a:off x="6669591" y="6236677"/>
            <a:ext cx="4949825" cy="5760061"/>
          </a:xfrm>
        </p:spPr>
        <p:txBody>
          <a:bodyPr/>
          <a:lstStyle>
            <a:lvl1pPr>
              <a:spcBef>
                <a:spcPts val="0"/>
              </a:spcBef>
              <a:buNone/>
              <a:defRPr sz="3600">
                <a:solidFill>
                  <a:schemeClr val="tx1"/>
                </a:solidFill>
              </a:defRPr>
            </a:lvl1pPr>
            <a:lvl2pPr marL="256032" indent="-256032">
              <a:spcBef>
                <a:spcPts val="0"/>
              </a:spcBef>
              <a:buNone/>
              <a:defRPr sz="3600">
                <a:solidFill>
                  <a:schemeClr val="tx1"/>
                </a:solidFill>
              </a:defRPr>
            </a:lvl2pPr>
            <a:lvl3pPr marL="512064" indent="-256032">
              <a:spcBef>
                <a:spcPts val="0"/>
              </a:spcBef>
              <a:buNone/>
              <a:defRPr sz="3600">
                <a:solidFill>
                  <a:schemeClr val="tx1"/>
                </a:solidFill>
              </a:defRPr>
            </a:lvl3pPr>
            <a:lvl4pPr marL="768096" indent="-256032">
              <a:spcBef>
                <a:spcPts val="0"/>
              </a:spcBef>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idx="13"/>
          </p:nvPr>
        </p:nvSpPr>
        <p:spPr>
          <a:xfrm>
            <a:off x="12767760" y="6236677"/>
            <a:ext cx="4949825" cy="5760061"/>
          </a:xfrm>
        </p:spPr>
        <p:txBody>
          <a:bodyPr/>
          <a:lstStyle>
            <a:lvl1pPr>
              <a:spcBef>
                <a:spcPts val="0"/>
              </a:spcBef>
              <a:buNone/>
              <a:defRPr sz="3600">
                <a:solidFill>
                  <a:schemeClr val="tx1"/>
                </a:solidFill>
              </a:defRPr>
            </a:lvl1pPr>
            <a:lvl2pPr marL="256032" indent="-256032">
              <a:spcBef>
                <a:spcPts val="0"/>
              </a:spcBef>
              <a:buNone/>
              <a:defRPr sz="3600">
                <a:solidFill>
                  <a:schemeClr val="tx1"/>
                </a:solidFill>
              </a:defRPr>
            </a:lvl2pPr>
            <a:lvl3pPr marL="512064" indent="-256032">
              <a:spcBef>
                <a:spcPts val="0"/>
              </a:spcBef>
              <a:buNone/>
              <a:defRPr sz="3600">
                <a:solidFill>
                  <a:schemeClr val="tx1"/>
                </a:solidFill>
              </a:defRPr>
            </a:lvl3pPr>
            <a:lvl4pPr marL="768096" indent="-256032">
              <a:spcBef>
                <a:spcPts val="0"/>
              </a:spcBef>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idx="14"/>
          </p:nvPr>
        </p:nvSpPr>
        <p:spPr>
          <a:xfrm>
            <a:off x="18859500" y="6236677"/>
            <a:ext cx="4949825" cy="5760061"/>
          </a:xfrm>
        </p:spPr>
        <p:txBody>
          <a:bodyPr/>
          <a:lstStyle>
            <a:lvl1pPr>
              <a:spcBef>
                <a:spcPts val="0"/>
              </a:spcBef>
              <a:buNone/>
              <a:defRPr sz="3600">
                <a:solidFill>
                  <a:schemeClr val="tx1"/>
                </a:solidFill>
              </a:defRPr>
            </a:lvl1pPr>
            <a:lvl2pPr marL="256032" indent="-256032">
              <a:spcBef>
                <a:spcPts val="0"/>
              </a:spcBef>
              <a:buNone/>
              <a:defRPr sz="3600">
                <a:solidFill>
                  <a:schemeClr val="tx1"/>
                </a:solidFill>
              </a:defRPr>
            </a:lvl2pPr>
            <a:lvl3pPr marL="512064" indent="-256032">
              <a:spcBef>
                <a:spcPts val="0"/>
              </a:spcBef>
              <a:buNone/>
              <a:defRPr sz="3600">
                <a:solidFill>
                  <a:schemeClr val="tx1"/>
                </a:solidFill>
              </a:defRPr>
            </a:lvl3pPr>
            <a:lvl4pPr marL="768096" indent="-256032">
              <a:spcBef>
                <a:spcPts val="0"/>
              </a:spcBef>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3" name="Straight Connector 2">
            <a:extLst>
              <a:ext uri="{FF2B5EF4-FFF2-40B4-BE49-F238E27FC236}">
                <a16:creationId xmlns:a16="http://schemas.microsoft.com/office/drawing/2014/main" id="{DE1DE2B3-8FA3-4188-9506-D2BA3598B3E1}"/>
              </a:ext>
            </a:extLst>
          </p:cNvPr>
          <p:cNvSpPr>
            <a:spLocks noGrp="1"/>
          </p:cNvSpPr>
          <p:nvPr/>
        </p:nvSpPr>
        <p:spPr>
          <a:xfrm>
            <a:off x="6096000" y="5649438"/>
            <a:ext cx="0" cy="6315249"/>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6" name="Straight Connector 5">
            <a:extLst>
              <a:ext uri="{FF2B5EF4-FFF2-40B4-BE49-F238E27FC236}">
                <a16:creationId xmlns:a16="http://schemas.microsoft.com/office/drawing/2014/main" id="{DBDB2761-AA22-439B-B46D-7743C39C2862}"/>
              </a:ext>
            </a:extLst>
          </p:cNvPr>
          <p:cNvSpPr>
            <a:spLocks noGrp="1"/>
          </p:cNvSpPr>
          <p:nvPr/>
        </p:nvSpPr>
        <p:spPr>
          <a:xfrm>
            <a:off x="12188952" y="5652717"/>
            <a:ext cx="0" cy="6336961"/>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7" name="Straight Connector 6">
            <a:extLst>
              <a:ext uri="{FF2B5EF4-FFF2-40B4-BE49-F238E27FC236}">
                <a16:creationId xmlns:a16="http://schemas.microsoft.com/office/drawing/2014/main" id="{E3380D18-09B0-40E2-B4C4-43F813BC9F4A}"/>
              </a:ext>
            </a:extLst>
          </p:cNvPr>
          <p:cNvSpPr>
            <a:spLocks noGrp="1"/>
          </p:cNvSpPr>
          <p:nvPr/>
        </p:nvSpPr>
        <p:spPr>
          <a:xfrm>
            <a:off x="18288000" y="5649438"/>
            <a:ext cx="0" cy="6312969"/>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8" name="Rectangle 7">
            <a:extLst>
              <a:ext uri="{FF2B5EF4-FFF2-40B4-BE49-F238E27FC236}">
                <a16:creationId xmlns:a16="http://schemas.microsoft.com/office/drawing/2014/main" id="{C11E8071-6811-0367-56F9-C3CD49C3B478}"/>
              </a:ext>
            </a:extLst>
          </p:cNvPr>
          <p:cNvSpPr>
            <a:spLocks noGrp="1"/>
          </p:cNvSpPr>
          <p:nvPr/>
        </p:nvSpPr>
        <p:spPr>
          <a:xfrm>
            <a:off x="0" y="13075920"/>
            <a:ext cx="24387175" cy="640080"/>
          </a:xfrm>
          <a:prstGeom prst="rect">
            <a:avLst/>
          </a:prstGeom>
          <a:solidFill>
            <a:srgbClr val="F4F4F4"/>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10" name="Footer Placeholder 3">
            <a:extLst>
              <a:ext uri="{FF2B5EF4-FFF2-40B4-BE49-F238E27FC236}">
                <a16:creationId xmlns:a16="http://schemas.microsoft.com/office/drawing/2014/main" id="{75FF8FBD-0F6C-991C-9D0B-BF3B7DEF23A5}"/>
              </a:ext>
            </a:extLst>
          </p:cNvPr>
          <p:cNvSpPr>
            <a:spLocks noGrp="1"/>
          </p:cNvSpPr>
          <p:nvPr>
            <p:ph type="ftr" idx="15"/>
          </p:nvPr>
        </p:nvSpPr>
        <p:spPr>
          <a:xfrm>
            <a:off x="568324" y="13272850"/>
            <a:ext cx="4956176" cy="246221"/>
          </a:xfrm>
        </p:spPr>
        <p:txBody>
          <a:bodyPr/>
          <a:lstStyle>
            <a:lvl1pPr>
              <a:buNone/>
              <a:defRPr>
                <a:solidFill>
                  <a:schemeClr val="tx1"/>
                </a:solidFill>
              </a:defRPr>
            </a:lvl1pPr>
          </a:lstStyle>
          <a:p>
            <a:r>
              <a:t>IBM TechXchange | © 2026 IBM Corporation</a:t>
            </a:r>
          </a:p>
        </p:txBody>
      </p:sp>
      <p:sp>
        <p:nvSpPr>
          <p:cNvPr id="16" name="Slide Number Placeholder 4">
            <a:extLst>
              <a:ext uri="{FF2B5EF4-FFF2-40B4-BE49-F238E27FC236}">
                <a16:creationId xmlns:a16="http://schemas.microsoft.com/office/drawing/2014/main" id="{A2EF5925-61D7-1848-BED9-8D1A66580F48}"/>
              </a:ext>
            </a:extLst>
          </p:cNvPr>
          <p:cNvSpPr>
            <a:spLocks noGrp="1"/>
          </p:cNvSpPr>
          <p:nvPr>
            <p:ph type="sldNum" idx="16"/>
          </p:nvPr>
        </p:nvSpPr>
        <p:spPr>
          <a:xfrm>
            <a:off x="23541592" y="13272850"/>
            <a:ext cx="270908" cy="246221"/>
          </a:xfrm>
        </p:spPr>
        <p:txBody>
          <a:bodyPr/>
          <a:lstStyle>
            <a:lvl1pPr>
              <a:buNone/>
              <a:defRPr>
                <a:solidFill>
                  <a:schemeClr val="tx1"/>
                </a:solidFill>
              </a:defRPr>
            </a:lvl1pPr>
          </a:lstStyle>
          <a:p>
            <a:fld id="{86CB4B4D-7CA3-9044-876B-883B54F8677D}" type="slidenum">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section, 6 items">
    <p:bg>
      <p:bgPr>
        <a:solidFill>
          <a:srgbClr val="F4F4F4"/>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A71C2BF-857E-B291-7D82-5920AF4A5278}"/>
              </a:ext>
            </a:extLst>
          </p:cNvPr>
          <p:cNvSpPr>
            <a:spLocks noGrp="1"/>
          </p:cNvSpPr>
          <p:nvPr>
            <p:ph type="body" idx="11"/>
          </p:nvPr>
        </p:nvSpPr>
        <p:spPr>
          <a:xfrm>
            <a:off x="576072" y="6782093"/>
            <a:ext cx="4949825" cy="5214646"/>
          </a:xfrm>
        </p:spPr>
        <p:txBody>
          <a:bodyPr/>
          <a:lstStyle>
            <a:lvl1pPr>
              <a:spcBef>
                <a:spcPts val="0"/>
              </a:spcBef>
              <a:spcAft>
                <a:spcPts val="1200"/>
              </a:spcAft>
              <a:buNone/>
              <a:defRPr sz="3600">
                <a:solidFill>
                  <a:schemeClr val="tx1"/>
                </a:solidFill>
              </a:defRPr>
            </a:lvl1pPr>
            <a:lvl2pPr marL="256032" indent="-256032">
              <a:spcBef>
                <a:spcPts val="0"/>
              </a:spcBef>
              <a:spcAft>
                <a:spcPts val="1200"/>
              </a:spcAft>
              <a:buNone/>
              <a:defRPr sz="3600">
                <a:solidFill>
                  <a:schemeClr val="tx1"/>
                </a:solidFill>
              </a:defRPr>
            </a:lvl2pPr>
            <a:lvl3pPr marL="512064" indent="-256032">
              <a:spcBef>
                <a:spcPts val="0"/>
              </a:spcBef>
              <a:spcAft>
                <a:spcPts val="1200"/>
              </a:spcAft>
              <a:buNone/>
              <a:defRPr sz="3600">
                <a:solidFill>
                  <a:schemeClr val="tx1"/>
                </a:solidFill>
              </a:defRPr>
            </a:lvl3pPr>
            <a:lvl4pPr marL="768096" indent="-256032">
              <a:spcBef>
                <a:spcPts val="0"/>
              </a:spcBef>
              <a:spcAft>
                <a:spcPts val="1200"/>
              </a:spcAft>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idx="12"/>
          </p:nvPr>
        </p:nvSpPr>
        <p:spPr>
          <a:xfrm>
            <a:off x="6669591" y="6782093"/>
            <a:ext cx="4949825" cy="5214646"/>
          </a:xfrm>
        </p:spPr>
        <p:txBody>
          <a:bodyPr/>
          <a:lstStyle>
            <a:lvl1pPr>
              <a:spcBef>
                <a:spcPts val="0"/>
              </a:spcBef>
              <a:spcAft>
                <a:spcPts val="1200"/>
              </a:spcAft>
              <a:buNone/>
              <a:defRPr sz="3600">
                <a:solidFill>
                  <a:schemeClr val="tx1"/>
                </a:solidFill>
              </a:defRPr>
            </a:lvl1pPr>
            <a:lvl2pPr marL="256032" indent="-256032">
              <a:spcBef>
                <a:spcPts val="0"/>
              </a:spcBef>
              <a:spcAft>
                <a:spcPts val="1200"/>
              </a:spcAft>
              <a:buNone/>
              <a:defRPr sz="3600">
                <a:solidFill>
                  <a:schemeClr val="tx1"/>
                </a:solidFill>
              </a:defRPr>
            </a:lvl2pPr>
            <a:lvl3pPr marL="512064" indent="-256032">
              <a:spcBef>
                <a:spcPts val="0"/>
              </a:spcBef>
              <a:spcAft>
                <a:spcPts val="1200"/>
              </a:spcAft>
              <a:buNone/>
              <a:defRPr sz="3600">
                <a:solidFill>
                  <a:schemeClr val="tx1"/>
                </a:solidFill>
              </a:defRPr>
            </a:lvl3pPr>
            <a:lvl4pPr marL="768096" indent="-256032">
              <a:spcBef>
                <a:spcPts val="0"/>
              </a:spcBef>
              <a:spcAft>
                <a:spcPts val="1200"/>
              </a:spcAft>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idx="13"/>
          </p:nvPr>
        </p:nvSpPr>
        <p:spPr>
          <a:xfrm>
            <a:off x="12767760" y="6782093"/>
            <a:ext cx="4949825" cy="5214646"/>
          </a:xfrm>
        </p:spPr>
        <p:txBody>
          <a:bodyPr/>
          <a:lstStyle>
            <a:lvl1pPr>
              <a:spcBef>
                <a:spcPts val="0"/>
              </a:spcBef>
              <a:spcAft>
                <a:spcPts val="1200"/>
              </a:spcAft>
              <a:buNone/>
              <a:defRPr sz="3600">
                <a:solidFill>
                  <a:schemeClr val="tx1"/>
                </a:solidFill>
              </a:defRPr>
            </a:lvl1pPr>
            <a:lvl2pPr marL="256032" indent="-256032">
              <a:spcBef>
                <a:spcPts val="0"/>
              </a:spcBef>
              <a:spcAft>
                <a:spcPts val="1200"/>
              </a:spcAft>
              <a:buNone/>
              <a:defRPr sz="3600">
                <a:solidFill>
                  <a:schemeClr val="tx1"/>
                </a:solidFill>
              </a:defRPr>
            </a:lvl2pPr>
            <a:lvl3pPr marL="512064" indent="-256032">
              <a:spcBef>
                <a:spcPts val="0"/>
              </a:spcBef>
              <a:spcAft>
                <a:spcPts val="1200"/>
              </a:spcAft>
              <a:buNone/>
              <a:defRPr sz="3600">
                <a:solidFill>
                  <a:schemeClr val="tx1"/>
                </a:solidFill>
              </a:defRPr>
            </a:lvl3pPr>
            <a:lvl4pPr marL="768096" indent="-256032">
              <a:spcBef>
                <a:spcPts val="0"/>
              </a:spcBef>
              <a:spcAft>
                <a:spcPts val="1200"/>
              </a:spcAft>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idx="14"/>
          </p:nvPr>
        </p:nvSpPr>
        <p:spPr>
          <a:xfrm>
            <a:off x="18859500" y="6782093"/>
            <a:ext cx="4949825" cy="5214646"/>
          </a:xfrm>
        </p:spPr>
        <p:txBody>
          <a:bodyPr/>
          <a:lstStyle>
            <a:lvl1pPr>
              <a:spcBef>
                <a:spcPts val="0"/>
              </a:spcBef>
              <a:spcAft>
                <a:spcPts val="1200"/>
              </a:spcAft>
              <a:buNone/>
              <a:defRPr sz="3600">
                <a:solidFill>
                  <a:schemeClr val="tx1"/>
                </a:solidFill>
              </a:defRPr>
            </a:lvl1pPr>
            <a:lvl2pPr marL="256032" indent="-256032">
              <a:spcBef>
                <a:spcPts val="0"/>
              </a:spcBef>
              <a:spcAft>
                <a:spcPts val="1200"/>
              </a:spcAft>
              <a:buNone/>
              <a:defRPr sz="3600">
                <a:solidFill>
                  <a:schemeClr val="tx1"/>
                </a:solidFill>
              </a:defRPr>
            </a:lvl2pPr>
            <a:lvl3pPr marL="512064" indent="-256032">
              <a:spcBef>
                <a:spcPts val="0"/>
              </a:spcBef>
              <a:spcAft>
                <a:spcPts val="1200"/>
              </a:spcAft>
              <a:buNone/>
              <a:defRPr sz="3600">
                <a:solidFill>
                  <a:schemeClr val="tx1"/>
                </a:solidFill>
              </a:defRPr>
            </a:lvl3pPr>
            <a:lvl4pPr marL="768096" indent="-256032">
              <a:spcBef>
                <a:spcPts val="0"/>
              </a:spcBef>
              <a:spcAft>
                <a:spcPts val="1200"/>
              </a:spcAft>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9" name="Straight Connector 8">
            <a:extLst>
              <a:ext uri="{FF2B5EF4-FFF2-40B4-BE49-F238E27FC236}">
                <a16:creationId xmlns:a16="http://schemas.microsoft.com/office/drawing/2014/main" id="{F75B20B1-F0DB-41B2-965C-E6C46ECB4272}"/>
              </a:ext>
            </a:extLst>
          </p:cNvPr>
          <p:cNvSpPr>
            <a:spLocks noGrp="1"/>
          </p:cNvSpPr>
          <p:nvPr/>
        </p:nvSpPr>
        <p:spPr>
          <a:xfrm>
            <a:off x="12763500" y="6259221"/>
            <a:ext cx="11049000" cy="0"/>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16" name="Straight Connector 15">
            <a:extLst>
              <a:ext uri="{FF2B5EF4-FFF2-40B4-BE49-F238E27FC236}">
                <a16:creationId xmlns:a16="http://schemas.microsoft.com/office/drawing/2014/main" id="{04D200CF-3D3A-401E-8F70-C71BD3053DB1}"/>
              </a:ext>
            </a:extLst>
          </p:cNvPr>
          <p:cNvSpPr>
            <a:spLocks noGrp="1"/>
          </p:cNvSpPr>
          <p:nvPr/>
        </p:nvSpPr>
        <p:spPr>
          <a:xfrm>
            <a:off x="18288000" y="577850"/>
            <a:ext cx="0" cy="11362743"/>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7" name="Text Placeholder 10">
            <a:extLst>
              <a:ext uri="{FF2B5EF4-FFF2-40B4-BE49-F238E27FC236}">
                <a16:creationId xmlns:a16="http://schemas.microsoft.com/office/drawing/2014/main" id="{8222ABE6-8E24-BB5A-724A-A3BF328EA66B}"/>
              </a:ext>
            </a:extLst>
          </p:cNvPr>
          <p:cNvSpPr>
            <a:spLocks noGrp="1"/>
          </p:cNvSpPr>
          <p:nvPr>
            <p:ph type="body" idx="16"/>
          </p:nvPr>
        </p:nvSpPr>
        <p:spPr>
          <a:xfrm>
            <a:off x="12767760" y="490203"/>
            <a:ext cx="4949825" cy="5214646"/>
          </a:xfrm>
        </p:spPr>
        <p:txBody>
          <a:bodyPr/>
          <a:lstStyle>
            <a:lvl1pPr>
              <a:spcBef>
                <a:spcPts val="0"/>
              </a:spcBef>
              <a:spcAft>
                <a:spcPts val="1200"/>
              </a:spcAft>
              <a:buNone/>
              <a:defRPr sz="3600">
                <a:solidFill>
                  <a:schemeClr val="tx1"/>
                </a:solidFill>
              </a:defRPr>
            </a:lvl1pPr>
            <a:lvl2pPr marL="256032" indent="-256032">
              <a:spcBef>
                <a:spcPts val="0"/>
              </a:spcBef>
              <a:spcAft>
                <a:spcPts val="1200"/>
              </a:spcAft>
              <a:buNone/>
              <a:defRPr sz="3600">
                <a:solidFill>
                  <a:schemeClr val="tx1"/>
                </a:solidFill>
              </a:defRPr>
            </a:lvl2pPr>
            <a:lvl3pPr marL="512064" indent="-256032">
              <a:spcBef>
                <a:spcPts val="0"/>
              </a:spcBef>
              <a:spcAft>
                <a:spcPts val="1200"/>
              </a:spcAft>
              <a:buNone/>
              <a:defRPr sz="3600">
                <a:solidFill>
                  <a:schemeClr val="tx1"/>
                </a:solidFill>
              </a:defRPr>
            </a:lvl3pPr>
            <a:lvl4pPr marL="768096" indent="-256032">
              <a:spcBef>
                <a:spcPts val="0"/>
              </a:spcBef>
              <a:spcAft>
                <a:spcPts val="1200"/>
              </a:spcAft>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8" name="Text Placeholder 10">
            <a:extLst>
              <a:ext uri="{FF2B5EF4-FFF2-40B4-BE49-F238E27FC236}">
                <a16:creationId xmlns:a16="http://schemas.microsoft.com/office/drawing/2014/main" id="{49562605-98F6-4E5B-023A-C45650DB486B}"/>
              </a:ext>
            </a:extLst>
          </p:cNvPr>
          <p:cNvSpPr>
            <a:spLocks noGrp="1"/>
          </p:cNvSpPr>
          <p:nvPr>
            <p:ph type="body" idx="17"/>
          </p:nvPr>
        </p:nvSpPr>
        <p:spPr>
          <a:xfrm>
            <a:off x="18859500" y="490203"/>
            <a:ext cx="4949825" cy="5214646"/>
          </a:xfrm>
        </p:spPr>
        <p:txBody>
          <a:bodyPr/>
          <a:lstStyle>
            <a:lvl1pPr>
              <a:spcBef>
                <a:spcPts val="0"/>
              </a:spcBef>
              <a:spcAft>
                <a:spcPts val="1200"/>
              </a:spcAft>
              <a:buNone/>
              <a:defRPr sz="3600">
                <a:solidFill>
                  <a:schemeClr val="tx1"/>
                </a:solidFill>
              </a:defRPr>
            </a:lvl1pPr>
            <a:lvl2pPr marL="256032" indent="-256032">
              <a:spcBef>
                <a:spcPts val="0"/>
              </a:spcBef>
              <a:spcAft>
                <a:spcPts val="1200"/>
              </a:spcAft>
              <a:buNone/>
              <a:defRPr sz="3600">
                <a:solidFill>
                  <a:schemeClr val="tx1"/>
                </a:solidFill>
              </a:defRPr>
            </a:lvl2pPr>
            <a:lvl3pPr marL="512064" indent="-256032">
              <a:spcBef>
                <a:spcPts val="0"/>
              </a:spcBef>
              <a:spcAft>
                <a:spcPts val="1200"/>
              </a:spcAft>
              <a:buNone/>
              <a:defRPr sz="3600">
                <a:solidFill>
                  <a:schemeClr val="tx1"/>
                </a:solidFill>
              </a:defRPr>
            </a:lvl3pPr>
            <a:lvl4pPr marL="768096" indent="-256032">
              <a:spcBef>
                <a:spcPts val="0"/>
              </a:spcBef>
              <a:spcAft>
                <a:spcPts val="1200"/>
              </a:spcAft>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7" name="Title 1">
            <a:extLst>
              <a:ext uri="{FF2B5EF4-FFF2-40B4-BE49-F238E27FC236}">
                <a16:creationId xmlns:a16="http://schemas.microsoft.com/office/drawing/2014/main" id="{5C433850-C77D-7722-6C93-E8FC8E47DCA9}"/>
              </a:ext>
            </a:extLst>
          </p:cNvPr>
          <p:cNvSpPr>
            <a:spLocks noGrp="1"/>
          </p:cNvSpPr>
          <p:nvPr>
            <p:ph type="title"/>
          </p:nvPr>
        </p:nvSpPr>
        <p:spPr>
          <a:xfrm>
            <a:off x="537972" y="396575"/>
            <a:ext cx="11050589" cy="3032426"/>
          </a:xfrm>
        </p:spPr>
        <p:txBody>
          <a:bodyPr rIns="457200"/>
          <a:lstStyle>
            <a:lvl1pPr>
              <a:lnSpc>
                <a:spcPct val="100000"/>
              </a:lnSpc>
              <a:buNone/>
              <a:defRPr>
                <a:solidFill>
                  <a:schemeClr val="tx1"/>
                </a:solidFill>
              </a:defRPr>
            </a:lvl1pPr>
          </a:lstStyle>
          <a:p>
            <a:r>
              <a:t>Click to edit Master title style</a:t>
            </a:r>
          </a:p>
        </p:txBody>
      </p:sp>
      <p:sp>
        <p:nvSpPr>
          <p:cNvPr id="3" name="Straight Connector 2">
            <a:extLst>
              <a:ext uri="{FF2B5EF4-FFF2-40B4-BE49-F238E27FC236}">
                <a16:creationId xmlns:a16="http://schemas.microsoft.com/office/drawing/2014/main" id="{5ADBDEAE-9790-40FF-99F4-6B024EA6E5E2}"/>
              </a:ext>
            </a:extLst>
          </p:cNvPr>
          <p:cNvSpPr>
            <a:spLocks noGrp="1"/>
          </p:cNvSpPr>
          <p:nvPr/>
        </p:nvSpPr>
        <p:spPr>
          <a:xfrm>
            <a:off x="6096000" y="6858000"/>
            <a:ext cx="0" cy="5111452"/>
          </a:xfrm>
          <a:prstGeom prst="line">
            <a:avLst/>
          </a:prstGeom>
          <a:ln w="19050">
            <a:solidFill>
              <a:srgbClr val="8D8D8D"/>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4" name="Straight Connector 3">
            <a:extLst>
              <a:ext uri="{FF2B5EF4-FFF2-40B4-BE49-F238E27FC236}">
                <a16:creationId xmlns:a16="http://schemas.microsoft.com/office/drawing/2014/main" id="{CA244641-B4F8-4787-B184-046E4E085425}"/>
              </a:ext>
            </a:extLst>
          </p:cNvPr>
          <p:cNvSpPr>
            <a:spLocks noGrp="1"/>
          </p:cNvSpPr>
          <p:nvPr/>
        </p:nvSpPr>
        <p:spPr>
          <a:xfrm>
            <a:off x="12188952" y="6860654"/>
            <a:ext cx="0" cy="5129026"/>
          </a:xfrm>
          <a:prstGeom prst="line">
            <a:avLst/>
          </a:prstGeom>
          <a:ln w="19050">
            <a:solidFill>
              <a:srgbClr val="8D8D8D"/>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6" name="Rectangle 5">
            <a:extLst>
              <a:ext uri="{FF2B5EF4-FFF2-40B4-BE49-F238E27FC236}">
                <a16:creationId xmlns:a16="http://schemas.microsoft.com/office/drawing/2014/main" id="{7007A0CA-D0FF-B62E-1CA2-10BF0A6CD89F}"/>
              </a:ext>
            </a:extLst>
          </p:cNvPr>
          <p:cNvSpPr>
            <a:spLocks noGrp="1"/>
          </p:cNvSpPr>
          <p:nvPr/>
        </p:nvSpPr>
        <p:spPr>
          <a:xfrm>
            <a:off x="0" y="13075920"/>
            <a:ext cx="24387175" cy="640080"/>
          </a:xfrm>
          <a:prstGeom prst="rect">
            <a:avLst/>
          </a:prstGeom>
          <a:solidFill>
            <a:srgbClr val="F4F4F4"/>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10" name="Footer Placeholder 3">
            <a:extLst>
              <a:ext uri="{FF2B5EF4-FFF2-40B4-BE49-F238E27FC236}">
                <a16:creationId xmlns:a16="http://schemas.microsoft.com/office/drawing/2014/main" id="{CBAB75BF-F8DE-6830-87D0-4B3571B43AEC}"/>
              </a:ext>
            </a:extLst>
          </p:cNvPr>
          <p:cNvSpPr>
            <a:spLocks noGrp="1"/>
          </p:cNvSpPr>
          <p:nvPr>
            <p:ph type="ftr" idx="18"/>
          </p:nvPr>
        </p:nvSpPr>
        <p:spPr>
          <a:xfrm>
            <a:off x="568324" y="13272850"/>
            <a:ext cx="4956176" cy="246221"/>
          </a:xfrm>
        </p:spPr>
        <p:txBody>
          <a:bodyPr/>
          <a:lstStyle>
            <a:lvl1pPr>
              <a:buNone/>
              <a:defRPr>
                <a:solidFill>
                  <a:schemeClr val="tx1"/>
                </a:solidFill>
              </a:defRPr>
            </a:lvl1pPr>
          </a:lstStyle>
          <a:p>
            <a:r>
              <a:t>IBM TechXchange | © 2026 IBM Corporation</a:t>
            </a:r>
          </a:p>
        </p:txBody>
      </p:sp>
      <p:sp>
        <p:nvSpPr>
          <p:cNvPr id="15" name="Slide Number Placeholder 4">
            <a:extLst>
              <a:ext uri="{FF2B5EF4-FFF2-40B4-BE49-F238E27FC236}">
                <a16:creationId xmlns:a16="http://schemas.microsoft.com/office/drawing/2014/main" id="{225DC29A-7684-739D-6B59-FC56987548D8}"/>
              </a:ext>
            </a:extLst>
          </p:cNvPr>
          <p:cNvSpPr>
            <a:spLocks noGrp="1"/>
          </p:cNvSpPr>
          <p:nvPr>
            <p:ph type="sldNum" idx="19"/>
          </p:nvPr>
        </p:nvSpPr>
        <p:spPr>
          <a:xfrm>
            <a:off x="23541592" y="13272850"/>
            <a:ext cx="270908" cy="246221"/>
          </a:xfrm>
        </p:spPr>
        <p:txBody>
          <a:bodyPr/>
          <a:lstStyle>
            <a:lvl1pPr>
              <a:buNone/>
              <a:defRPr>
                <a:solidFill>
                  <a:schemeClr val="tx1"/>
                </a:solidFill>
              </a:defRPr>
            </a:lvl1pPr>
          </a:lstStyle>
          <a:p>
            <a:fld id="{86CB4B4D-7CA3-9044-876B-883B54F8677D}" type="slidenum">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pictograms, 6 items">
    <p:bg>
      <p:bgPr>
        <a:solidFill>
          <a:srgbClr val="F4F4F4"/>
        </a:solidFill>
        <a:effectLst/>
      </p:bgPr>
    </p:bg>
    <p:spTree>
      <p:nvGrpSpPr>
        <p:cNvPr id="1" name=""/>
        <p:cNvGrpSpPr/>
        <p:nvPr/>
      </p:nvGrpSpPr>
      <p:grpSpPr>
        <a:xfrm>
          <a:off x="0" y="0"/>
          <a:ext cx="0" cy="0"/>
          <a:chOff x="0" y="0"/>
          <a:chExt cx="0" cy="0"/>
        </a:xfrm>
      </p:grpSpPr>
      <p:sp>
        <p:nvSpPr>
          <p:cNvPr id="7" name="Straight Connector 6">
            <a:extLst>
              <a:ext uri="{FF2B5EF4-FFF2-40B4-BE49-F238E27FC236}">
                <a16:creationId xmlns:a16="http://schemas.microsoft.com/office/drawing/2014/main" id="{2259FEDD-DAB6-45B1-86F3-86D8BCFFEE82}"/>
              </a:ext>
            </a:extLst>
          </p:cNvPr>
          <p:cNvSpPr>
            <a:spLocks noGrp="1"/>
          </p:cNvSpPr>
          <p:nvPr/>
        </p:nvSpPr>
        <p:spPr>
          <a:xfrm>
            <a:off x="568325" y="6286716"/>
            <a:ext cx="23244175" cy="0"/>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8" name="Straight Connector 7">
            <a:extLst>
              <a:ext uri="{FF2B5EF4-FFF2-40B4-BE49-F238E27FC236}">
                <a16:creationId xmlns:a16="http://schemas.microsoft.com/office/drawing/2014/main" id="{A22E1E8D-E5C8-4FD0-BAB1-88F856CCCDE8}"/>
              </a:ext>
            </a:extLst>
          </p:cNvPr>
          <p:cNvSpPr>
            <a:spLocks noGrp="1"/>
          </p:cNvSpPr>
          <p:nvPr/>
        </p:nvSpPr>
        <p:spPr>
          <a:xfrm>
            <a:off x="6096000" y="6286716"/>
            <a:ext cx="0" cy="5679732"/>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11" name="Straight Connector 10">
            <a:extLst>
              <a:ext uri="{FF2B5EF4-FFF2-40B4-BE49-F238E27FC236}">
                <a16:creationId xmlns:a16="http://schemas.microsoft.com/office/drawing/2014/main" id="{BC01097B-F5B0-420E-92A7-8B7F903EF4E8}"/>
              </a:ext>
            </a:extLst>
          </p:cNvPr>
          <p:cNvSpPr>
            <a:spLocks noGrp="1"/>
          </p:cNvSpPr>
          <p:nvPr/>
        </p:nvSpPr>
        <p:spPr>
          <a:xfrm>
            <a:off x="12188952" y="583752"/>
            <a:ext cx="0" cy="11405928"/>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12" name="Straight Connector 11">
            <a:extLst>
              <a:ext uri="{FF2B5EF4-FFF2-40B4-BE49-F238E27FC236}">
                <a16:creationId xmlns:a16="http://schemas.microsoft.com/office/drawing/2014/main" id="{BA761F25-AC24-43F7-9657-6FD03E570084}"/>
              </a:ext>
            </a:extLst>
          </p:cNvPr>
          <p:cNvSpPr>
            <a:spLocks noGrp="1"/>
          </p:cNvSpPr>
          <p:nvPr/>
        </p:nvSpPr>
        <p:spPr>
          <a:xfrm>
            <a:off x="18288000" y="577850"/>
            <a:ext cx="0" cy="11362743"/>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17" name="Title 1">
            <a:extLst>
              <a:ext uri="{FF2B5EF4-FFF2-40B4-BE49-F238E27FC236}">
                <a16:creationId xmlns:a16="http://schemas.microsoft.com/office/drawing/2014/main" id="{5C433850-C77D-7722-6C93-E8FC8E47DCA9}"/>
              </a:ext>
            </a:extLst>
          </p:cNvPr>
          <p:cNvSpPr>
            <a:spLocks noGrp="1"/>
          </p:cNvSpPr>
          <p:nvPr>
            <p:ph type="title"/>
          </p:nvPr>
        </p:nvSpPr>
        <p:spPr>
          <a:xfrm>
            <a:off x="537972" y="396575"/>
            <a:ext cx="11050589" cy="3032426"/>
          </a:xfrm>
        </p:spPr>
        <p:txBody>
          <a:bodyPr rIns="457200"/>
          <a:lstStyle>
            <a:lvl1pPr>
              <a:lnSpc>
                <a:spcPct val="100000"/>
              </a:lnSpc>
              <a:buNone/>
              <a:defRPr>
                <a:solidFill>
                  <a:schemeClr val="tx1"/>
                </a:solidFill>
              </a:defRPr>
            </a:lvl1pPr>
          </a:lstStyle>
          <a:p>
            <a:r>
              <a:t>Click to edit Master title style</a:t>
            </a:r>
          </a:p>
        </p:txBody>
      </p:sp>
      <p:sp>
        <p:nvSpPr>
          <p:cNvPr id="10" name="Text Placeholder 4">
            <a:extLst>
              <a:ext uri="{FF2B5EF4-FFF2-40B4-BE49-F238E27FC236}">
                <a16:creationId xmlns:a16="http://schemas.microsoft.com/office/drawing/2014/main" id="{6988CA66-514D-2E7F-1BD4-92DF3C0CAC62}"/>
              </a:ext>
            </a:extLst>
          </p:cNvPr>
          <p:cNvSpPr>
            <a:spLocks noGrp="1"/>
          </p:cNvSpPr>
          <p:nvPr>
            <p:ph type="body" idx="11"/>
          </p:nvPr>
        </p:nvSpPr>
        <p:spPr>
          <a:xfrm>
            <a:off x="12737911" y="2478023"/>
            <a:ext cx="4952999" cy="3252745"/>
          </a:xfrm>
        </p:spPr>
        <p:txBody>
          <a:bodyPr/>
          <a:lstStyle>
            <a:lvl1pPr>
              <a:lnSpc>
                <a:spcPct val="110000"/>
              </a:lnSpc>
              <a:spcBef>
                <a:spcPts val="0"/>
              </a:spcBef>
              <a:buNone/>
              <a:defRPr sz="3600">
                <a:solidFill>
                  <a:schemeClr val="tx1"/>
                </a:solidFill>
              </a:defRPr>
            </a:lvl1pPr>
            <a:lvl2pPr marL="402336" indent="-402336">
              <a:lnSpc>
                <a:spcPct val="110000"/>
              </a:lnSpc>
              <a:spcBef>
                <a:spcPts val="0"/>
              </a:spcBef>
              <a:buNone/>
              <a:defRPr sz="3600">
                <a:solidFill>
                  <a:schemeClr val="tx1"/>
                </a:solidFill>
              </a:defRPr>
            </a:lvl2pPr>
            <a:lvl3pPr marL="804672" indent="-402336">
              <a:lnSpc>
                <a:spcPct val="110000"/>
              </a:lnSpc>
              <a:spcBef>
                <a:spcPts val="0"/>
              </a:spcBef>
              <a:buNone/>
              <a:defRPr sz="3600">
                <a:solidFill>
                  <a:schemeClr val="tx1"/>
                </a:solidFill>
              </a:defRPr>
            </a:lvl3pPr>
            <a:lvl4pPr marL="1115568" indent="-402336">
              <a:lnSpc>
                <a:spcPct val="110000"/>
              </a:lnSpc>
              <a:spcBef>
                <a:spcPts val="0"/>
              </a:spcBef>
              <a:buNone/>
              <a:defRPr sz="3600">
                <a:solidFill>
                  <a:schemeClr val="tx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5" name="Picture Placeholder 12">
            <a:extLst>
              <a:ext uri="{FF2B5EF4-FFF2-40B4-BE49-F238E27FC236}">
                <a16:creationId xmlns:a16="http://schemas.microsoft.com/office/drawing/2014/main" id="{E70D622C-89B3-2863-7C99-3085C9A592A4}"/>
              </a:ext>
            </a:extLst>
          </p:cNvPr>
          <p:cNvSpPr>
            <a:spLocks noGrp="1"/>
          </p:cNvSpPr>
          <p:nvPr>
            <p:ph type="pic" idx="15" hasCustomPrompt="1"/>
          </p:nvPr>
        </p:nvSpPr>
        <p:spPr>
          <a:xfrm>
            <a:off x="12737911" y="576072"/>
            <a:ext cx="1216152" cy="1216152"/>
          </a:xfrm>
        </p:spPr>
        <p:txBody>
          <a:bodyPr anchor="ctr"/>
          <a:lstStyle>
            <a:lvl1pPr algn="ctr">
              <a:buNone/>
              <a:defRPr sz="1600"/>
            </a:lvl1pPr>
          </a:lstStyle>
          <a:p>
            <a:r>
              <a:t>Pictogram</a:t>
            </a:r>
          </a:p>
        </p:txBody>
      </p:sp>
      <p:sp>
        <p:nvSpPr>
          <p:cNvPr id="18" name="Text Placeholder 4">
            <a:extLst>
              <a:ext uri="{FF2B5EF4-FFF2-40B4-BE49-F238E27FC236}">
                <a16:creationId xmlns:a16="http://schemas.microsoft.com/office/drawing/2014/main" id="{4AEA1519-7C3A-C0B5-EC85-1F164DCBB1EE}"/>
              </a:ext>
            </a:extLst>
          </p:cNvPr>
          <p:cNvSpPr>
            <a:spLocks noGrp="1"/>
          </p:cNvSpPr>
          <p:nvPr>
            <p:ph type="body" idx="22"/>
          </p:nvPr>
        </p:nvSpPr>
        <p:spPr>
          <a:xfrm>
            <a:off x="18851564" y="2478023"/>
            <a:ext cx="4952999" cy="3252745"/>
          </a:xfrm>
        </p:spPr>
        <p:txBody>
          <a:bodyPr/>
          <a:lstStyle>
            <a:lvl1pPr>
              <a:lnSpc>
                <a:spcPct val="110000"/>
              </a:lnSpc>
              <a:spcBef>
                <a:spcPts val="0"/>
              </a:spcBef>
              <a:buNone/>
              <a:defRPr sz="3600">
                <a:solidFill>
                  <a:schemeClr val="tx1"/>
                </a:solidFill>
              </a:defRPr>
            </a:lvl1pPr>
            <a:lvl2pPr marL="402336" indent="-402336">
              <a:lnSpc>
                <a:spcPct val="110000"/>
              </a:lnSpc>
              <a:spcBef>
                <a:spcPts val="0"/>
              </a:spcBef>
              <a:buNone/>
              <a:defRPr sz="3600">
                <a:solidFill>
                  <a:schemeClr val="tx1"/>
                </a:solidFill>
              </a:defRPr>
            </a:lvl2pPr>
            <a:lvl3pPr marL="804672" indent="-402336">
              <a:lnSpc>
                <a:spcPct val="110000"/>
              </a:lnSpc>
              <a:spcBef>
                <a:spcPts val="0"/>
              </a:spcBef>
              <a:buNone/>
              <a:defRPr sz="3600">
                <a:solidFill>
                  <a:schemeClr val="tx1"/>
                </a:solidFill>
              </a:defRPr>
            </a:lvl3pPr>
            <a:lvl4pPr marL="1115568" indent="-402336">
              <a:lnSpc>
                <a:spcPct val="110000"/>
              </a:lnSpc>
              <a:spcBef>
                <a:spcPts val="0"/>
              </a:spcBef>
              <a:buNone/>
              <a:defRPr sz="3600">
                <a:solidFill>
                  <a:schemeClr val="tx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9" name="Picture Placeholder 12">
            <a:extLst>
              <a:ext uri="{FF2B5EF4-FFF2-40B4-BE49-F238E27FC236}">
                <a16:creationId xmlns:a16="http://schemas.microsoft.com/office/drawing/2014/main" id="{FD1B8CC3-58FD-8DCD-BDD6-E62A5D5DBC23}"/>
              </a:ext>
            </a:extLst>
          </p:cNvPr>
          <p:cNvSpPr>
            <a:spLocks noGrp="1"/>
          </p:cNvSpPr>
          <p:nvPr>
            <p:ph type="pic" idx="23" hasCustomPrompt="1"/>
          </p:nvPr>
        </p:nvSpPr>
        <p:spPr>
          <a:xfrm>
            <a:off x="18851564" y="576072"/>
            <a:ext cx="1216152" cy="1216152"/>
          </a:xfrm>
        </p:spPr>
        <p:txBody>
          <a:bodyPr anchor="ctr"/>
          <a:lstStyle>
            <a:lvl1pPr algn="ctr">
              <a:buNone/>
              <a:defRPr sz="1600"/>
            </a:lvl1pPr>
          </a:lstStyle>
          <a:p>
            <a:r>
              <a:t>Pictogram</a:t>
            </a:r>
          </a:p>
        </p:txBody>
      </p:sp>
      <p:sp>
        <p:nvSpPr>
          <p:cNvPr id="20" name="Text Placeholder 4">
            <a:extLst>
              <a:ext uri="{FF2B5EF4-FFF2-40B4-BE49-F238E27FC236}">
                <a16:creationId xmlns:a16="http://schemas.microsoft.com/office/drawing/2014/main" id="{9BE2A62D-EE41-8456-8F8E-593D0972F7DA}"/>
              </a:ext>
            </a:extLst>
          </p:cNvPr>
          <p:cNvSpPr>
            <a:spLocks noGrp="1"/>
          </p:cNvSpPr>
          <p:nvPr>
            <p:ph type="body" idx="24"/>
          </p:nvPr>
        </p:nvSpPr>
        <p:spPr>
          <a:xfrm>
            <a:off x="12737911" y="8687859"/>
            <a:ext cx="4952999" cy="3252745"/>
          </a:xfrm>
        </p:spPr>
        <p:txBody>
          <a:bodyPr/>
          <a:lstStyle>
            <a:lvl1pPr>
              <a:lnSpc>
                <a:spcPct val="110000"/>
              </a:lnSpc>
              <a:spcBef>
                <a:spcPts val="0"/>
              </a:spcBef>
              <a:buNone/>
              <a:defRPr sz="3600">
                <a:solidFill>
                  <a:schemeClr val="tx1"/>
                </a:solidFill>
              </a:defRPr>
            </a:lvl1pPr>
            <a:lvl2pPr marL="402336" indent="-402336">
              <a:lnSpc>
                <a:spcPct val="110000"/>
              </a:lnSpc>
              <a:spcBef>
                <a:spcPts val="0"/>
              </a:spcBef>
              <a:buNone/>
              <a:defRPr sz="3600">
                <a:solidFill>
                  <a:schemeClr val="tx1"/>
                </a:solidFill>
              </a:defRPr>
            </a:lvl2pPr>
            <a:lvl3pPr marL="804672" indent="-402336">
              <a:lnSpc>
                <a:spcPct val="110000"/>
              </a:lnSpc>
              <a:spcBef>
                <a:spcPts val="0"/>
              </a:spcBef>
              <a:buNone/>
              <a:defRPr sz="3600">
                <a:solidFill>
                  <a:schemeClr val="tx1"/>
                </a:solidFill>
              </a:defRPr>
            </a:lvl3pPr>
            <a:lvl4pPr marL="1115568" indent="-402336">
              <a:lnSpc>
                <a:spcPct val="110000"/>
              </a:lnSpc>
              <a:spcBef>
                <a:spcPts val="0"/>
              </a:spcBef>
              <a:buNone/>
              <a:defRPr sz="3600">
                <a:solidFill>
                  <a:schemeClr val="tx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21" name="Picture Placeholder 12">
            <a:extLst>
              <a:ext uri="{FF2B5EF4-FFF2-40B4-BE49-F238E27FC236}">
                <a16:creationId xmlns:a16="http://schemas.microsoft.com/office/drawing/2014/main" id="{7D430C99-4D84-A798-4D9F-8E20E26817D9}"/>
              </a:ext>
            </a:extLst>
          </p:cNvPr>
          <p:cNvSpPr>
            <a:spLocks noGrp="1"/>
          </p:cNvSpPr>
          <p:nvPr>
            <p:ph type="pic" idx="25" hasCustomPrompt="1"/>
          </p:nvPr>
        </p:nvSpPr>
        <p:spPr>
          <a:xfrm>
            <a:off x="12737911" y="6785908"/>
            <a:ext cx="1216152" cy="1216152"/>
          </a:xfrm>
        </p:spPr>
        <p:txBody>
          <a:bodyPr anchor="ctr"/>
          <a:lstStyle>
            <a:lvl1pPr algn="ctr">
              <a:buNone/>
              <a:defRPr sz="1600"/>
            </a:lvl1pPr>
          </a:lstStyle>
          <a:p>
            <a:r>
              <a:t>Pictogram</a:t>
            </a:r>
          </a:p>
        </p:txBody>
      </p:sp>
      <p:sp>
        <p:nvSpPr>
          <p:cNvPr id="22" name="Text Placeholder 4">
            <a:extLst>
              <a:ext uri="{FF2B5EF4-FFF2-40B4-BE49-F238E27FC236}">
                <a16:creationId xmlns:a16="http://schemas.microsoft.com/office/drawing/2014/main" id="{3E91CAE2-40F2-60D7-69AC-2C6398FA4110}"/>
              </a:ext>
            </a:extLst>
          </p:cNvPr>
          <p:cNvSpPr>
            <a:spLocks noGrp="1"/>
          </p:cNvSpPr>
          <p:nvPr>
            <p:ph type="body" idx="26"/>
          </p:nvPr>
        </p:nvSpPr>
        <p:spPr>
          <a:xfrm>
            <a:off x="18851564" y="8687859"/>
            <a:ext cx="4952999" cy="3252745"/>
          </a:xfrm>
        </p:spPr>
        <p:txBody>
          <a:bodyPr/>
          <a:lstStyle>
            <a:lvl1pPr>
              <a:lnSpc>
                <a:spcPct val="110000"/>
              </a:lnSpc>
              <a:spcBef>
                <a:spcPts val="0"/>
              </a:spcBef>
              <a:buNone/>
              <a:defRPr sz="3600">
                <a:solidFill>
                  <a:schemeClr val="tx1"/>
                </a:solidFill>
              </a:defRPr>
            </a:lvl1pPr>
            <a:lvl2pPr marL="402336" indent="-402336">
              <a:lnSpc>
                <a:spcPct val="110000"/>
              </a:lnSpc>
              <a:spcBef>
                <a:spcPts val="0"/>
              </a:spcBef>
              <a:buNone/>
              <a:defRPr sz="3600">
                <a:solidFill>
                  <a:schemeClr val="tx1"/>
                </a:solidFill>
              </a:defRPr>
            </a:lvl2pPr>
            <a:lvl3pPr marL="804672" indent="-402336">
              <a:lnSpc>
                <a:spcPct val="110000"/>
              </a:lnSpc>
              <a:spcBef>
                <a:spcPts val="0"/>
              </a:spcBef>
              <a:buNone/>
              <a:defRPr sz="3600">
                <a:solidFill>
                  <a:schemeClr val="tx1"/>
                </a:solidFill>
              </a:defRPr>
            </a:lvl3pPr>
            <a:lvl4pPr marL="1115568" indent="-402336">
              <a:lnSpc>
                <a:spcPct val="110000"/>
              </a:lnSpc>
              <a:spcBef>
                <a:spcPts val="0"/>
              </a:spcBef>
              <a:buNone/>
              <a:defRPr sz="3600">
                <a:solidFill>
                  <a:schemeClr val="tx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23" name="Picture Placeholder 12">
            <a:extLst>
              <a:ext uri="{FF2B5EF4-FFF2-40B4-BE49-F238E27FC236}">
                <a16:creationId xmlns:a16="http://schemas.microsoft.com/office/drawing/2014/main" id="{E40EAA70-7D31-B59B-88DC-CBFA9E01AE99}"/>
              </a:ext>
            </a:extLst>
          </p:cNvPr>
          <p:cNvSpPr>
            <a:spLocks noGrp="1"/>
          </p:cNvSpPr>
          <p:nvPr>
            <p:ph type="pic" idx="27" hasCustomPrompt="1"/>
          </p:nvPr>
        </p:nvSpPr>
        <p:spPr>
          <a:xfrm>
            <a:off x="18851564" y="6785908"/>
            <a:ext cx="1216152" cy="1216152"/>
          </a:xfrm>
        </p:spPr>
        <p:txBody>
          <a:bodyPr anchor="ctr"/>
          <a:lstStyle>
            <a:lvl1pPr algn="ctr">
              <a:buNone/>
              <a:defRPr sz="1600"/>
            </a:lvl1pPr>
          </a:lstStyle>
          <a:p>
            <a:r>
              <a:t>Pictogram</a:t>
            </a:r>
          </a:p>
        </p:txBody>
      </p:sp>
      <p:sp>
        <p:nvSpPr>
          <p:cNvPr id="24" name="Text Placeholder 10">
            <a:extLst>
              <a:ext uri="{FF2B5EF4-FFF2-40B4-BE49-F238E27FC236}">
                <a16:creationId xmlns:a16="http://schemas.microsoft.com/office/drawing/2014/main" id="{8C07212A-8B97-6593-5714-26AB990D7535}"/>
              </a:ext>
            </a:extLst>
          </p:cNvPr>
          <p:cNvSpPr>
            <a:spLocks noGrp="1"/>
          </p:cNvSpPr>
          <p:nvPr>
            <p:ph type="body" idx="28"/>
          </p:nvPr>
        </p:nvSpPr>
        <p:spPr>
          <a:xfrm>
            <a:off x="576072" y="8688041"/>
            <a:ext cx="4949825" cy="3252552"/>
          </a:xfrm>
        </p:spPr>
        <p:txBody>
          <a:bodyPr/>
          <a:lstStyle>
            <a:lvl1pPr>
              <a:spcBef>
                <a:spcPts val="0"/>
              </a:spcBef>
              <a:buNone/>
              <a:defRPr sz="3600">
                <a:solidFill>
                  <a:schemeClr val="tx1"/>
                </a:solidFill>
              </a:defRPr>
            </a:lvl1pPr>
            <a:lvl2pPr marL="256032" indent="-256032">
              <a:spcBef>
                <a:spcPts val="0"/>
              </a:spcBef>
              <a:buNone/>
              <a:defRPr sz="3600">
                <a:solidFill>
                  <a:schemeClr val="tx1"/>
                </a:solidFill>
              </a:defRPr>
            </a:lvl2pPr>
            <a:lvl3pPr marL="512064" indent="-256032">
              <a:spcBef>
                <a:spcPts val="0"/>
              </a:spcBef>
              <a:buNone/>
              <a:defRPr sz="3600">
                <a:solidFill>
                  <a:schemeClr val="tx1"/>
                </a:solidFill>
              </a:defRPr>
            </a:lvl3pPr>
            <a:lvl4pPr marL="768096" indent="-256032">
              <a:spcBef>
                <a:spcPts val="0"/>
              </a:spcBef>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25" name="Text Placeholder 10">
            <a:extLst>
              <a:ext uri="{FF2B5EF4-FFF2-40B4-BE49-F238E27FC236}">
                <a16:creationId xmlns:a16="http://schemas.microsoft.com/office/drawing/2014/main" id="{C0BC29DE-57B9-0A75-BFEA-0C952625F4C6}"/>
              </a:ext>
            </a:extLst>
          </p:cNvPr>
          <p:cNvSpPr>
            <a:spLocks noGrp="1"/>
          </p:cNvSpPr>
          <p:nvPr>
            <p:ph type="body" idx="12"/>
          </p:nvPr>
        </p:nvSpPr>
        <p:spPr>
          <a:xfrm>
            <a:off x="6669591" y="8688041"/>
            <a:ext cx="4949825" cy="3252552"/>
          </a:xfrm>
        </p:spPr>
        <p:txBody>
          <a:bodyPr/>
          <a:lstStyle>
            <a:lvl1pPr>
              <a:spcBef>
                <a:spcPts val="0"/>
              </a:spcBef>
              <a:buNone/>
              <a:defRPr sz="3600">
                <a:solidFill>
                  <a:schemeClr val="tx1"/>
                </a:solidFill>
              </a:defRPr>
            </a:lvl1pPr>
            <a:lvl2pPr marL="256032" indent="-256032">
              <a:spcBef>
                <a:spcPts val="0"/>
              </a:spcBef>
              <a:buNone/>
              <a:defRPr sz="3600">
                <a:solidFill>
                  <a:schemeClr val="tx1"/>
                </a:solidFill>
              </a:defRPr>
            </a:lvl2pPr>
            <a:lvl3pPr marL="512064" indent="-256032">
              <a:spcBef>
                <a:spcPts val="0"/>
              </a:spcBef>
              <a:buNone/>
              <a:defRPr sz="3600">
                <a:solidFill>
                  <a:schemeClr val="tx1"/>
                </a:solidFill>
              </a:defRPr>
            </a:lvl3pPr>
            <a:lvl4pPr marL="768096" indent="-256032">
              <a:spcBef>
                <a:spcPts val="0"/>
              </a:spcBef>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26" name="Picture Placeholder 12">
            <a:extLst>
              <a:ext uri="{FF2B5EF4-FFF2-40B4-BE49-F238E27FC236}">
                <a16:creationId xmlns:a16="http://schemas.microsoft.com/office/drawing/2014/main" id="{233F6872-B424-BD61-A41F-831F1D82DA5A}"/>
              </a:ext>
            </a:extLst>
          </p:cNvPr>
          <p:cNvSpPr>
            <a:spLocks noGrp="1"/>
          </p:cNvSpPr>
          <p:nvPr>
            <p:ph type="pic" idx="17" hasCustomPrompt="1"/>
          </p:nvPr>
        </p:nvSpPr>
        <p:spPr>
          <a:xfrm>
            <a:off x="576072" y="6786089"/>
            <a:ext cx="1216152" cy="1216152"/>
          </a:xfrm>
        </p:spPr>
        <p:txBody>
          <a:bodyPr anchor="ctr"/>
          <a:lstStyle>
            <a:lvl1pPr algn="ctr">
              <a:buNone/>
              <a:defRPr sz="1600"/>
            </a:lvl1pPr>
          </a:lstStyle>
          <a:p>
            <a:r>
              <a:t>Pictogram</a:t>
            </a:r>
          </a:p>
        </p:txBody>
      </p:sp>
      <p:sp>
        <p:nvSpPr>
          <p:cNvPr id="27" name="Picture Placeholder 12">
            <a:extLst>
              <a:ext uri="{FF2B5EF4-FFF2-40B4-BE49-F238E27FC236}">
                <a16:creationId xmlns:a16="http://schemas.microsoft.com/office/drawing/2014/main" id="{B4230AF7-3A67-D259-C8A5-048B4C99BCBF}"/>
              </a:ext>
            </a:extLst>
          </p:cNvPr>
          <p:cNvSpPr>
            <a:spLocks noGrp="1"/>
          </p:cNvSpPr>
          <p:nvPr>
            <p:ph type="pic" idx="18" hasCustomPrompt="1"/>
          </p:nvPr>
        </p:nvSpPr>
        <p:spPr>
          <a:xfrm>
            <a:off x="6669591" y="6786089"/>
            <a:ext cx="1216152" cy="1216152"/>
          </a:xfrm>
        </p:spPr>
        <p:txBody>
          <a:bodyPr anchor="ctr"/>
          <a:lstStyle>
            <a:lvl1pPr algn="ctr">
              <a:buNone/>
              <a:defRPr sz="1600"/>
            </a:lvl1pPr>
          </a:lstStyle>
          <a:p>
            <a:r>
              <a:t>Pictogram</a:t>
            </a:r>
          </a:p>
        </p:txBody>
      </p:sp>
      <p:sp>
        <p:nvSpPr>
          <p:cNvPr id="4" name="Rectangle 3">
            <a:extLst>
              <a:ext uri="{FF2B5EF4-FFF2-40B4-BE49-F238E27FC236}">
                <a16:creationId xmlns:a16="http://schemas.microsoft.com/office/drawing/2014/main" id="{38ACC37A-AC72-9793-FCC5-C58C66170A1A}"/>
              </a:ext>
            </a:extLst>
          </p:cNvPr>
          <p:cNvSpPr>
            <a:spLocks noGrp="1"/>
          </p:cNvSpPr>
          <p:nvPr/>
        </p:nvSpPr>
        <p:spPr>
          <a:xfrm>
            <a:off x="0" y="13075920"/>
            <a:ext cx="24387175" cy="640080"/>
          </a:xfrm>
          <a:prstGeom prst="rect">
            <a:avLst/>
          </a:prstGeom>
          <a:solidFill>
            <a:srgbClr val="F4F4F4"/>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5" name="Footer Placeholder 3">
            <a:extLst>
              <a:ext uri="{FF2B5EF4-FFF2-40B4-BE49-F238E27FC236}">
                <a16:creationId xmlns:a16="http://schemas.microsoft.com/office/drawing/2014/main" id="{ABB79A4C-EFBE-58BA-7B4E-B5E1320F5488}"/>
              </a:ext>
            </a:extLst>
          </p:cNvPr>
          <p:cNvSpPr>
            <a:spLocks noGrp="1"/>
          </p:cNvSpPr>
          <p:nvPr>
            <p:ph type="ftr" idx="13"/>
          </p:nvPr>
        </p:nvSpPr>
        <p:spPr>
          <a:xfrm>
            <a:off x="568324" y="13272850"/>
            <a:ext cx="4956176" cy="246221"/>
          </a:xfrm>
        </p:spPr>
        <p:txBody>
          <a:bodyPr/>
          <a:lstStyle>
            <a:lvl1pPr>
              <a:buNone/>
              <a:defRPr>
                <a:solidFill>
                  <a:schemeClr val="tx1"/>
                </a:solidFill>
              </a:defRPr>
            </a:lvl1pPr>
          </a:lstStyle>
          <a:p>
            <a:r>
              <a:t>IBM TechXchange | © 2026 IBM Corporation</a:t>
            </a:r>
          </a:p>
        </p:txBody>
      </p:sp>
      <p:sp>
        <p:nvSpPr>
          <p:cNvPr id="6" name="Slide Number Placeholder 4">
            <a:extLst>
              <a:ext uri="{FF2B5EF4-FFF2-40B4-BE49-F238E27FC236}">
                <a16:creationId xmlns:a16="http://schemas.microsoft.com/office/drawing/2014/main" id="{428FFDAD-3ACA-A3AC-724C-E0059AAF31E4}"/>
              </a:ext>
            </a:extLst>
          </p:cNvPr>
          <p:cNvSpPr>
            <a:spLocks noGrp="1"/>
          </p:cNvSpPr>
          <p:nvPr>
            <p:ph type="sldNum" idx="14"/>
          </p:nvPr>
        </p:nvSpPr>
        <p:spPr>
          <a:xfrm>
            <a:off x="23541592" y="13272850"/>
            <a:ext cx="270908" cy="246221"/>
          </a:xfrm>
        </p:spPr>
        <p:txBody>
          <a:bodyPr/>
          <a:lstStyle>
            <a:lvl1pPr>
              <a:buNone/>
              <a:defRPr>
                <a:solidFill>
                  <a:schemeClr val="tx1"/>
                </a:solidFill>
              </a:defRPr>
            </a:lvl1pPr>
          </a:lstStyle>
          <a:p>
            <a:fld id="{86CB4B4D-7CA3-9044-876B-883B54F8677D}" type="slidenum">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half, right side imagery">
    <p:bg>
      <p:bgPr>
        <a:solidFill>
          <a:schemeClr val="tx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42A8AE9-58DD-2F49-AD1A-8D59BC24440B}"/>
              </a:ext>
            </a:extLst>
          </p:cNvPr>
          <p:cNvSpPr>
            <a:spLocks noGrp="1"/>
          </p:cNvSpPr>
          <p:nvPr/>
        </p:nvSpPr>
        <p:spPr>
          <a:xfrm>
            <a:off x="-1" y="0"/>
            <a:ext cx="24387175" cy="13716000"/>
          </a:xfrm>
          <a:prstGeom prst="rect">
            <a:avLst/>
          </a:prstGeom>
          <a:solidFill>
            <a:schemeClr val="tx1"/>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chemeClr val="bg1"/>
              </a:solidFill>
              <a:latin typeface="+mn-lt"/>
              <a:ea typeface="+mn-lt"/>
              <a:cs typeface="+mn-lt"/>
            </a:endParaRPr>
          </a:p>
        </p:txBody>
      </p:sp>
      <p:sp>
        <p:nvSpPr>
          <p:cNvPr id="7" name="Picture Placeholder 6">
            <a:extLst>
              <a:ext uri="{FF2B5EF4-FFF2-40B4-BE49-F238E27FC236}">
                <a16:creationId xmlns:a16="http://schemas.microsoft.com/office/drawing/2014/main" id="{9CD5B627-E439-376E-A00C-87BAFF059FD8}"/>
              </a:ext>
            </a:extLst>
          </p:cNvPr>
          <p:cNvSpPr>
            <a:spLocks noGrp="1"/>
          </p:cNvSpPr>
          <p:nvPr>
            <p:ph type="pic" idx="12" hasCustomPrompt="1"/>
          </p:nvPr>
        </p:nvSpPr>
        <p:spPr>
          <a:xfrm>
            <a:off x="12763500" y="550035"/>
            <a:ext cx="11049000" cy="12574587"/>
          </a:xfrm>
          <a:prstGeom prst="rect">
            <a:avLst/>
          </a:prstGeom>
          <a:solidFill>
            <a:srgbClr val="525252"/>
          </a:solidFill>
        </p:spPr>
        <p:txBody>
          <a:bodyPr anchor="ctr"/>
          <a:lstStyle>
            <a:lvl1pPr algn="ctr">
              <a:buNone/>
              <a:defRPr>
                <a:solidFill>
                  <a:srgbClr val="F4F4F4"/>
                </a:solidFill>
              </a:defRPr>
            </a:lvl1pPr>
          </a:lstStyle>
          <a:p>
            <a:r>
              <a:t>Place imagery here</a:t>
            </a:r>
          </a:p>
        </p:txBody>
      </p:sp>
      <p:sp>
        <p:nvSpPr>
          <p:cNvPr id="4" name="Title 1">
            <a:extLst>
              <a:ext uri="{FF2B5EF4-FFF2-40B4-BE49-F238E27FC236}">
                <a16:creationId xmlns:a16="http://schemas.microsoft.com/office/drawing/2014/main" id="{753D1387-1AEB-51D7-32CA-2489D1480281}"/>
              </a:ext>
            </a:extLst>
          </p:cNvPr>
          <p:cNvSpPr>
            <a:spLocks noGrp="1"/>
          </p:cNvSpPr>
          <p:nvPr>
            <p:ph type="title"/>
          </p:nvPr>
        </p:nvSpPr>
        <p:spPr>
          <a:xfrm>
            <a:off x="537972" y="396574"/>
            <a:ext cx="11050589" cy="11600163"/>
          </a:xfrm>
        </p:spPr>
        <p:txBody>
          <a:bodyPr rIns="457200"/>
          <a:lstStyle>
            <a:lvl1pPr>
              <a:lnSpc>
                <a:spcPct val="100000"/>
              </a:lnSpc>
              <a:buNone/>
              <a:defRPr>
                <a:solidFill>
                  <a:srgbClr val="F4F4F4"/>
                </a:solidFill>
              </a:defRPr>
            </a:lvl1pPr>
          </a:lstStyle>
          <a:p>
            <a:r>
              <a:t>Click to edit Master title style</a:t>
            </a:r>
          </a:p>
        </p:txBody>
      </p:sp>
      <p:sp>
        <p:nvSpPr>
          <p:cNvPr id="2" name="Footer Placeholder 1">
            <a:extLst>
              <a:ext uri="{FF2B5EF4-FFF2-40B4-BE49-F238E27FC236}">
                <a16:creationId xmlns:a16="http://schemas.microsoft.com/office/drawing/2014/main" id="{3B375FA6-B27C-8E8B-D157-E1F91014844A}"/>
              </a:ext>
            </a:extLst>
          </p:cNvPr>
          <p:cNvSpPr>
            <a:spLocks noGrp="1"/>
          </p:cNvSpPr>
          <p:nvPr>
            <p:ph type="ftr" idx="13"/>
          </p:nvPr>
        </p:nvSpPr>
        <p:spPr/>
        <p:txBody>
          <a:bodyPr/>
          <a:lstStyle/>
          <a:p>
            <a:r>
              <a:t>IBM TechXchange | © 2026 IBM Corporation</a:t>
            </a:r>
          </a:p>
        </p:txBody>
      </p:sp>
      <p:sp>
        <p:nvSpPr>
          <p:cNvPr id="3" name="Slide Number Placeholder 2">
            <a:extLst>
              <a:ext uri="{FF2B5EF4-FFF2-40B4-BE49-F238E27FC236}">
                <a16:creationId xmlns:a16="http://schemas.microsoft.com/office/drawing/2014/main" id="{B512D683-A1CD-09F4-E667-F4F461DD9337}"/>
              </a:ext>
            </a:extLst>
          </p:cNvPr>
          <p:cNvSpPr>
            <a:spLocks noGrp="1"/>
          </p:cNvSpPr>
          <p:nvPr>
            <p:ph type="sldNum" idx="14"/>
          </p:nvPr>
        </p:nvSpPr>
        <p:spPr/>
        <p:txBody>
          <a:bodyPr/>
          <a:lstStyle/>
          <a:p>
            <a:fld id="{86CB4B4D-7CA3-9044-876B-883B54F8677D}" type="slidenum">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Text, 2 images">
    <p:bg>
      <p:bgPr>
        <a:solidFill>
          <a:schemeClr val="tx1"/>
        </a:solidFill>
        <a:effectLst/>
      </p:bgPr>
    </p:bg>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D02495B4-2F0B-EE4E-BB55-4C51F451DD27}"/>
              </a:ext>
            </a:extLst>
          </p:cNvPr>
          <p:cNvSpPr>
            <a:spLocks noGrp="1"/>
          </p:cNvSpPr>
          <p:nvPr/>
        </p:nvSpPr>
        <p:spPr>
          <a:xfrm>
            <a:off x="118533" y="533399"/>
            <a:ext cx="24387175" cy="13716000"/>
          </a:xfrm>
          <a:prstGeom prst="rect">
            <a:avLst/>
          </a:prstGeom>
          <a:solidFill>
            <a:schemeClr val="tx1"/>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chemeClr val="bg1"/>
              </a:solidFill>
              <a:latin typeface="+mn-lt"/>
              <a:ea typeface="+mn-lt"/>
              <a:cs typeface="+mn-lt"/>
            </a:endParaRPr>
          </a:p>
        </p:txBody>
      </p:sp>
      <p:sp>
        <p:nvSpPr>
          <p:cNvPr id="14" name="Picture Placeholder 6">
            <a:extLst>
              <a:ext uri="{FF2B5EF4-FFF2-40B4-BE49-F238E27FC236}">
                <a16:creationId xmlns:a16="http://schemas.microsoft.com/office/drawing/2014/main" id="{81C1AB2F-C9F7-0751-0A76-85DF06D92937}"/>
              </a:ext>
            </a:extLst>
          </p:cNvPr>
          <p:cNvSpPr>
            <a:spLocks noGrp="1"/>
          </p:cNvSpPr>
          <p:nvPr>
            <p:ph type="pic" idx="12" hasCustomPrompt="1"/>
          </p:nvPr>
        </p:nvSpPr>
        <p:spPr>
          <a:xfrm>
            <a:off x="12326375" y="475896"/>
            <a:ext cx="5720759" cy="5720759"/>
          </a:xfrm>
          <a:prstGeom prst="rect">
            <a:avLst/>
          </a:prstGeom>
          <a:solidFill>
            <a:srgbClr val="525252"/>
          </a:solidFill>
        </p:spPr>
        <p:txBody>
          <a:bodyPr anchor="ctr"/>
          <a:lstStyle>
            <a:lvl1pPr algn="ctr">
              <a:buNone/>
              <a:defRPr>
                <a:solidFill>
                  <a:srgbClr val="F4F4F4"/>
                </a:solidFill>
              </a:defRPr>
            </a:lvl1pPr>
          </a:lstStyle>
          <a:p>
            <a:r>
              <a:t>Place imagery here</a:t>
            </a:r>
          </a:p>
        </p:txBody>
      </p:sp>
      <p:sp>
        <p:nvSpPr>
          <p:cNvPr id="16" name="Picture Placeholder 6">
            <a:extLst>
              <a:ext uri="{FF2B5EF4-FFF2-40B4-BE49-F238E27FC236}">
                <a16:creationId xmlns:a16="http://schemas.microsoft.com/office/drawing/2014/main" id="{C30E6080-9E57-84EE-DA6B-A3ABABE24DBA}"/>
              </a:ext>
            </a:extLst>
          </p:cNvPr>
          <p:cNvSpPr>
            <a:spLocks noGrp="1"/>
          </p:cNvSpPr>
          <p:nvPr>
            <p:ph type="pic" idx="13" hasCustomPrompt="1"/>
          </p:nvPr>
        </p:nvSpPr>
        <p:spPr>
          <a:xfrm>
            <a:off x="18128444" y="6275978"/>
            <a:ext cx="5720759" cy="5720759"/>
          </a:xfrm>
          <a:prstGeom prst="rect">
            <a:avLst/>
          </a:prstGeom>
          <a:solidFill>
            <a:srgbClr val="525252"/>
          </a:solidFill>
        </p:spPr>
        <p:txBody>
          <a:bodyPr anchor="ctr"/>
          <a:lstStyle>
            <a:lvl1pPr algn="ctr">
              <a:buNone/>
              <a:defRPr>
                <a:solidFill>
                  <a:srgbClr val="F4F4F4"/>
                </a:solidFill>
              </a:defRPr>
            </a:lvl1pPr>
          </a:lstStyle>
          <a:p>
            <a:r>
              <a:t>Place imagery here</a:t>
            </a:r>
          </a:p>
        </p:txBody>
      </p:sp>
      <p:sp>
        <p:nvSpPr>
          <p:cNvPr id="4" name="Title 1">
            <a:extLst>
              <a:ext uri="{FF2B5EF4-FFF2-40B4-BE49-F238E27FC236}">
                <a16:creationId xmlns:a16="http://schemas.microsoft.com/office/drawing/2014/main" id="{753D1387-1AEB-51D7-32CA-2489D1480281}"/>
              </a:ext>
            </a:extLst>
          </p:cNvPr>
          <p:cNvSpPr>
            <a:spLocks noGrp="1"/>
          </p:cNvSpPr>
          <p:nvPr>
            <p:ph type="title"/>
          </p:nvPr>
        </p:nvSpPr>
        <p:spPr>
          <a:xfrm>
            <a:off x="537972" y="396574"/>
            <a:ext cx="11050589" cy="11600163"/>
          </a:xfrm>
        </p:spPr>
        <p:txBody>
          <a:bodyPr rIns="457200"/>
          <a:lstStyle>
            <a:lvl1pPr>
              <a:lnSpc>
                <a:spcPct val="100000"/>
              </a:lnSpc>
              <a:buNone/>
              <a:defRPr>
                <a:solidFill>
                  <a:srgbClr val="F4F4F4"/>
                </a:solidFill>
              </a:defRPr>
            </a:lvl1pPr>
          </a:lstStyle>
          <a:p>
            <a:r>
              <a:t>Click to edit Master title style</a:t>
            </a:r>
          </a:p>
        </p:txBody>
      </p:sp>
      <p:sp>
        <p:nvSpPr>
          <p:cNvPr id="6" name="Freeform: Shape 5">
            <a:extLst>
              <a:ext uri="{FF2B5EF4-FFF2-40B4-BE49-F238E27FC236}">
                <a16:creationId xmlns:a16="http://schemas.microsoft.com/office/drawing/2014/main" id="{41E533EA-8590-DE0F-349C-BE183B060DF8}"/>
              </a:ext>
            </a:extLst>
          </p:cNvPr>
          <p:cNvSpPr>
            <a:spLocks noGrp="1"/>
          </p:cNvSpPr>
          <p:nvPr/>
        </p:nvSpPr>
        <p:spPr>
          <a:xfrm rot="10800000" flipH="1">
            <a:off x="18055192" y="396574"/>
            <a:ext cx="5810992" cy="5810992"/>
          </a:xfrm>
          <a:custGeom>
            <a:avLst/>
            <a:gdLst>
              <a:gd name="connsiteX0" fmla="*/ 1432576 w 1432576"/>
              <a:gd name="connsiteY0" fmla="*/ 1432576 h 1432576"/>
              <a:gd name="connsiteX1" fmla="*/ 1432576 w 1432576"/>
              <a:gd name="connsiteY1" fmla="*/ 716288 h 1432576"/>
              <a:gd name="connsiteX2" fmla="*/ 1432576 w 1432576"/>
              <a:gd name="connsiteY2" fmla="*/ 0 h 1432576"/>
              <a:gd name="connsiteX3" fmla="*/ 716288 w 1432576"/>
              <a:gd name="connsiteY3" fmla="*/ 0 h 1432576"/>
              <a:gd name="connsiteX4" fmla="*/ 1432576 w 1432576"/>
              <a:gd name="connsiteY4" fmla="*/ 716288 h 1432576"/>
              <a:gd name="connsiteX5" fmla="*/ 716288 w 1432576"/>
              <a:gd name="connsiteY5" fmla="*/ 1432576 h 1432576"/>
              <a:gd name="connsiteX6" fmla="*/ 1432576 w 1432576"/>
              <a:gd name="connsiteY6" fmla="*/ 1432576 h 1432576"/>
              <a:gd name="connsiteX7" fmla="*/ 0 w 1432576"/>
              <a:gd name="connsiteY7" fmla="*/ 1432576 h 1432576"/>
              <a:gd name="connsiteX8" fmla="*/ 0 w 1432576"/>
              <a:gd name="connsiteY8" fmla="*/ 716288 h 1432576"/>
              <a:gd name="connsiteX9" fmla="*/ 0 w 1432576"/>
              <a:gd name="connsiteY9" fmla="*/ 0 h 1432576"/>
              <a:gd name="connsiteX10" fmla="*/ 716288 w 1432576"/>
              <a:gd name="connsiteY10" fmla="*/ 716288 h 1432576"/>
              <a:gd name="connsiteX11" fmla="*/ 0 w 1432576"/>
              <a:gd name="connsiteY11" fmla="*/ 1432576 h 1432576"/>
            </a:gdLst>
            <a:ahLst/>
            <a:cxnLst/>
            <a:rect l="l" t="t" r="r" b="b"/>
            <a:pathLst>
              <a:path w="1432576" h="1432576">
                <a:moveTo>
                  <a:pt x="1432576" y="1432576"/>
                </a:moveTo>
                <a:lnTo>
                  <a:pt x="1432576" y="716288"/>
                </a:lnTo>
                <a:lnTo>
                  <a:pt x="1432576" y="0"/>
                </a:lnTo>
                <a:lnTo>
                  <a:pt x="716288" y="0"/>
                </a:lnTo>
                <a:lnTo>
                  <a:pt x="1432576" y="716288"/>
                </a:lnTo>
                <a:lnTo>
                  <a:pt x="716288" y="1432576"/>
                </a:lnTo>
                <a:lnTo>
                  <a:pt x="1432576" y="1432576"/>
                </a:lnTo>
                <a:close/>
                <a:moveTo>
                  <a:pt x="0" y="1432576"/>
                </a:moveTo>
                <a:lnTo>
                  <a:pt x="0" y="716288"/>
                </a:lnTo>
                <a:lnTo>
                  <a:pt x="0" y="0"/>
                </a:lnTo>
                <a:lnTo>
                  <a:pt x="716288" y="716288"/>
                </a:lnTo>
                <a:lnTo>
                  <a:pt x="0" y="1432576"/>
                </a:lnTo>
                <a:close/>
              </a:path>
            </a:pathLst>
          </a:custGeom>
          <a:gradFill>
            <a:gsLst>
              <a:gs pos="50000">
                <a:srgbClr val="0F62FE"/>
              </a:gs>
              <a:gs pos="10000">
                <a:srgbClr val="8A3FFC"/>
              </a:gs>
              <a:gs pos="90000">
                <a:srgbClr val="33B1FF"/>
              </a:gs>
            </a:gsLst>
            <a:lin ang="2700000" scaled="0"/>
          </a:gradFill>
          <a:ln w="7342">
            <a:noFill/>
            <a:prstDash val="solid"/>
          </a:ln>
        </p:spPr>
        <p:txBody>
          <a:bodyPr anchor="ctr"/>
          <a:lstStyle/>
          <a:p>
            <a:endParaRPr/>
          </a:p>
        </p:txBody>
      </p:sp>
      <p:sp>
        <p:nvSpPr>
          <p:cNvPr id="37" name="Freeform 36">
            <a:extLst>
              <a:ext uri="{FF2B5EF4-FFF2-40B4-BE49-F238E27FC236}">
                <a16:creationId xmlns:a16="http://schemas.microsoft.com/office/drawing/2014/main" id="{BF6B2C64-1AAC-A04A-B995-E17A89E93882}"/>
              </a:ext>
            </a:extLst>
          </p:cNvPr>
          <p:cNvSpPr>
            <a:spLocks noGrp="1"/>
          </p:cNvSpPr>
          <p:nvPr/>
        </p:nvSpPr>
        <p:spPr>
          <a:xfrm>
            <a:off x="16332633" y="10514767"/>
            <a:ext cx="685799" cy="685799"/>
          </a:xfrm>
          <a:custGeom>
            <a:avLst/>
            <a:gdLst>
              <a:gd name="connsiteX0" fmla="*/ 405681 w 405681"/>
              <a:gd name="connsiteY0" fmla="*/ 202841 h 405681"/>
              <a:gd name="connsiteX1" fmla="*/ 202841 w 405681"/>
              <a:gd name="connsiteY1" fmla="*/ 405681 h 405681"/>
              <a:gd name="connsiteX2" fmla="*/ 0 w 405681"/>
              <a:gd name="connsiteY2" fmla="*/ 202841 h 405681"/>
              <a:gd name="connsiteX3" fmla="*/ 202841 w 405681"/>
              <a:gd name="connsiteY3" fmla="*/ 0 h 405681"/>
              <a:gd name="connsiteX4" fmla="*/ 405681 w 405681"/>
              <a:gd name="connsiteY4" fmla="*/ 202841 h 405681"/>
            </a:gdLst>
            <a:ahLst/>
            <a:cxnLst/>
            <a:rect l="l" t="t" r="r" b="b"/>
            <a:pathLst>
              <a:path w="405681" h="405681">
                <a:moveTo>
                  <a:pt x="405681" y="202841"/>
                </a:moveTo>
                <a:cubicBezTo>
                  <a:pt x="405681" y="314866"/>
                  <a:pt x="314866" y="405681"/>
                  <a:pt x="202841" y="405681"/>
                </a:cubicBezTo>
                <a:cubicBezTo>
                  <a:pt x="90815" y="405681"/>
                  <a:pt x="0" y="314866"/>
                  <a:pt x="0" y="202841"/>
                </a:cubicBezTo>
                <a:cubicBezTo>
                  <a:pt x="0" y="90815"/>
                  <a:pt x="90815" y="0"/>
                  <a:pt x="202841" y="0"/>
                </a:cubicBezTo>
                <a:cubicBezTo>
                  <a:pt x="314866" y="0"/>
                  <a:pt x="405681" y="90815"/>
                  <a:pt x="405681" y="202841"/>
                </a:cubicBezTo>
                <a:close/>
              </a:path>
            </a:pathLst>
          </a:custGeom>
          <a:solidFill>
            <a:srgbClr val="0F62FE"/>
          </a:solidFill>
          <a:ln w="0">
            <a:noFill/>
            <a:prstDash val="solid"/>
          </a:ln>
        </p:spPr>
        <p:txBody>
          <a:bodyPr anchor="ctr"/>
          <a:lstStyle/>
          <a:p>
            <a:endParaRPr/>
          </a:p>
        </p:txBody>
      </p:sp>
      <p:sp>
        <p:nvSpPr>
          <p:cNvPr id="38" name="Freeform 37">
            <a:extLst>
              <a:ext uri="{FF2B5EF4-FFF2-40B4-BE49-F238E27FC236}">
                <a16:creationId xmlns:a16="http://schemas.microsoft.com/office/drawing/2014/main" id="{43A7DB1B-469A-1045-993E-B645B3B1D4B4}"/>
              </a:ext>
            </a:extLst>
          </p:cNvPr>
          <p:cNvSpPr>
            <a:spLocks noGrp="1"/>
          </p:cNvSpPr>
          <p:nvPr/>
        </p:nvSpPr>
        <p:spPr>
          <a:xfrm>
            <a:off x="15303934" y="9914692"/>
            <a:ext cx="2743200" cy="1885949"/>
          </a:xfrm>
          <a:custGeom>
            <a:avLst/>
            <a:gdLst>
              <a:gd name="connsiteX0" fmla="*/ 1622725 w 1622725"/>
              <a:gd name="connsiteY0" fmla="*/ 557812 h 1115623"/>
              <a:gd name="connsiteX1" fmla="*/ 811363 w 1622725"/>
              <a:gd name="connsiteY1" fmla="*/ 1115624 h 1115623"/>
              <a:gd name="connsiteX2" fmla="*/ 0 w 1622725"/>
              <a:gd name="connsiteY2" fmla="*/ 557812 h 1115623"/>
              <a:gd name="connsiteX3" fmla="*/ 811363 w 1622725"/>
              <a:gd name="connsiteY3" fmla="*/ 0 h 1115623"/>
              <a:gd name="connsiteX4" fmla="*/ 1622725 w 1622725"/>
              <a:gd name="connsiteY4" fmla="*/ 557812 h 1115623"/>
              <a:gd name="connsiteX5" fmla="*/ 1267754 w 1622725"/>
              <a:gd name="connsiteY5" fmla="*/ 557812 h 1115623"/>
              <a:gd name="connsiteX6" fmla="*/ 811363 w 1622725"/>
              <a:gd name="connsiteY6" fmla="*/ 101420 h 1115623"/>
              <a:gd name="connsiteX7" fmla="*/ 354971 w 1622725"/>
              <a:gd name="connsiteY7" fmla="*/ 557812 h 1115623"/>
              <a:gd name="connsiteX8" fmla="*/ 811363 w 1622725"/>
              <a:gd name="connsiteY8" fmla="*/ 1014203 h 1115623"/>
              <a:gd name="connsiteX9" fmla="*/ 1267754 w 1622725"/>
              <a:gd name="connsiteY9" fmla="*/ 557812 h 1115623"/>
            </a:gdLst>
            <a:ahLst/>
            <a:cxnLst/>
            <a:rect l="l" t="t" r="r" b="b"/>
            <a:pathLst>
              <a:path w="1622725" h="1115623">
                <a:moveTo>
                  <a:pt x="1622725" y="557812"/>
                </a:moveTo>
                <a:cubicBezTo>
                  <a:pt x="1489143" y="885594"/>
                  <a:pt x="1176167" y="1115624"/>
                  <a:pt x="811363" y="1115624"/>
                </a:cubicBezTo>
                <a:cubicBezTo>
                  <a:pt x="446559" y="1115624"/>
                  <a:pt x="133582" y="885594"/>
                  <a:pt x="0" y="557812"/>
                </a:cubicBezTo>
                <a:cubicBezTo>
                  <a:pt x="133582" y="230029"/>
                  <a:pt x="446559" y="0"/>
                  <a:pt x="811363" y="0"/>
                </a:cubicBezTo>
                <a:cubicBezTo>
                  <a:pt x="1176167" y="0"/>
                  <a:pt x="1489143" y="230029"/>
                  <a:pt x="1622725" y="557812"/>
                </a:cubicBezTo>
                <a:close/>
                <a:moveTo>
                  <a:pt x="1267754" y="557812"/>
                </a:moveTo>
                <a:cubicBezTo>
                  <a:pt x="1267754" y="305754"/>
                  <a:pt x="1063422" y="101420"/>
                  <a:pt x="811363" y="101420"/>
                </a:cubicBezTo>
                <a:cubicBezTo>
                  <a:pt x="559303" y="101420"/>
                  <a:pt x="354971" y="305754"/>
                  <a:pt x="354971" y="557812"/>
                </a:cubicBezTo>
                <a:cubicBezTo>
                  <a:pt x="354971" y="809869"/>
                  <a:pt x="559303" y="1014203"/>
                  <a:pt x="811363" y="1014203"/>
                </a:cubicBezTo>
                <a:cubicBezTo>
                  <a:pt x="1063422" y="1014203"/>
                  <a:pt x="1267754" y="809869"/>
                  <a:pt x="1267754" y="557812"/>
                </a:cubicBezTo>
                <a:close/>
              </a:path>
            </a:pathLst>
          </a:custGeom>
          <a:solidFill>
            <a:srgbClr val="0F62FE"/>
          </a:solidFill>
          <a:ln w="0">
            <a:noFill/>
            <a:prstDash val="solid"/>
          </a:ln>
        </p:spPr>
        <p:txBody>
          <a:bodyPr anchor="ctr"/>
          <a:lstStyle/>
          <a:p>
            <a:endParaRPr/>
          </a:p>
        </p:txBody>
      </p:sp>
      <p:sp>
        <p:nvSpPr>
          <p:cNvPr id="39" name="Freeform 38">
            <a:extLst>
              <a:ext uri="{FF2B5EF4-FFF2-40B4-BE49-F238E27FC236}">
                <a16:creationId xmlns:a16="http://schemas.microsoft.com/office/drawing/2014/main" id="{9F2911A7-CF4B-7B48-956B-0A689295910B}"/>
              </a:ext>
            </a:extLst>
          </p:cNvPr>
          <p:cNvSpPr>
            <a:spLocks noGrp="1"/>
          </p:cNvSpPr>
          <p:nvPr/>
        </p:nvSpPr>
        <p:spPr>
          <a:xfrm>
            <a:off x="15389659" y="9057443"/>
            <a:ext cx="2571748" cy="1028698"/>
          </a:xfrm>
          <a:custGeom>
            <a:avLst/>
            <a:gdLst>
              <a:gd name="connsiteX0" fmla="*/ 760653 w 1521304"/>
              <a:gd name="connsiteY0" fmla="*/ 0 h 608521"/>
              <a:gd name="connsiteX1" fmla="*/ 0 w 1521304"/>
              <a:gd name="connsiteY1" fmla="*/ 456392 h 608521"/>
              <a:gd name="connsiteX2" fmla="*/ 0 w 1521304"/>
              <a:gd name="connsiteY2" fmla="*/ 608522 h 608521"/>
              <a:gd name="connsiteX3" fmla="*/ 760653 w 1521304"/>
              <a:gd name="connsiteY3" fmla="*/ 253551 h 608521"/>
              <a:gd name="connsiteX4" fmla="*/ 1521305 w 1521304"/>
              <a:gd name="connsiteY4" fmla="*/ 608522 h 608521"/>
              <a:gd name="connsiteX5" fmla="*/ 1521305 w 1521304"/>
              <a:gd name="connsiteY5" fmla="*/ 456392 h 608521"/>
              <a:gd name="connsiteX6" fmla="*/ 760653 w 1521304"/>
              <a:gd name="connsiteY6" fmla="*/ 0 h 608521"/>
            </a:gdLst>
            <a:ahLst/>
            <a:cxnLst/>
            <a:rect l="l" t="t" r="r" b="b"/>
            <a:pathLst>
              <a:path w="1521304" h="608521">
                <a:moveTo>
                  <a:pt x="760653" y="0"/>
                </a:moveTo>
                <a:cubicBezTo>
                  <a:pt x="436093" y="0"/>
                  <a:pt x="152678" y="183456"/>
                  <a:pt x="0" y="456392"/>
                </a:cubicBezTo>
                <a:lnTo>
                  <a:pt x="0" y="608522"/>
                </a:lnTo>
                <a:cubicBezTo>
                  <a:pt x="181687" y="391616"/>
                  <a:pt x="454964" y="253551"/>
                  <a:pt x="760653" y="253551"/>
                </a:cubicBezTo>
                <a:cubicBezTo>
                  <a:pt x="1066341" y="253551"/>
                  <a:pt x="1339618" y="391616"/>
                  <a:pt x="1521305" y="608522"/>
                </a:cubicBezTo>
                <a:lnTo>
                  <a:pt x="1521305" y="456392"/>
                </a:lnTo>
                <a:cubicBezTo>
                  <a:pt x="1368627" y="183456"/>
                  <a:pt x="1085212" y="0"/>
                  <a:pt x="760653" y="0"/>
                </a:cubicBezTo>
                <a:close/>
              </a:path>
            </a:pathLst>
          </a:custGeom>
          <a:solidFill>
            <a:srgbClr val="0F62FE"/>
          </a:solidFill>
          <a:ln w="0">
            <a:noFill/>
            <a:prstDash val="solid"/>
          </a:ln>
        </p:spPr>
        <p:txBody>
          <a:bodyPr anchor="ctr"/>
          <a:lstStyle/>
          <a:p>
            <a:endParaRPr/>
          </a:p>
        </p:txBody>
      </p:sp>
      <p:sp>
        <p:nvSpPr>
          <p:cNvPr id="44" name="Freeform: Shape 4">
            <a:extLst>
              <a:ext uri="{FF2B5EF4-FFF2-40B4-BE49-F238E27FC236}">
                <a16:creationId xmlns:a16="http://schemas.microsoft.com/office/drawing/2014/main" id="{0F23E34B-DDB3-F546-85BD-E6F551A386E0}"/>
              </a:ext>
            </a:extLst>
          </p:cNvPr>
          <p:cNvSpPr>
            <a:spLocks noGrp="1"/>
          </p:cNvSpPr>
          <p:nvPr/>
        </p:nvSpPr>
        <p:spPr>
          <a:xfrm flipH="1">
            <a:off x="12187678" y="6196655"/>
            <a:ext cx="2859322" cy="2860788"/>
          </a:xfrm>
          <a:custGeom>
            <a:avLst/>
            <a:gdLst>
              <a:gd name="connsiteX0" fmla="*/ 716288 w 1432576"/>
              <a:gd name="connsiteY0" fmla="*/ 717023 h 1433311"/>
              <a:gd name="connsiteX1" fmla="*/ 210111 w 1432576"/>
              <a:gd name="connsiteY1" fmla="*/ 927134 h 1433311"/>
              <a:gd name="connsiteX2" fmla="*/ 0 w 1432576"/>
              <a:gd name="connsiteY2" fmla="*/ 1433311 h 1433311"/>
              <a:gd name="connsiteX3" fmla="*/ 716288 w 1432576"/>
              <a:gd name="connsiteY3" fmla="*/ 1433311 h 1433311"/>
              <a:gd name="connsiteX4" fmla="*/ 1432576 w 1432576"/>
              <a:gd name="connsiteY4" fmla="*/ 1433311 h 1433311"/>
              <a:gd name="connsiteX5" fmla="*/ 1222465 w 1432576"/>
              <a:gd name="connsiteY5" fmla="*/ 927134 h 1433311"/>
              <a:gd name="connsiteX6" fmla="*/ 716288 w 1432576"/>
              <a:gd name="connsiteY6" fmla="*/ 717023 h 1433311"/>
              <a:gd name="connsiteX7" fmla="*/ 1222465 w 1432576"/>
              <a:gd name="connsiteY7" fmla="*/ 210111 h 1433311"/>
              <a:gd name="connsiteX8" fmla="*/ 1432576 w 1432576"/>
              <a:gd name="connsiteY8" fmla="*/ 716288 h 1433311"/>
              <a:gd name="connsiteX9" fmla="*/ 716288 w 1432576"/>
              <a:gd name="connsiteY9" fmla="*/ 716288 h 1433311"/>
              <a:gd name="connsiteX10" fmla="*/ 0 w 1432576"/>
              <a:gd name="connsiteY10" fmla="*/ 716288 h 1433311"/>
              <a:gd name="connsiteX11" fmla="*/ 210111 w 1432576"/>
              <a:gd name="connsiteY11" fmla="*/ 210111 h 1433311"/>
              <a:gd name="connsiteX12" fmla="*/ 716288 w 1432576"/>
              <a:gd name="connsiteY12" fmla="*/ 0 h 1433311"/>
              <a:gd name="connsiteX13" fmla="*/ 1222465 w 1432576"/>
              <a:gd name="connsiteY13" fmla="*/ 210111 h 1433311"/>
            </a:gdLst>
            <a:ahLst/>
            <a:cxnLst/>
            <a:rect l="l" t="t" r="r" b="b"/>
            <a:pathLst>
              <a:path w="1432576" h="1433311">
                <a:moveTo>
                  <a:pt x="716288" y="717023"/>
                </a:moveTo>
                <a:cubicBezTo>
                  <a:pt x="526013" y="717023"/>
                  <a:pt x="343818" y="792692"/>
                  <a:pt x="210111" y="927134"/>
                </a:cubicBezTo>
                <a:cubicBezTo>
                  <a:pt x="76404" y="1061575"/>
                  <a:pt x="0" y="1243036"/>
                  <a:pt x="0" y="1433311"/>
                </a:cubicBezTo>
                <a:lnTo>
                  <a:pt x="716288" y="1433311"/>
                </a:lnTo>
                <a:lnTo>
                  <a:pt x="1432576" y="1433311"/>
                </a:lnTo>
                <a:cubicBezTo>
                  <a:pt x="1432576" y="1243036"/>
                  <a:pt x="1356907" y="1060841"/>
                  <a:pt x="1222465" y="927134"/>
                </a:cubicBezTo>
                <a:cubicBezTo>
                  <a:pt x="1088023" y="793426"/>
                  <a:pt x="906564" y="717023"/>
                  <a:pt x="716288" y="717023"/>
                </a:cubicBezTo>
                <a:close/>
                <a:moveTo>
                  <a:pt x="1222465" y="210111"/>
                </a:moveTo>
                <a:cubicBezTo>
                  <a:pt x="1356907" y="344553"/>
                  <a:pt x="1432576" y="526747"/>
                  <a:pt x="1432576" y="716288"/>
                </a:cubicBezTo>
                <a:lnTo>
                  <a:pt x="716288" y="716288"/>
                </a:lnTo>
                <a:lnTo>
                  <a:pt x="0" y="716288"/>
                </a:lnTo>
                <a:cubicBezTo>
                  <a:pt x="0" y="526012"/>
                  <a:pt x="75669" y="343818"/>
                  <a:pt x="210111" y="210111"/>
                </a:cubicBezTo>
                <a:cubicBezTo>
                  <a:pt x="344553" y="76404"/>
                  <a:pt x="526747" y="0"/>
                  <a:pt x="716288" y="0"/>
                </a:cubicBezTo>
                <a:cubicBezTo>
                  <a:pt x="905829" y="0"/>
                  <a:pt x="1088758" y="75669"/>
                  <a:pt x="1222465" y="210111"/>
                </a:cubicBezTo>
                <a:close/>
              </a:path>
            </a:pathLst>
          </a:custGeom>
          <a:solidFill>
            <a:srgbClr val="8A3FFC"/>
          </a:solidFill>
          <a:ln w="7342">
            <a:noFill/>
            <a:prstDash val="solid"/>
          </a:ln>
        </p:spPr>
        <p:txBody>
          <a:bodyPr anchor="ctr"/>
          <a:lstStyle/>
          <a:p>
            <a:endParaRPr/>
          </a:p>
        </p:txBody>
      </p:sp>
      <p:sp>
        <p:nvSpPr>
          <p:cNvPr id="2" name="Footer Placeholder 1">
            <a:extLst>
              <a:ext uri="{FF2B5EF4-FFF2-40B4-BE49-F238E27FC236}">
                <a16:creationId xmlns:a16="http://schemas.microsoft.com/office/drawing/2014/main" id="{F0812F0A-D97F-2909-D826-B16F678D1F19}"/>
              </a:ext>
            </a:extLst>
          </p:cNvPr>
          <p:cNvSpPr>
            <a:spLocks noGrp="1"/>
          </p:cNvSpPr>
          <p:nvPr>
            <p:ph type="ftr" idx="14"/>
          </p:nvPr>
        </p:nvSpPr>
        <p:spPr/>
        <p:txBody>
          <a:bodyPr/>
          <a:lstStyle/>
          <a:p>
            <a:r>
              <a:t>IBM TechXchange | © 2026 IBM Corporation</a:t>
            </a:r>
          </a:p>
        </p:txBody>
      </p:sp>
      <p:sp>
        <p:nvSpPr>
          <p:cNvPr id="3" name="Slide Number Placeholder 2">
            <a:extLst>
              <a:ext uri="{FF2B5EF4-FFF2-40B4-BE49-F238E27FC236}">
                <a16:creationId xmlns:a16="http://schemas.microsoft.com/office/drawing/2014/main" id="{26109D3E-1437-5ED4-A411-164EF070E9A9}"/>
              </a:ext>
            </a:extLst>
          </p:cNvPr>
          <p:cNvSpPr>
            <a:spLocks noGrp="1"/>
          </p:cNvSpPr>
          <p:nvPr>
            <p:ph type="sldNum" idx="15"/>
          </p:nvPr>
        </p:nvSpPr>
        <p:spPr/>
        <p:txBody>
          <a:bodyPr/>
          <a:lstStyle/>
          <a:p>
            <a:fld id="{86CB4B4D-7CA3-9044-876B-883B54F8677D}" type="slidenum">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half, left side imagery">
    <p:bg>
      <p:bgPr>
        <a:solidFill>
          <a:schemeClr val="tx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E646ABB-4CDF-1C43-BC68-9B02BB70E2B9}"/>
              </a:ext>
            </a:extLst>
          </p:cNvPr>
          <p:cNvSpPr>
            <a:spLocks noGrp="1"/>
          </p:cNvSpPr>
          <p:nvPr/>
        </p:nvSpPr>
        <p:spPr>
          <a:xfrm>
            <a:off x="-1" y="0"/>
            <a:ext cx="24387175" cy="13716000"/>
          </a:xfrm>
          <a:prstGeom prst="rect">
            <a:avLst/>
          </a:prstGeom>
          <a:solidFill>
            <a:schemeClr val="tx1"/>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chemeClr val="bg1"/>
              </a:solidFill>
              <a:latin typeface="+mn-lt"/>
              <a:ea typeface="+mn-lt"/>
              <a:cs typeface="+mn-lt"/>
            </a:endParaRPr>
          </a:p>
        </p:txBody>
      </p:sp>
      <p:sp>
        <p:nvSpPr>
          <p:cNvPr id="7" name="Picture Placeholder 6">
            <a:extLst>
              <a:ext uri="{FF2B5EF4-FFF2-40B4-BE49-F238E27FC236}">
                <a16:creationId xmlns:a16="http://schemas.microsoft.com/office/drawing/2014/main" id="{9CD5B627-E439-376E-A00C-87BAFF059FD8}"/>
              </a:ext>
            </a:extLst>
          </p:cNvPr>
          <p:cNvSpPr>
            <a:spLocks noGrp="1"/>
          </p:cNvSpPr>
          <p:nvPr>
            <p:ph type="pic" idx="12" hasCustomPrompt="1"/>
          </p:nvPr>
        </p:nvSpPr>
        <p:spPr>
          <a:xfrm>
            <a:off x="568324" y="566735"/>
            <a:ext cx="11049000" cy="12574587"/>
          </a:xfrm>
          <a:prstGeom prst="rect">
            <a:avLst/>
          </a:prstGeom>
          <a:solidFill>
            <a:srgbClr val="525252"/>
          </a:solidFill>
        </p:spPr>
        <p:txBody>
          <a:bodyPr anchor="ctr"/>
          <a:lstStyle>
            <a:lvl1pPr algn="ctr">
              <a:buNone/>
              <a:defRPr>
                <a:solidFill>
                  <a:srgbClr val="F4F4F4"/>
                </a:solidFill>
              </a:defRPr>
            </a:lvl1pPr>
          </a:lstStyle>
          <a:p>
            <a:r>
              <a:t>Place imagery here</a:t>
            </a:r>
          </a:p>
        </p:txBody>
      </p:sp>
      <p:sp>
        <p:nvSpPr>
          <p:cNvPr id="6" name="Title 1">
            <a:extLst>
              <a:ext uri="{FF2B5EF4-FFF2-40B4-BE49-F238E27FC236}">
                <a16:creationId xmlns:a16="http://schemas.microsoft.com/office/drawing/2014/main" id="{1A4EF684-B51F-B632-828D-3BB5197236DB}"/>
              </a:ext>
            </a:extLst>
          </p:cNvPr>
          <p:cNvSpPr>
            <a:spLocks noGrp="1"/>
          </p:cNvSpPr>
          <p:nvPr>
            <p:ph type="title"/>
          </p:nvPr>
        </p:nvSpPr>
        <p:spPr>
          <a:xfrm>
            <a:off x="12769852" y="396574"/>
            <a:ext cx="11050589" cy="11600163"/>
          </a:xfrm>
        </p:spPr>
        <p:txBody>
          <a:bodyPr rIns="457200"/>
          <a:lstStyle>
            <a:lvl1pPr>
              <a:lnSpc>
                <a:spcPct val="100000"/>
              </a:lnSpc>
              <a:buNone/>
              <a:defRPr>
                <a:solidFill>
                  <a:srgbClr val="F4F4F4"/>
                </a:solidFill>
              </a:defRPr>
            </a:lvl1pPr>
          </a:lstStyle>
          <a:p>
            <a:r>
              <a:t>Click to edit Master title style</a:t>
            </a:r>
          </a:p>
        </p:txBody>
      </p:sp>
      <p:sp>
        <p:nvSpPr>
          <p:cNvPr id="2" name="Footer Placeholder 1">
            <a:extLst>
              <a:ext uri="{FF2B5EF4-FFF2-40B4-BE49-F238E27FC236}">
                <a16:creationId xmlns:a16="http://schemas.microsoft.com/office/drawing/2014/main" id="{0BE3B353-B0B7-633A-9206-553E836D8563}"/>
              </a:ext>
            </a:extLst>
          </p:cNvPr>
          <p:cNvSpPr>
            <a:spLocks noGrp="1"/>
          </p:cNvSpPr>
          <p:nvPr>
            <p:ph type="ftr" idx="13"/>
          </p:nvPr>
        </p:nvSpPr>
        <p:spPr/>
        <p:txBody>
          <a:bodyPr/>
          <a:lstStyle/>
          <a:p>
            <a:r>
              <a:t>IBM TechXchange | © 2026 IBM Corporation</a:t>
            </a:r>
          </a:p>
        </p:txBody>
      </p:sp>
      <p:sp>
        <p:nvSpPr>
          <p:cNvPr id="3" name="Slide Number Placeholder 2">
            <a:extLst>
              <a:ext uri="{FF2B5EF4-FFF2-40B4-BE49-F238E27FC236}">
                <a16:creationId xmlns:a16="http://schemas.microsoft.com/office/drawing/2014/main" id="{4C67B09F-9C8A-CD2B-FFA6-67E7C8925CDF}"/>
              </a:ext>
            </a:extLst>
          </p:cNvPr>
          <p:cNvSpPr>
            <a:spLocks noGrp="1"/>
          </p:cNvSpPr>
          <p:nvPr>
            <p:ph type="sldNum" idx="14"/>
          </p:nvPr>
        </p:nvSpPr>
        <p:spPr/>
        <p:txBody>
          <a:bodyPr/>
          <a:lstStyle/>
          <a:p>
            <a:fld id="{86CB4B4D-7CA3-9044-876B-883B54F8677D}" type="slidenum">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ection, callout, image">
    <p:bg>
      <p:bgPr>
        <a:solidFill>
          <a:schemeClr val="tx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83922DF-A58D-814E-85B2-CBFA0635040D}"/>
              </a:ext>
            </a:extLst>
          </p:cNvPr>
          <p:cNvSpPr>
            <a:spLocks noGrp="1"/>
          </p:cNvSpPr>
          <p:nvPr/>
        </p:nvSpPr>
        <p:spPr>
          <a:xfrm>
            <a:off x="-1" y="0"/>
            <a:ext cx="24387175" cy="13716000"/>
          </a:xfrm>
          <a:prstGeom prst="rect">
            <a:avLst/>
          </a:prstGeom>
          <a:solidFill>
            <a:schemeClr val="tx1"/>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chemeClr val="bg1"/>
              </a:solidFill>
              <a:latin typeface="+mn-lt"/>
              <a:ea typeface="+mn-lt"/>
              <a:cs typeface="+mn-lt"/>
            </a:endParaRPr>
          </a:p>
        </p:txBody>
      </p:sp>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01090"/>
            <a:ext cx="4949825" cy="1525588"/>
          </a:xfrm>
        </p:spPr>
        <p:txBody>
          <a:bodyPr/>
          <a:lstStyle>
            <a:lvl1pPr>
              <a:lnSpc>
                <a:spcPct val="110000"/>
              </a:lnSpc>
              <a:buNone/>
              <a:defRPr sz="2800">
                <a:solidFill>
                  <a:srgbClr val="F4F4F4"/>
                </a:solidFill>
              </a:defRPr>
            </a:lvl1pPr>
          </a:lstStyle>
          <a:p>
            <a:r>
              <a:t>Click to edit Master title style</a:t>
            </a:r>
          </a:p>
        </p:txBody>
      </p:sp>
      <p:sp>
        <p:nvSpPr>
          <p:cNvPr id="5" name="Picture Placeholder 10">
            <a:extLst>
              <a:ext uri="{FF2B5EF4-FFF2-40B4-BE49-F238E27FC236}">
                <a16:creationId xmlns:a16="http://schemas.microsoft.com/office/drawing/2014/main" id="{468A48E8-BE84-7972-AB73-8E31C1C13499}"/>
              </a:ext>
            </a:extLst>
          </p:cNvPr>
          <p:cNvSpPr>
            <a:spLocks noGrp="1"/>
          </p:cNvSpPr>
          <p:nvPr>
            <p:ph type="pic" idx="15" hasCustomPrompt="1"/>
          </p:nvPr>
        </p:nvSpPr>
        <p:spPr>
          <a:xfrm>
            <a:off x="12763500" y="569913"/>
            <a:ext cx="11049000" cy="12574587"/>
          </a:xfrm>
          <a:prstGeom prst="rect">
            <a:avLst/>
          </a:prstGeom>
          <a:solidFill>
            <a:srgbClr val="525252"/>
          </a:solidFill>
        </p:spPr>
        <p:txBody>
          <a:bodyPr anchor="ctr"/>
          <a:lstStyle>
            <a:lvl1pPr algn="ctr">
              <a:buNone/>
              <a:defRPr>
                <a:solidFill>
                  <a:srgbClr val="F4F4F4"/>
                </a:solidFill>
              </a:defRPr>
            </a:lvl1pPr>
          </a:lstStyle>
          <a:p>
            <a:r>
              <a:t>Place imagery here</a:t>
            </a:r>
          </a:p>
        </p:txBody>
      </p:sp>
      <p:sp>
        <p:nvSpPr>
          <p:cNvPr id="3" name="Text Placeholder 10">
            <a:extLst>
              <a:ext uri="{FF2B5EF4-FFF2-40B4-BE49-F238E27FC236}">
                <a16:creationId xmlns:a16="http://schemas.microsoft.com/office/drawing/2014/main" id="{3ECAFCBD-74B8-193E-870C-66ED84B49CD5}"/>
              </a:ext>
            </a:extLst>
          </p:cNvPr>
          <p:cNvSpPr>
            <a:spLocks noGrp="1"/>
          </p:cNvSpPr>
          <p:nvPr>
            <p:ph type="body" idx="17"/>
          </p:nvPr>
        </p:nvSpPr>
        <p:spPr>
          <a:xfrm>
            <a:off x="582110" y="4099998"/>
            <a:ext cx="11049000" cy="7896740"/>
          </a:xfrm>
        </p:spPr>
        <p:txBody>
          <a:bodyPr/>
          <a:lstStyle>
            <a:lvl1pPr>
              <a:spcBef>
                <a:spcPts val="0"/>
              </a:spcBef>
              <a:spcAft>
                <a:spcPts val="3600"/>
              </a:spcAft>
              <a:buNone/>
              <a:defRPr sz="3600">
                <a:solidFill>
                  <a:srgbClr val="F4F4F4"/>
                </a:solidFill>
              </a:defRPr>
            </a:lvl1pPr>
            <a:lvl2pPr marL="256032" indent="-256032">
              <a:spcBef>
                <a:spcPts val="0"/>
              </a:spcBef>
              <a:spcAft>
                <a:spcPts val="3600"/>
              </a:spcAft>
              <a:buNone/>
              <a:defRPr sz="3600">
                <a:solidFill>
                  <a:srgbClr val="F4F4F4"/>
                </a:solidFill>
              </a:defRPr>
            </a:lvl2pPr>
            <a:lvl3pPr marL="512064" indent="-256032">
              <a:spcBef>
                <a:spcPts val="0"/>
              </a:spcBef>
              <a:spcAft>
                <a:spcPts val="3600"/>
              </a:spcAft>
              <a:buNone/>
              <a:defRPr sz="3600">
                <a:solidFill>
                  <a:srgbClr val="F4F4F4"/>
                </a:solidFill>
              </a:defRPr>
            </a:lvl3pPr>
            <a:lvl4pPr marL="768096" indent="-256032">
              <a:spcBef>
                <a:spcPts val="0"/>
              </a:spcBef>
              <a:spcAft>
                <a:spcPts val="3600"/>
              </a:spcAft>
              <a:buNone/>
              <a:defRPr sz="3600">
                <a:solidFill>
                  <a:srgbClr val="F4F4F4"/>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4" name="Footer Placeholder 3">
            <a:extLst>
              <a:ext uri="{FF2B5EF4-FFF2-40B4-BE49-F238E27FC236}">
                <a16:creationId xmlns:a16="http://schemas.microsoft.com/office/drawing/2014/main" id="{F5F974BE-44C6-8269-94DA-79A5E90A418D}"/>
              </a:ext>
            </a:extLst>
          </p:cNvPr>
          <p:cNvSpPr>
            <a:spLocks noGrp="1"/>
          </p:cNvSpPr>
          <p:nvPr>
            <p:ph type="ftr" idx="18"/>
          </p:nvPr>
        </p:nvSpPr>
        <p:spPr/>
        <p:txBody>
          <a:bodyPr/>
          <a:lstStyle/>
          <a:p>
            <a:r>
              <a:t>IBM TechXchange | © 2026 IBM Corporation</a:t>
            </a:r>
          </a:p>
        </p:txBody>
      </p:sp>
      <p:sp>
        <p:nvSpPr>
          <p:cNvPr id="6" name="Slide Number Placeholder 5">
            <a:extLst>
              <a:ext uri="{FF2B5EF4-FFF2-40B4-BE49-F238E27FC236}">
                <a16:creationId xmlns:a16="http://schemas.microsoft.com/office/drawing/2014/main" id="{05E1400B-DFD7-A090-8270-2FEDA635E021}"/>
              </a:ext>
            </a:extLst>
          </p:cNvPr>
          <p:cNvSpPr>
            <a:spLocks noGrp="1"/>
          </p:cNvSpPr>
          <p:nvPr>
            <p:ph type="sldNum" idx="19"/>
          </p:nvPr>
        </p:nvSpPr>
        <p:spPr/>
        <p:txBody>
          <a:bodyPr/>
          <a:lstStyle/>
          <a:p>
            <a:fld id="{86CB4B4D-7CA3-9044-876B-883B54F8677D}" type="slidenum">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ection, callouts, big image with margins">
    <p:bg>
      <p:bgPr>
        <a:solidFill>
          <a:schemeClr val="tx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1B61F1E-B9E2-944A-8FFB-E220FF06C0B2}"/>
              </a:ext>
            </a:extLst>
          </p:cNvPr>
          <p:cNvSpPr>
            <a:spLocks noGrp="1"/>
          </p:cNvSpPr>
          <p:nvPr/>
        </p:nvSpPr>
        <p:spPr>
          <a:xfrm>
            <a:off x="-1" y="0"/>
            <a:ext cx="24387175" cy="13716000"/>
          </a:xfrm>
          <a:prstGeom prst="rect">
            <a:avLst/>
          </a:prstGeom>
          <a:solidFill>
            <a:schemeClr val="tx1"/>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chemeClr val="bg1"/>
              </a:solidFill>
              <a:latin typeface="+mn-lt"/>
              <a:ea typeface="+mn-lt"/>
              <a:cs typeface="+mn-lt"/>
            </a:endParaRPr>
          </a:p>
        </p:txBody>
      </p:sp>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01090"/>
            <a:ext cx="4949825" cy="1525588"/>
          </a:xfrm>
        </p:spPr>
        <p:txBody>
          <a:bodyPr/>
          <a:lstStyle>
            <a:lvl1pPr>
              <a:lnSpc>
                <a:spcPct val="110000"/>
              </a:lnSpc>
              <a:buNone/>
              <a:defRPr sz="2800">
                <a:solidFill>
                  <a:srgbClr val="F4F4F4"/>
                </a:solidFill>
              </a:defRPr>
            </a:lvl1pPr>
          </a:lstStyle>
          <a:p>
            <a:r>
              <a:t>Click to edit Master title style</a:t>
            </a:r>
          </a:p>
        </p:txBody>
      </p:sp>
      <p:sp>
        <p:nvSpPr>
          <p:cNvPr id="7" name="Picture Placeholder 6">
            <a:extLst>
              <a:ext uri="{FF2B5EF4-FFF2-40B4-BE49-F238E27FC236}">
                <a16:creationId xmlns:a16="http://schemas.microsoft.com/office/drawing/2014/main" id="{CC70703B-65B6-4B78-8B7C-73857A06C3A8}"/>
              </a:ext>
            </a:extLst>
          </p:cNvPr>
          <p:cNvSpPr>
            <a:spLocks noGrp="1"/>
          </p:cNvSpPr>
          <p:nvPr>
            <p:ph type="pic" idx="14" hasCustomPrompt="1"/>
          </p:nvPr>
        </p:nvSpPr>
        <p:spPr>
          <a:xfrm>
            <a:off x="6667500" y="565151"/>
            <a:ext cx="17151350" cy="12579349"/>
          </a:xfrm>
          <a:prstGeom prst="rect">
            <a:avLst/>
          </a:prstGeom>
          <a:solidFill>
            <a:srgbClr val="525252"/>
          </a:solidFill>
        </p:spPr>
        <p:txBody>
          <a:bodyPr anchor="ctr"/>
          <a:lstStyle>
            <a:lvl1pPr algn="ctr">
              <a:buNone/>
              <a:defRPr>
                <a:solidFill>
                  <a:srgbClr val="F4F4F4"/>
                </a:solidFill>
              </a:defRPr>
            </a:lvl1pPr>
          </a:lstStyle>
          <a:p>
            <a:r>
              <a:t>Place imagery here</a:t>
            </a:r>
          </a:p>
        </p:txBody>
      </p:sp>
      <p:sp>
        <p:nvSpPr>
          <p:cNvPr id="5" name="Text Placeholder 5">
            <a:extLst>
              <a:ext uri="{FF2B5EF4-FFF2-40B4-BE49-F238E27FC236}">
                <a16:creationId xmlns:a16="http://schemas.microsoft.com/office/drawing/2014/main" id="{2F1062D6-5670-E376-5181-FACE84388D3D}"/>
              </a:ext>
            </a:extLst>
          </p:cNvPr>
          <p:cNvSpPr>
            <a:spLocks noGrp="1"/>
          </p:cNvSpPr>
          <p:nvPr>
            <p:ph type="body" idx="15"/>
          </p:nvPr>
        </p:nvSpPr>
        <p:spPr>
          <a:xfrm>
            <a:off x="576072" y="3341318"/>
            <a:ext cx="4956175" cy="8655420"/>
          </a:xfrm>
        </p:spPr>
        <p:txBody>
          <a:bodyPr/>
          <a:lstStyle>
            <a:lvl1pPr>
              <a:lnSpc>
                <a:spcPct val="110000"/>
              </a:lnSpc>
              <a:spcBef>
                <a:spcPts val="0"/>
              </a:spcBef>
              <a:spcAft>
                <a:spcPts val="3600"/>
              </a:spcAft>
              <a:buNone/>
              <a:defRPr sz="3600">
                <a:solidFill>
                  <a:srgbClr val="F4F4F4"/>
                </a:solidFill>
              </a:defRPr>
            </a:lvl1pPr>
            <a:lvl2pPr marL="256032" indent="-256032">
              <a:lnSpc>
                <a:spcPct val="110000"/>
              </a:lnSpc>
              <a:spcBef>
                <a:spcPts val="0"/>
              </a:spcBef>
              <a:spcAft>
                <a:spcPts val="3600"/>
              </a:spcAft>
              <a:buNone/>
              <a:defRPr sz="3600">
                <a:solidFill>
                  <a:srgbClr val="F4F4F4"/>
                </a:solidFill>
              </a:defRPr>
            </a:lvl2pPr>
            <a:lvl3pPr marL="512064" indent="-256032">
              <a:lnSpc>
                <a:spcPct val="110000"/>
              </a:lnSpc>
              <a:spcBef>
                <a:spcPts val="0"/>
              </a:spcBef>
              <a:spcAft>
                <a:spcPts val="3600"/>
              </a:spcAft>
              <a:buNone/>
              <a:defRPr sz="3600">
                <a:solidFill>
                  <a:srgbClr val="F4F4F4"/>
                </a:solidFill>
              </a:defRPr>
            </a:lvl3pPr>
            <a:lvl4pPr marL="768096" indent="-256032">
              <a:lnSpc>
                <a:spcPct val="110000"/>
              </a:lnSpc>
              <a:spcBef>
                <a:spcPts val="0"/>
              </a:spcBef>
              <a:spcAft>
                <a:spcPts val="3600"/>
              </a:spcAft>
              <a:buNone/>
              <a:defRPr sz="3600">
                <a:solidFill>
                  <a:srgbClr val="F4F4F4"/>
                </a:solidFill>
              </a:defRPr>
            </a:lvl4pPr>
            <a:lvl5pPr>
              <a:lnSpc>
                <a:spcPct val="110000"/>
              </a:lnSpc>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3" name="Footer Placeholder 2">
            <a:extLst>
              <a:ext uri="{FF2B5EF4-FFF2-40B4-BE49-F238E27FC236}">
                <a16:creationId xmlns:a16="http://schemas.microsoft.com/office/drawing/2014/main" id="{77E96643-A028-8EF3-9732-F359AB515956}"/>
              </a:ext>
            </a:extLst>
          </p:cNvPr>
          <p:cNvSpPr>
            <a:spLocks noGrp="1"/>
          </p:cNvSpPr>
          <p:nvPr>
            <p:ph type="ftr" idx="16"/>
          </p:nvPr>
        </p:nvSpPr>
        <p:spPr/>
        <p:txBody>
          <a:bodyPr/>
          <a:lstStyle/>
          <a:p>
            <a:r>
              <a:t>IBM TechXchange | © 2026 IBM Corporation</a:t>
            </a:r>
          </a:p>
        </p:txBody>
      </p:sp>
      <p:sp>
        <p:nvSpPr>
          <p:cNvPr id="4" name="Slide Number Placeholder 3">
            <a:extLst>
              <a:ext uri="{FF2B5EF4-FFF2-40B4-BE49-F238E27FC236}">
                <a16:creationId xmlns:a16="http://schemas.microsoft.com/office/drawing/2014/main" id="{F01DA219-EE95-8176-A0B1-ADCA0E333241}"/>
              </a:ext>
            </a:extLst>
          </p:cNvPr>
          <p:cNvSpPr>
            <a:spLocks noGrp="1"/>
          </p:cNvSpPr>
          <p:nvPr>
            <p:ph type="sldNum" idx="17"/>
          </p:nvPr>
        </p:nvSpPr>
        <p:spPr/>
        <p:txBody>
          <a:bodyPr/>
          <a:lstStyle/>
          <a:p>
            <a:fld id="{86CB4B4D-7CA3-9044-876B-883B54F8677D}" type="slidenum">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image with margins">
    <p:bg>
      <p:bgPr>
        <a:solidFill>
          <a:schemeClr val="tx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4C4378-3339-3741-9AB1-56F6CD070219}"/>
              </a:ext>
            </a:extLst>
          </p:cNvPr>
          <p:cNvSpPr>
            <a:spLocks noGrp="1"/>
          </p:cNvSpPr>
          <p:nvPr/>
        </p:nvSpPr>
        <p:spPr>
          <a:xfrm>
            <a:off x="-1" y="0"/>
            <a:ext cx="24387175" cy="13716000"/>
          </a:xfrm>
          <a:prstGeom prst="rect">
            <a:avLst/>
          </a:prstGeom>
          <a:solidFill>
            <a:schemeClr val="tx1"/>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chemeClr val="bg1"/>
              </a:solidFill>
              <a:latin typeface="+mn-lt"/>
              <a:ea typeface="+mn-lt"/>
              <a:cs typeface="+mn-lt"/>
            </a:endParaRPr>
          </a:p>
        </p:txBody>
      </p:sp>
      <p:sp>
        <p:nvSpPr>
          <p:cNvPr id="5" name="Picture Placeholder 10">
            <a:extLst>
              <a:ext uri="{FF2B5EF4-FFF2-40B4-BE49-F238E27FC236}">
                <a16:creationId xmlns:a16="http://schemas.microsoft.com/office/drawing/2014/main" id="{468A48E8-BE84-7972-AB73-8E31C1C13499}"/>
              </a:ext>
            </a:extLst>
          </p:cNvPr>
          <p:cNvSpPr>
            <a:spLocks noGrp="1"/>
          </p:cNvSpPr>
          <p:nvPr>
            <p:ph type="pic" idx="15" hasCustomPrompt="1"/>
          </p:nvPr>
        </p:nvSpPr>
        <p:spPr>
          <a:xfrm>
            <a:off x="574675" y="3429000"/>
            <a:ext cx="23237825" cy="9715500"/>
          </a:xfrm>
          <a:prstGeom prst="rect">
            <a:avLst/>
          </a:prstGeom>
          <a:solidFill>
            <a:srgbClr val="525252"/>
          </a:solidFill>
        </p:spPr>
        <p:txBody>
          <a:bodyPr anchor="ctr"/>
          <a:lstStyle>
            <a:lvl1pPr algn="ctr">
              <a:buNone/>
              <a:defRPr>
                <a:solidFill>
                  <a:srgbClr val="F4F4F4"/>
                </a:solidFill>
              </a:defRPr>
            </a:lvl1pPr>
          </a:lstStyle>
          <a:p>
            <a:r>
              <a:t>Place imagery here</a:t>
            </a:r>
          </a:p>
        </p:txBody>
      </p:sp>
      <p:sp>
        <p:nvSpPr>
          <p:cNvPr id="3" name="Title 1">
            <a:extLst>
              <a:ext uri="{FF2B5EF4-FFF2-40B4-BE49-F238E27FC236}">
                <a16:creationId xmlns:a16="http://schemas.microsoft.com/office/drawing/2014/main" id="{63BB8FDD-3412-E9EE-8A7C-A6A76F2B68D8}"/>
              </a:ext>
            </a:extLst>
          </p:cNvPr>
          <p:cNvSpPr>
            <a:spLocks noGrp="1"/>
          </p:cNvSpPr>
          <p:nvPr>
            <p:ph type="title"/>
          </p:nvPr>
        </p:nvSpPr>
        <p:spPr>
          <a:xfrm>
            <a:off x="537972" y="396575"/>
            <a:ext cx="23274528" cy="2474216"/>
          </a:xfrm>
        </p:spPr>
        <p:txBody>
          <a:bodyPr rIns="457200"/>
          <a:lstStyle>
            <a:lvl1pPr>
              <a:lnSpc>
                <a:spcPct val="100000"/>
              </a:lnSpc>
              <a:buNone/>
              <a:defRPr>
                <a:solidFill>
                  <a:srgbClr val="F4F4F4"/>
                </a:solidFill>
              </a:defRPr>
            </a:lvl1pPr>
          </a:lstStyle>
          <a:p>
            <a:r>
              <a:t>Click to edit Master title style</a:t>
            </a:r>
          </a:p>
        </p:txBody>
      </p:sp>
      <p:sp>
        <p:nvSpPr>
          <p:cNvPr id="2" name="Footer Placeholder 1">
            <a:extLst>
              <a:ext uri="{FF2B5EF4-FFF2-40B4-BE49-F238E27FC236}">
                <a16:creationId xmlns:a16="http://schemas.microsoft.com/office/drawing/2014/main" id="{5EEE0C51-04A9-2C41-9846-4EA234CF087A}"/>
              </a:ext>
            </a:extLst>
          </p:cNvPr>
          <p:cNvSpPr>
            <a:spLocks noGrp="1"/>
          </p:cNvSpPr>
          <p:nvPr>
            <p:ph type="ftr" idx="16"/>
          </p:nvPr>
        </p:nvSpPr>
        <p:spPr/>
        <p:txBody>
          <a:bodyPr/>
          <a:lstStyle/>
          <a:p>
            <a:r>
              <a:t>IBM TechXchange | © 2026 IBM Corporation</a:t>
            </a:r>
          </a:p>
        </p:txBody>
      </p:sp>
      <p:sp>
        <p:nvSpPr>
          <p:cNvPr id="10" name="Slide Number Placeholder 9">
            <a:extLst>
              <a:ext uri="{FF2B5EF4-FFF2-40B4-BE49-F238E27FC236}">
                <a16:creationId xmlns:a16="http://schemas.microsoft.com/office/drawing/2014/main" id="{34970478-D2C2-5D42-A4C0-9336D6176B5A}"/>
              </a:ext>
            </a:extLst>
          </p:cNvPr>
          <p:cNvSpPr>
            <a:spLocks noGrp="1"/>
          </p:cNvSpPr>
          <p:nvPr>
            <p:ph type="sldNum" idx="17"/>
          </p:nvPr>
        </p:nvSpPr>
        <p:spPr/>
        <p:txBody>
          <a:bodyPr/>
          <a:lstStyle/>
          <a:p>
            <a:fld id="{86CB4B4D-7CA3-9044-876B-883B54F8677D}" type="slidenum">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Images grid">
    <p:bg>
      <p:bgPr>
        <a:solidFill>
          <a:schemeClr val="tx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1F98FABB-9E74-6D4A-BC4E-5CDA5B494956}"/>
              </a:ext>
            </a:extLst>
          </p:cNvPr>
          <p:cNvSpPr>
            <a:spLocks noGrp="1"/>
          </p:cNvSpPr>
          <p:nvPr/>
        </p:nvSpPr>
        <p:spPr>
          <a:xfrm>
            <a:off x="-1" y="0"/>
            <a:ext cx="24387175" cy="13716000"/>
          </a:xfrm>
          <a:prstGeom prst="rect">
            <a:avLst/>
          </a:prstGeom>
          <a:solidFill>
            <a:schemeClr val="tx1"/>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chemeClr val="bg1"/>
              </a:solidFill>
              <a:latin typeface="+mn-lt"/>
              <a:ea typeface="+mn-lt"/>
              <a:cs typeface="+mn-lt"/>
            </a:endParaRPr>
          </a:p>
        </p:txBody>
      </p:sp>
      <p:sp>
        <p:nvSpPr>
          <p:cNvPr id="5" name="Picture Placeholder 10">
            <a:extLst>
              <a:ext uri="{FF2B5EF4-FFF2-40B4-BE49-F238E27FC236}">
                <a16:creationId xmlns:a16="http://schemas.microsoft.com/office/drawing/2014/main" id="{468A48E8-BE84-7972-AB73-8E31C1C13499}"/>
              </a:ext>
            </a:extLst>
          </p:cNvPr>
          <p:cNvSpPr>
            <a:spLocks noGrp="1"/>
          </p:cNvSpPr>
          <p:nvPr>
            <p:ph type="pic" idx="15" hasCustomPrompt="1"/>
          </p:nvPr>
        </p:nvSpPr>
        <p:spPr>
          <a:xfrm>
            <a:off x="6101026" y="899"/>
            <a:ext cx="12186973" cy="6115974"/>
          </a:xfrm>
          <a:prstGeom prst="rect">
            <a:avLst/>
          </a:prstGeom>
          <a:solidFill>
            <a:srgbClr val="525252"/>
          </a:solidFill>
        </p:spPr>
        <p:txBody>
          <a:bodyPr anchor="ctr"/>
          <a:lstStyle>
            <a:lvl1pPr algn="ctr">
              <a:buNone/>
              <a:defRPr>
                <a:solidFill>
                  <a:srgbClr val="F4F4F4"/>
                </a:solidFill>
              </a:defRPr>
            </a:lvl1pPr>
          </a:lstStyle>
          <a:p>
            <a:r>
              <a:t>Place imagery here</a:t>
            </a:r>
          </a:p>
        </p:txBody>
      </p:sp>
      <p:sp>
        <p:nvSpPr>
          <p:cNvPr id="11" name="Picture Placeholder 10">
            <a:extLst>
              <a:ext uri="{FF2B5EF4-FFF2-40B4-BE49-F238E27FC236}">
                <a16:creationId xmlns:a16="http://schemas.microsoft.com/office/drawing/2014/main" id="{7B9CB0EE-399D-E7B8-85E6-488055A857C4}"/>
              </a:ext>
            </a:extLst>
          </p:cNvPr>
          <p:cNvSpPr>
            <a:spLocks noGrp="1"/>
          </p:cNvSpPr>
          <p:nvPr>
            <p:ph type="pic" idx="19" hasCustomPrompt="1"/>
          </p:nvPr>
        </p:nvSpPr>
        <p:spPr>
          <a:xfrm>
            <a:off x="1588" y="6116873"/>
            <a:ext cx="6077577" cy="6080596"/>
          </a:xfrm>
          <a:prstGeom prst="rect">
            <a:avLst/>
          </a:prstGeom>
          <a:solidFill>
            <a:srgbClr val="525252"/>
          </a:solidFill>
        </p:spPr>
        <p:txBody>
          <a:bodyPr anchor="ctr"/>
          <a:lstStyle>
            <a:lvl1pPr algn="ctr">
              <a:buNone/>
              <a:defRPr>
                <a:solidFill>
                  <a:srgbClr val="F4F4F4"/>
                </a:solidFill>
              </a:defRPr>
            </a:lvl1pPr>
          </a:lstStyle>
          <a:p>
            <a:r>
              <a:t>Place imagery here</a:t>
            </a:r>
          </a:p>
        </p:txBody>
      </p:sp>
      <p:sp>
        <p:nvSpPr>
          <p:cNvPr id="12" name="Picture Placeholder 10">
            <a:extLst>
              <a:ext uri="{FF2B5EF4-FFF2-40B4-BE49-F238E27FC236}">
                <a16:creationId xmlns:a16="http://schemas.microsoft.com/office/drawing/2014/main" id="{006E546E-2AFE-C74E-3532-5D6612A3AD87}"/>
              </a:ext>
            </a:extLst>
          </p:cNvPr>
          <p:cNvSpPr>
            <a:spLocks noGrp="1"/>
          </p:cNvSpPr>
          <p:nvPr>
            <p:ph type="pic" idx="20" hasCustomPrompt="1"/>
          </p:nvPr>
        </p:nvSpPr>
        <p:spPr>
          <a:xfrm>
            <a:off x="12222885" y="6116873"/>
            <a:ext cx="12162702" cy="6080596"/>
          </a:xfrm>
          <a:prstGeom prst="rect">
            <a:avLst/>
          </a:prstGeom>
          <a:solidFill>
            <a:srgbClr val="525252"/>
          </a:solidFill>
        </p:spPr>
        <p:txBody>
          <a:bodyPr anchor="ctr"/>
          <a:lstStyle>
            <a:lvl1pPr algn="ctr">
              <a:buNone/>
              <a:defRPr>
                <a:solidFill>
                  <a:srgbClr val="F4F4F4"/>
                </a:solidFill>
              </a:defRPr>
            </a:lvl1pPr>
          </a:lstStyle>
          <a:p>
            <a:r>
              <a:t>Place imagery here</a:t>
            </a:r>
          </a:p>
        </p:txBody>
      </p:sp>
      <p:sp>
        <p:nvSpPr>
          <p:cNvPr id="3" name="Title 1">
            <a:extLst>
              <a:ext uri="{FF2B5EF4-FFF2-40B4-BE49-F238E27FC236}">
                <a16:creationId xmlns:a16="http://schemas.microsoft.com/office/drawing/2014/main" id="{63BB8FDD-3412-E9EE-8A7C-A6A76F2B68D8}"/>
              </a:ext>
            </a:extLst>
          </p:cNvPr>
          <p:cNvSpPr>
            <a:spLocks noGrp="1"/>
          </p:cNvSpPr>
          <p:nvPr>
            <p:ph type="title"/>
          </p:nvPr>
        </p:nvSpPr>
        <p:spPr>
          <a:xfrm>
            <a:off x="537973" y="396575"/>
            <a:ext cx="4986528" cy="3032426"/>
          </a:xfrm>
        </p:spPr>
        <p:txBody>
          <a:bodyPr rIns="457200"/>
          <a:lstStyle>
            <a:lvl1pPr>
              <a:lnSpc>
                <a:spcPct val="100000"/>
              </a:lnSpc>
              <a:buNone/>
              <a:defRPr>
                <a:solidFill>
                  <a:srgbClr val="F4F4F4"/>
                </a:solidFill>
              </a:defRPr>
            </a:lvl1pPr>
          </a:lstStyle>
          <a:p>
            <a:r>
              <a:t>Click to edit Master title style</a:t>
            </a:r>
          </a:p>
        </p:txBody>
      </p:sp>
      <p:sp>
        <p:nvSpPr>
          <p:cNvPr id="6" name="Text Placeholder 10">
            <a:extLst>
              <a:ext uri="{FF2B5EF4-FFF2-40B4-BE49-F238E27FC236}">
                <a16:creationId xmlns:a16="http://schemas.microsoft.com/office/drawing/2014/main" id="{E0DA1707-6C7E-1724-4E62-628D2A33B386}"/>
              </a:ext>
            </a:extLst>
          </p:cNvPr>
          <p:cNvSpPr>
            <a:spLocks noGrp="1"/>
          </p:cNvSpPr>
          <p:nvPr>
            <p:ph type="body" idx="17"/>
          </p:nvPr>
        </p:nvSpPr>
        <p:spPr>
          <a:xfrm>
            <a:off x="6670940" y="6858000"/>
            <a:ext cx="4960170" cy="5138738"/>
          </a:xfrm>
        </p:spPr>
        <p:txBody>
          <a:bodyPr/>
          <a:lstStyle>
            <a:lvl1pPr>
              <a:spcBef>
                <a:spcPts val="0"/>
              </a:spcBef>
              <a:spcAft>
                <a:spcPts val="3600"/>
              </a:spcAft>
              <a:buNone/>
              <a:defRPr sz="3600">
                <a:solidFill>
                  <a:srgbClr val="F4F4F4"/>
                </a:solidFill>
              </a:defRPr>
            </a:lvl1pPr>
            <a:lvl2pPr marL="256032" indent="-256032">
              <a:spcBef>
                <a:spcPts val="0"/>
              </a:spcBef>
              <a:spcAft>
                <a:spcPts val="3600"/>
              </a:spcAft>
              <a:buNone/>
              <a:defRPr sz="3600">
                <a:solidFill>
                  <a:srgbClr val="F4F4F4"/>
                </a:solidFill>
              </a:defRPr>
            </a:lvl2pPr>
            <a:lvl3pPr marL="512064" indent="-256032">
              <a:spcBef>
                <a:spcPts val="0"/>
              </a:spcBef>
              <a:spcAft>
                <a:spcPts val="3600"/>
              </a:spcAft>
              <a:buNone/>
              <a:defRPr sz="3600">
                <a:solidFill>
                  <a:srgbClr val="F4F4F4"/>
                </a:solidFill>
              </a:defRPr>
            </a:lvl3pPr>
            <a:lvl4pPr marL="768096" indent="-256032">
              <a:spcBef>
                <a:spcPts val="0"/>
              </a:spcBef>
              <a:spcAft>
                <a:spcPts val="3600"/>
              </a:spcAft>
              <a:buNone/>
              <a:defRPr sz="3600">
                <a:solidFill>
                  <a:srgbClr val="F4F4F4"/>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0" name="Text Placeholder 10">
            <a:extLst>
              <a:ext uri="{FF2B5EF4-FFF2-40B4-BE49-F238E27FC236}">
                <a16:creationId xmlns:a16="http://schemas.microsoft.com/office/drawing/2014/main" id="{6678E61A-FAE0-02C2-9E52-B553A1B787BE}"/>
              </a:ext>
            </a:extLst>
          </p:cNvPr>
          <p:cNvSpPr>
            <a:spLocks noGrp="1"/>
          </p:cNvSpPr>
          <p:nvPr>
            <p:ph type="body" idx="18"/>
          </p:nvPr>
        </p:nvSpPr>
        <p:spPr>
          <a:xfrm>
            <a:off x="18859500" y="495789"/>
            <a:ext cx="4960170" cy="5138738"/>
          </a:xfrm>
        </p:spPr>
        <p:txBody>
          <a:bodyPr/>
          <a:lstStyle>
            <a:lvl1pPr>
              <a:spcBef>
                <a:spcPts val="0"/>
              </a:spcBef>
              <a:spcAft>
                <a:spcPts val="3600"/>
              </a:spcAft>
              <a:buNone/>
              <a:defRPr sz="3600">
                <a:solidFill>
                  <a:srgbClr val="F4F4F4"/>
                </a:solidFill>
              </a:defRPr>
            </a:lvl1pPr>
            <a:lvl2pPr marL="256032" indent="-256032">
              <a:spcBef>
                <a:spcPts val="0"/>
              </a:spcBef>
              <a:spcAft>
                <a:spcPts val="3600"/>
              </a:spcAft>
              <a:buNone/>
              <a:defRPr sz="3600">
                <a:solidFill>
                  <a:srgbClr val="F4F4F4"/>
                </a:solidFill>
              </a:defRPr>
            </a:lvl2pPr>
            <a:lvl3pPr marL="512064" indent="-256032">
              <a:spcBef>
                <a:spcPts val="0"/>
              </a:spcBef>
              <a:spcAft>
                <a:spcPts val="3600"/>
              </a:spcAft>
              <a:buNone/>
              <a:defRPr sz="3600">
                <a:solidFill>
                  <a:srgbClr val="F4F4F4"/>
                </a:solidFill>
              </a:defRPr>
            </a:lvl3pPr>
            <a:lvl4pPr marL="768096" indent="-256032">
              <a:spcBef>
                <a:spcPts val="0"/>
              </a:spcBef>
              <a:spcAft>
                <a:spcPts val="3600"/>
              </a:spcAft>
              <a:buNone/>
              <a:defRPr sz="3600">
                <a:solidFill>
                  <a:srgbClr val="F4F4F4"/>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2" name="Footer Placeholder 1">
            <a:extLst>
              <a:ext uri="{FF2B5EF4-FFF2-40B4-BE49-F238E27FC236}">
                <a16:creationId xmlns:a16="http://schemas.microsoft.com/office/drawing/2014/main" id="{C8EFE125-BC27-57A9-192D-15C1DFD9A9D3}"/>
              </a:ext>
            </a:extLst>
          </p:cNvPr>
          <p:cNvSpPr>
            <a:spLocks noGrp="1"/>
          </p:cNvSpPr>
          <p:nvPr>
            <p:ph type="ftr" idx="21"/>
          </p:nvPr>
        </p:nvSpPr>
        <p:spPr/>
        <p:txBody>
          <a:bodyPr/>
          <a:lstStyle/>
          <a:p>
            <a:r>
              <a:t>IBM TechXchange | © 2026 IBM Corporation</a:t>
            </a:r>
          </a:p>
        </p:txBody>
      </p:sp>
      <p:sp>
        <p:nvSpPr>
          <p:cNvPr id="4" name="Slide Number Placeholder 3">
            <a:extLst>
              <a:ext uri="{FF2B5EF4-FFF2-40B4-BE49-F238E27FC236}">
                <a16:creationId xmlns:a16="http://schemas.microsoft.com/office/drawing/2014/main" id="{A31406F7-3479-F3F4-C978-2225E53757C3}"/>
              </a:ext>
            </a:extLst>
          </p:cNvPr>
          <p:cNvSpPr>
            <a:spLocks noGrp="1"/>
          </p:cNvSpPr>
          <p:nvPr>
            <p:ph type="sldNum" idx="22"/>
          </p:nvPr>
        </p:nvSpPr>
        <p:spPr/>
        <p:txBody>
          <a:bodyPr/>
          <a:lstStyle/>
          <a:p>
            <a:fld id="{86CB4B4D-7CA3-9044-876B-883B54F8677D}" type="slidenum">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Image with margins">
    <p:bg>
      <p:bgPr>
        <a:solidFill>
          <a:schemeClr val="tx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B766D6E-DF18-5448-B596-5E2F0F06EFC3}"/>
              </a:ext>
            </a:extLst>
          </p:cNvPr>
          <p:cNvSpPr>
            <a:spLocks noGrp="1"/>
          </p:cNvSpPr>
          <p:nvPr/>
        </p:nvSpPr>
        <p:spPr>
          <a:xfrm>
            <a:off x="-1" y="0"/>
            <a:ext cx="24387175" cy="13716000"/>
          </a:xfrm>
          <a:prstGeom prst="rect">
            <a:avLst/>
          </a:prstGeom>
          <a:solidFill>
            <a:schemeClr val="tx1"/>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chemeClr val="bg1"/>
              </a:solidFill>
              <a:latin typeface="+mn-lt"/>
              <a:ea typeface="+mn-lt"/>
              <a:cs typeface="+mn-lt"/>
            </a:endParaRPr>
          </a:p>
        </p:txBody>
      </p:sp>
      <p:sp>
        <p:nvSpPr>
          <p:cNvPr id="4" name="Picture Placeholder 3">
            <a:extLst>
              <a:ext uri="{FF2B5EF4-FFF2-40B4-BE49-F238E27FC236}">
                <a16:creationId xmlns:a16="http://schemas.microsoft.com/office/drawing/2014/main" id="{34239CCE-9A38-90E1-F860-FF40FBDA2409}"/>
              </a:ext>
            </a:extLst>
          </p:cNvPr>
          <p:cNvSpPr>
            <a:spLocks noGrp="1"/>
          </p:cNvSpPr>
          <p:nvPr>
            <p:ph type="pic" idx="11" hasCustomPrompt="1"/>
          </p:nvPr>
        </p:nvSpPr>
        <p:spPr>
          <a:xfrm>
            <a:off x="568325" y="569913"/>
            <a:ext cx="23244175" cy="12580936"/>
          </a:xfrm>
          <a:prstGeom prst="rect">
            <a:avLst/>
          </a:prstGeom>
          <a:solidFill>
            <a:srgbClr val="525252"/>
          </a:solidFill>
        </p:spPr>
        <p:txBody>
          <a:bodyPr anchor="ctr"/>
          <a:lstStyle>
            <a:lvl1pPr algn="ctr">
              <a:buNone/>
              <a:defRPr>
                <a:solidFill>
                  <a:srgbClr val="F4F4F4"/>
                </a:solidFill>
              </a:defRPr>
            </a:lvl1pPr>
          </a:lstStyle>
          <a:p>
            <a:r>
              <a:t>Place imagery here</a:t>
            </a:r>
          </a:p>
        </p:txBody>
      </p:sp>
      <p:sp>
        <p:nvSpPr>
          <p:cNvPr id="3" name="Footer Placeholder 2">
            <a:extLst>
              <a:ext uri="{FF2B5EF4-FFF2-40B4-BE49-F238E27FC236}">
                <a16:creationId xmlns:a16="http://schemas.microsoft.com/office/drawing/2014/main" id="{B259C93C-0CB6-1FF9-60B7-0C66551FA3D4}"/>
              </a:ext>
            </a:extLst>
          </p:cNvPr>
          <p:cNvSpPr>
            <a:spLocks noGrp="1"/>
          </p:cNvSpPr>
          <p:nvPr>
            <p:ph type="ftr" idx="12"/>
          </p:nvPr>
        </p:nvSpPr>
        <p:spPr/>
        <p:txBody>
          <a:bodyPr/>
          <a:lstStyle/>
          <a:p>
            <a:r>
              <a:t>IBM TechXchange | © 2026 IBM Corporation</a:t>
            </a:r>
          </a:p>
        </p:txBody>
      </p:sp>
      <p:sp>
        <p:nvSpPr>
          <p:cNvPr id="5" name="Slide Number Placeholder 4">
            <a:extLst>
              <a:ext uri="{FF2B5EF4-FFF2-40B4-BE49-F238E27FC236}">
                <a16:creationId xmlns:a16="http://schemas.microsoft.com/office/drawing/2014/main" id="{BDF19A36-8970-9494-400F-288EF9B1A8EB}"/>
              </a:ext>
            </a:extLst>
          </p:cNvPr>
          <p:cNvSpPr>
            <a:spLocks noGrp="1"/>
          </p:cNvSpPr>
          <p:nvPr>
            <p:ph type="sldNum" idx="13"/>
          </p:nvPr>
        </p:nvSpPr>
        <p:spPr/>
        <p:txBody>
          <a:bodyPr/>
          <a:lstStyle/>
          <a:p>
            <a:fld id="{86CB4B4D-7CA3-9044-876B-883B54F8677D}" type="slidenum">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Left side text, grey+white">
    <p:bg>
      <p:bgPr>
        <a:solidFill>
          <a:srgbClr val="F4F4F4"/>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DF3BA29-E81F-2784-6F22-55C9D69D735C}"/>
              </a:ext>
            </a:extLst>
          </p:cNvPr>
          <p:cNvSpPr>
            <a:spLocks noGrp="1"/>
          </p:cNvSpPr>
          <p:nvPr/>
        </p:nvSpPr>
        <p:spPr>
          <a:xfrm>
            <a:off x="-1" y="-1"/>
            <a:ext cx="6096001" cy="13716001"/>
          </a:xfrm>
          <a:prstGeom prst="rect">
            <a:avLst/>
          </a:prstGeom>
          <a:solidFill>
            <a:schemeClr val="tx1"/>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121920" tIns="121920" rIns="121920" bIns="121920" anchor="t"/>
          <a:lstStyle/>
          <a:p>
            <a:pPr defTabSz="1219170">
              <a:spcBef>
                <a:spcPct val="0"/>
              </a:spcBef>
              <a:spcAft>
                <a:spcPct val="0"/>
              </a:spcAft>
              <a:buNone/>
            </a:pPr>
            <a:endParaRPr sz="1867">
              <a:solidFill>
                <a:schemeClr val="bg1"/>
              </a:solidFill>
            </a:endParaRPr>
          </a:p>
        </p:txBody>
      </p:sp>
      <p:sp>
        <p:nvSpPr>
          <p:cNvPr id="7" name="Text Placeholder 4">
            <a:extLst>
              <a:ext uri="{FF2B5EF4-FFF2-40B4-BE49-F238E27FC236}">
                <a16:creationId xmlns:a16="http://schemas.microsoft.com/office/drawing/2014/main" id="{B46CC3A1-4537-FC29-D1E2-9858E5E2B37B}"/>
              </a:ext>
            </a:extLst>
          </p:cNvPr>
          <p:cNvSpPr>
            <a:spLocks noGrp="1"/>
          </p:cNvSpPr>
          <p:nvPr>
            <p:ph type="body" idx="12"/>
          </p:nvPr>
        </p:nvSpPr>
        <p:spPr>
          <a:xfrm>
            <a:off x="576073" y="3435535"/>
            <a:ext cx="4948427" cy="8572500"/>
          </a:xfrm>
        </p:spPr>
        <p:txBody>
          <a:bodyPr/>
          <a:lstStyle>
            <a:lvl1pPr>
              <a:lnSpc>
                <a:spcPct val="110000"/>
              </a:lnSpc>
              <a:spcBef>
                <a:spcPts val="0"/>
              </a:spcBef>
              <a:buNone/>
              <a:defRPr>
                <a:solidFill>
                  <a:schemeClr val="bg1"/>
                </a:solidFill>
              </a:defRPr>
            </a:lvl1pPr>
            <a:lvl2pPr>
              <a:lnSpc>
                <a:spcPct val="110000"/>
              </a:lnSpc>
              <a:spcBef>
                <a:spcPts val="0"/>
              </a:spcBef>
              <a:buNone/>
              <a:defRPr>
                <a:solidFill>
                  <a:schemeClr val="bg1"/>
                </a:solidFill>
              </a:defRPr>
            </a:lvl2pPr>
            <a:lvl3pPr>
              <a:lnSpc>
                <a:spcPct val="110000"/>
              </a:lnSpc>
              <a:spcBef>
                <a:spcPts val="0"/>
              </a:spcBef>
              <a:buNone/>
              <a:defRPr>
                <a:solidFill>
                  <a:schemeClr val="bg1"/>
                </a:solidFill>
              </a:defRPr>
            </a:lvl3pPr>
            <a:lvl4pPr>
              <a:lnSpc>
                <a:spcPct val="110000"/>
              </a:lnSpc>
              <a:spcBef>
                <a:spcPts val="0"/>
              </a:spcBef>
              <a:buNone/>
              <a:defRPr>
                <a:solidFill>
                  <a:schemeClr val="bg1"/>
                </a:solidFill>
              </a:defRPr>
            </a:lvl4pPr>
            <a:lvl5pPr>
              <a:lnSpc>
                <a:spcPct val="110000"/>
              </a:lnSpc>
              <a:spcBef>
                <a:spcPts val="0"/>
              </a:spcBef>
              <a:buNone/>
              <a:defRPr>
                <a:solidFill>
                  <a:schemeClr val="tx1"/>
                </a:solidFill>
              </a:defRPr>
            </a:lvl5pPr>
          </a:lstStyle>
          <a:p>
            <a:pPr lvl="0">
              <a:buNone/>
            </a:pPr>
            <a:r>
              <a:t>Click to edit Master text</a:t>
            </a:r>
          </a:p>
          <a:p>
            <a:pPr lvl="1">
              <a:buNone/>
            </a:pPr>
            <a:r>
              <a:t>Second level</a:t>
            </a:r>
          </a:p>
          <a:p>
            <a:pPr lvl="2">
              <a:buNone/>
            </a:pPr>
            <a:r>
              <a:t>Third level</a:t>
            </a:r>
          </a:p>
          <a:p>
            <a:pPr lvl="3">
              <a:buNone/>
            </a:pPr>
            <a:r>
              <a:t>Fourth level</a:t>
            </a:r>
          </a:p>
        </p:txBody>
      </p:sp>
      <p:sp>
        <p:nvSpPr>
          <p:cNvPr id="8" name="Title 1">
            <a:extLst>
              <a:ext uri="{FF2B5EF4-FFF2-40B4-BE49-F238E27FC236}">
                <a16:creationId xmlns:a16="http://schemas.microsoft.com/office/drawing/2014/main" id="{D29BAF6E-9877-855F-9A5E-2AFA760A83B3}"/>
              </a:ext>
            </a:extLst>
          </p:cNvPr>
          <p:cNvSpPr>
            <a:spLocks noGrp="1"/>
          </p:cNvSpPr>
          <p:nvPr>
            <p:ph type="title"/>
          </p:nvPr>
        </p:nvSpPr>
        <p:spPr>
          <a:xfrm>
            <a:off x="538494" y="383874"/>
            <a:ext cx="4986006" cy="2859087"/>
          </a:xfrm>
        </p:spPr>
        <p:txBody>
          <a:bodyPr rIns="457200"/>
          <a:lstStyle>
            <a:lvl1pPr>
              <a:lnSpc>
                <a:spcPct val="100000"/>
              </a:lnSpc>
              <a:buNone/>
              <a:defRPr sz="6400">
                <a:solidFill>
                  <a:schemeClr val="bg1"/>
                </a:solidFill>
              </a:defRPr>
            </a:lvl1pPr>
          </a:lstStyle>
          <a:p>
            <a:r>
              <a:t>Click to edit Master title style</a:t>
            </a:r>
          </a:p>
        </p:txBody>
      </p:sp>
      <p:sp>
        <p:nvSpPr>
          <p:cNvPr id="11" name="Rectangle 10">
            <a:extLst>
              <a:ext uri="{FF2B5EF4-FFF2-40B4-BE49-F238E27FC236}">
                <a16:creationId xmlns:a16="http://schemas.microsoft.com/office/drawing/2014/main" id="{B15C574F-4980-D643-A624-889AB26D12D1}"/>
              </a:ext>
            </a:extLst>
          </p:cNvPr>
          <p:cNvSpPr>
            <a:spLocks noGrp="1"/>
          </p:cNvSpPr>
          <p:nvPr/>
        </p:nvSpPr>
        <p:spPr>
          <a:xfrm>
            <a:off x="0" y="13075920"/>
            <a:ext cx="24387175" cy="640080"/>
          </a:xfrm>
          <a:prstGeom prst="rect">
            <a:avLst/>
          </a:prstGeom>
          <a:solidFill>
            <a:schemeClr val="tx1"/>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2" name="Footer Placeholder 1">
            <a:extLst>
              <a:ext uri="{FF2B5EF4-FFF2-40B4-BE49-F238E27FC236}">
                <a16:creationId xmlns:a16="http://schemas.microsoft.com/office/drawing/2014/main" id="{674463FE-0494-9613-835E-DDCC52B3929E}"/>
              </a:ext>
            </a:extLst>
          </p:cNvPr>
          <p:cNvSpPr>
            <a:spLocks noGrp="1"/>
          </p:cNvSpPr>
          <p:nvPr>
            <p:ph type="ftr" idx="13"/>
          </p:nvPr>
        </p:nvSpPr>
        <p:spPr/>
        <p:txBody>
          <a:bodyPr/>
          <a:lstStyle/>
          <a:p>
            <a:r>
              <a:t>IBM TechXchange | © 2026 IBM Corporation</a:t>
            </a:r>
          </a:p>
        </p:txBody>
      </p:sp>
      <p:sp>
        <p:nvSpPr>
          <p:cNvPr id="3" name="Slide Number Placeholder 2">
            <a:extLst>
              <a:ext uri="{FF2B5EF4-FFF2-40B4-BE49-F238E27FC236}">
                <a16:creationId xmlns:a16="http://schemas.microsoft.com/office/drawing/2014/main" id="{20CF00D1-1025-DC29-F76B-C9049B30BA5F}"/>
              </a:ext>
            </a:extLst>
          </p:cNvPr>
          <p:cNvSpPr>
            <a:spLocks noGrp="1"/>
          </p:cNvSpPr>
          <p:nvPr>
            <p:ph type="sldNum" idx="14"/>
          </p:nvPr>
        </p:nvSpPr>
        <p:spPr/>
        <p:txBody>
          <a:bodyPr/>
          <a:lstStyle/>
          <a:p>
            <a:fld id="{86CB4B4D-7CA3-9044-876B-883B54F8677D}" type="slidenum">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 titles, text (split background)">
    <p:bg>
      <p:bgPr>
        <a:solidFill>
          <a:srgbClr val="F4F4F4"/>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E1F66A6-2402-265D-0101-B6536490AFAC}"/>
              </a:ext>
            </a:extLst>
          </p:cNvPr>
          <p:cNvSpPr>
            <a:spLocks noGrp="1"/>
          </p:cNvSpPr>
          <p:nvPr/>
        </p:nvSpPr>
        <p:spPr>
          <a:xfrm>
            <a:off x="12192000" y="0"/>
            <a:ext cx="12195175" cy="13716001"/>
          </a:xfrm>
          <a:prstGeom prst="rect">
            <a:avLst/>
          </a:prstGeom>
          <a:solidFill>
            <a:srgbClr val="F4F4F4"/>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121920" tIns="121920" rIns="121920" bIns="121920" anchor="t"/>
          <a:lstStyle/>
          <a:p>
            <a:pPr defTabSz="1219170">
              <a:spcBef>
                <a:spcPct val="0"/>
              </a:spcBef>
              <a:spcAft>
                <a:spcPct val="0"/>
              </a:spcAft>
              <a:buNone/>
            </a:pPr>
            <a:endParaRPr sz="1867">
              <a:solidFill>
                <a:schemeClr val="bg1"/>
              </a:solidFill>
            </a:endParaRPr>
          </a:p>
        </p:txBody>
      </p:sp>
      <p:sp>
        <p:nvSpPr>
          <p:cNvPr id="6" name="Text Placeholder 5">
            <a:extLst>
              <a:ext uri="{FF2B5EF4-FFF2-40B4-BE49-F238E27FC236}">
                <a16:creationId xmlns:a16="http://schemas.microsoft.com/office/drawing/2014/main" id="{1116610E-CC1C-9D9D-DB96-DEDE65B2F055}"/>
              </a:ext>
            </a:extLst>
          </p:cNvPr>
          <p:cNvSpPr>
            <a:spLocks noGrp="1"/>
          </p:cNvSpPr>
          <p:nvPr>
            <p:ph type="body" idx="18"/>
          </p:nvPr>
        </p:nvSpPr>
        <p:spPr>
          <a:xfrm>
            <a:off x="576073" y="2424223"/>
            <a:ext cx="11042840" cy="701749"/>
          </a:xfrm>
        </p:spPr>
        <p:txBody>
          <a:bodyPr anchor="t"/>
          <a:lstStyle>
            <a:lvl1pPr>
              <a:lnSpc>
                <a:spcPct val="110000"/>
              </a:lnSpc>
              <a:spcBef>
                <a:spcPts val="0"/>
              </a:spcBef>
              <a:spcAft>
                <a:spcPts val="1200"/>
              </a:spcAft>
              <a:buNone/>
              <a:defRPr sz="3600">
                <a:solidFill>
                  <a:schemeClr val="tx1"/>
                </a:solidFill>
              </a:defRPr>
            </a:lvl1pPr>
            <a:lvl2pPr marL="256032" indent="-256032">
              <a:lnSpc>
                <a:spcPct val="110000"/>
              </a:lnSpc>
              <a:spcBef>
                <a:spcPts val="0"/>
              </a:spcBef>
              <a:spcAft>
                <a:spcPts val="1200"/>
              </a:spcAft>
              <a:buNone/>
              <a:defRPr sz="3600">
                <a:solidFill>
                  <a:schemeClr val="tx1"/>
                </a:solidFill>
              </a:defRPr>
            </a:lvl2pPr>
            <a:lvl3pPr marL="512064" indent="-256032">
              <a:lnSpc>
                <a:spcPct val="110000"/>
              </a:lnSpc>
              <a:spcBef>
                <a:spcPts val="0"/>
              </a:spcBef>
              <a:spcAft>
                <a:spcPts val="1200"/>
              </a:spcAft>
              <a:buNone/>
              <a:defRPr sz="3600">
                <a:solidFill>
                  <a:schemeClr val="tx1"/>
                </a:solidFill>
              </a:defRPr>
            </a:lvl3pPr>
            <a:lvl4pPr marL="768096" indent="-256032">
              <a:lnSpc>
                <a:spcPct val="110000"/>
              </a:lnSpc>
              <a:spcBef>
                <a:spcPts val="0"/>
              </a:spcBef>
              <a:spcAft>
                <a:spcPts val="1200"/>
              </a:spcAft>
              <a:buNone/>
              <a:defRPr sz="3600">
                <a:solidFill>
                  <a:schemeClr val="tx1"/>
                </a:solidFill>
              </a:defRPr>
            </a:lvl4pPr>
            <a:lvl5pPr>
              <a:lnSpc>
                <a:spcPct val="110000"/>
              </a:lnSpc>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7" name="Text Placeholder 5">
            <a:extLst>
              <a:ext uri="{FF2B5EF4-FFF2-40B4-BE49-F238E27FC236}">
                <a16:creationId xmlns:a16="http://schemas.microsoft.com/office/drawing/2014/main" id="{39EE314B-511F-9A49-0794-209E594425F3}"/>
              </a:ext>
            </a:extLst>
          </p:cNvPr>
          <p:cNvSpPr>
            <a:spLocks noGrp="1"/>
          </p:cNvSpPr>
          <p:nvPr>
            <p:ph type="body" idx="19"/>
          </p:nvPr>
        </p:nvSpPr>
        <p:spPr>
          <a:xfrm>
            <a:off x="12761723" y="2424223"/>
            <a:ext cx="11042840" cy="701749"/>
          </a:xfrm>
        </p:spPr>
        <p:txBody>
          <a:bodyPr anchor="t"/>
          <a:lstStyle>
            <a:lvl1pPr>
              <a:lnSpc>
                <a:spcPct val="110000"/>
              </a:lnSpc>
              <a:spcBef>
                <a:spcPts val="0"/>
              </a:spcBef>
              <a:spcAft>
                <a:spcPts val="1200"/>
              </a:spcAft>
              <a:buNone/>
              <a:defRPr sz="3600">
                <a:solidFill>
                  <a:schemeClr val="tx1"/>
                </a:solidFill>
              </a:defRPr>
            </a:lvl1pPr>
            <a:lvl2pPr marL="256032" indent="-256032">
              <a:lnSpc>
                <a:spcPct val="110000"/>
              </a:lnSpc>
              <a:spcBef>
                <a:spcPts val="0"/>
              </a:spcBef>
              <a:spcAft>
                <a:spcPts val="1200"/>
              </a:spcAft>
              <a:buNone/>
              <a:defRPr sz="3600">
                <a:solidFill>
                  <a:schemeClr val="tx1"/>
                </a:solidFill>
              </a:defRPr>
            </a:lvl2pPr>
            <a:lvl3pPr marL="512064" indent="-256032">
              <a:lnSpc>
                <a:spcPct val="110000"/>
              </a:lnSpc>
              <a:spcBef>
                <a:spcPts val="0"/>
              </a:spcBef>
              <a:spcAft>
                <a:spcPts val="1200"/>
              </a:spcAft>
              <a:buNone/>
              <a:defRPr sz="3600">
                <a:solidFill>
                  <a:schemeClr val="tx1"/>
                </a:solidFill>
              </a:defRPr>
            </a:lvl3pPr>
            <a:lvl4pPr marL="768096" indent="-256032">
              <a:lnSpc>
                <a:spcPct val="110000"/>
              </a:lnSpc>
              <a:spcBef>
                <a:spcPts val="0"/>
              </a:spcBef>
              <a:spcAft>
                <a:spcPts val="1200"/>
              </a:spcAft>
              <a:buNone/>
              <a:defRPr sz="3600">
                <a:solidFill>
                  <a:schemeClr val="tx1"/>
                </a:solidFill>
              </a:defRPr>
            </a:lvl4pPr>
            <a:lvl5pPr>
              <a:lnSpc>
                <a:spcPct val="110000"/>
              </a:lnSpc>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0" name="Title 1">
            <a:extLst>
              <a:ext uri="{FF2B5EF4-FFF2-40B4-BE49-F238E27FC236}">
                <a16:creationId xmlns:a16="http://schemas.microsoft.com/office/drawing/2014/main" id="{09494A4E-96C8-934A-2BEF-CA4D3BB1814E}"/>
              </a:ext>
            </a:extLst>
          </p:cNvPr>
          <p:cNvSpPr>
            <a:spLocks noGrp="1"/>
          </p:cNvSpPr>
          <p:nvPr>
            <p:ph type="title"/>
          </p:nvPr>
        </p:nvSpPr>
        <p:spPr>
          <a:xfrm>
            <a:off x="538494" y="383875"/>
            <a:ext cx="11086958" cy="984885"/>
          </a:xfrm>
        </p:spPr>
        <p:txBody>
          <a:bodyPr rIns="457200">
            <a:spAutoFit/>
          </a:bodyPr>
          <a:lstStyle>
            <a:lvl1pPr>
              <a:lnSpc>
                <a:spcPct val="100000"/>
              </a:lnSpc>
              <a:buNone/>
              <a:defRPr sz="6400">
                <a:solidFill>
                  <a:schemeClr val="tx1"/>
                </a:solidFill>
              </a:defRPr>
            </a:lvl1pPr>
          </a:lstStyle>
          <a:p>
            <a:r>
              <a:t>Click to edit Master title style</a:t>
            </a:r>
          </a:p>
        </p:txBody>
      </p:sp>
      <p:sp>
        <p:nvSpPr>
          <p:cNvPr id="16" name="Content Placeholder 15">
            <a:extLst>
              <a:ext uri="{FF2B5EF4-FFF2-40B4-BE49-F238E27FC236}">
                <a16:creationId xmlns:a16="http://schemas.microsoft.com/office/drawing/2014/main" id="{15665D22-4DC3-21E1-0450-1EE2C28B9B4F}"/>
              </a:ext>
            </a:extLst>
          </p:cNvPr>
          <p:cNvSpPr>
            <a:spLocks noGrp="1"/>
          </p:cNvSpPr>
          <p:nvPr>
            <p:ph idx="20" hasCustomPrompt="1"/>
          </p:nvPr>
        </p:nvSpPr>
        <p:spPr>
          <a:xfrm>
            <a:off x="12761913" y="383875"/>
            <a:ext cx="11087100" cy="985838"/>
          </a:xfrm>
          <a:prstGeom prst="rect">
            <a:avLst/>
          </a:prstGeom>
          <a:ln>
            <a:noFill/>
          </a:ln>
        </p:spPr>
        <p:txBody>
          <a:bodyPr/>
          <a:lstStyle>
            <a:lvl1pPr>
              <a:buNone/>
              <a:defRPr sz="6400" b="0" i="0" u="none" cap="none" spc="0" baseline="0">
                <a:solidFill>
                  <a:schemeClr val="tx1"/>
                </a:solidFill>
                <a:latin typeface="+mj-lt"/>
                <a:ea typeface="+mj-lt"/>
                <a:cs typeface="+mj-lt"/>
              </a:defRPr>
            </a:lvl1pPr>
          </a:lstStyle>
          <a:p>
            <a:pPr lvl="0">
              <a:buNone/>
            </a:pPr>
            <a:r>
              <a:t>Click to edit Master title style</a:t>
            </a:r>
          </a:p>
        </p:txBody>
      </p:sp>
      <p:sp>
        <p:nvSpPr>
          <p:cNvPr id="4" name="Rectangle 3">
            <a:extLst>
              <a:ext uri="{FF2B5EF4-FFF2-40B4-BE49-F238E27FC236}">
                <a16:creationId xmlns:a16="http://schemas.microsoft.com/office/drawing/2014/main" id="{9D2FD57A-ACA6-46C8-4793-81831B310C53}"/>
              </a:ext>
            </a:extLst>
          </p:cNvPr>
          <p:cNvSpPr>
            <a:spLocks noGrp="1"/>
          </p:cNvSpPr>
          <p:nvPr/>
        </p:nvSpPr>
        <p:spPr>
          <a:xfrm>
            <a:off x="0" y="13075920"/>
            <a:ext cx="24387175" cy="640080"/>
          </a:xfrm>
          <a:prstGeom prst="rect">
            <a:avLst/>
          </a:prstGeom>
          <a:solidFill>
            <a:srgbClr val="F4F4F4"/>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5" name="Footer Placeholder 3">
            <a:extLst>
              <a:ext uri="{FF2B5EF4-FFF2-40B4-BE49-F238E27FC236}">
                <a16:creationId xmlns:a16="http://schemas.microsoft.com/office/drawing/2014/main" id="{06720B8D-2FAB-14A4-265E-866AA156986F}"/>
              </a:ext>
            </a:extLst>
          </p:cNvPr>
          <p:cNvSpPr>
            <a:spLocks noGrp="1"/>
          </p:cNvSpPr>
          <p:nvPr>
            <p:ph type="ftr" idx="13"/>
          </p:nvPr>
        </p:nvSpPr>
        <p:spPr>
          <a:xfrm>
            <a:off x="568324" y="13272850"/>
            <a:ext cx="4956176" cy="246221"/>
          </a:xfrm>
        </p:spPr>
        <p:txBody>
          <a:bodyPr/>
          <a:lstStyle>
            <a:lvl1pPr>
              <a:buNone/>
              <a:defRPr>
                <a:solidFill>
                  <a:schemeClr val="tx1"/>
                </a:solidFill>
              </a:defRPr>
            </a:lvl1pPr>
          </a:lstStyle>
          <a:p>
            <a:r>
              <a:t>IBM TechXchange | © 2026 IBM Corporation</a:t>
            </a:r>
          </a:p>
        </p:txBody>
      </p:sp>
      <p:sp>
        <p:nvSpPr>
          <p:cNvPr id="8" name="Slide Number Placeholder 4">
            <a:extLst>
              <a:ext uri="{FF2B5EF4-FFF2-40B4-BE49-F238E27FC236}">
                <a16:creationId xmlns:a16="http://schemas.microsoft.com/office/drawing/2014/main" id="{BC6EE206-8E89-882E-BA8A-6135789BF553}"/>
              </a:ext>
            </a:extLst>
          </p:cNvPr>
          <p:cNvSpPr>
            <a:spLocks noGrp="1"/>
          </p:cNvSpPr>
          <p:nvPr>
            <p:ph type="sldNum" idx="14"/>
          </p:nvPr>
        </p:nvSpPr>
        <p:spPr>
          <a:xfrm>
            <a:off x="23541592" y="13272850"/>
            <a:ext cx="270908" cy="246221"/>
          </a:xfrm>
        </p:spPr>
        <p:txBody>
          <a:bodyPr/>
          <a:lstStyle>
            <a:lvl1pPr>
              <a:buNone/>
              <a:defRPr>
                <a:solidFill>
                  <a:schemeClr val="tx1"/>
                </a:solidFill>
              </a:defRPr>
            </a:lvl1pPr>
          </a:lstStyle>
          <a:p>
            <a:fld id="{86CB4B4D-7CA3-9044-876B-883B54F8677D}" type="slidenum">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 data callout">
    <p:bg>
      <p:bgPr>
        <a:solidFill>
          <a:schemeClr val="tx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DB20D7FD-6784-59C5-938D-4728A153F52B}"/>
              </a:ext>
            </a:extLst>
          </p:cNvPr>
          <p:cNvSpPr>
            <a:spLocks noGrp="1"/>
          </p:cNvSpPr>
          <p:nvPr>
            <p:ph type="body" idx="13" hasCustomPrompt="1"/>
          </p:nvPr>
        </p:nvSpPr>
        <p:spPr>
          <a:xfrm>
            <a:off x="244060" y="577850"/>
            <a:ext cx="17377190" cy="6177076"/>
          </a:xfrm>
        </p:spPr>
        <p:txBody>
          <a:bodyPr wrap="square" anchor="t">
            <a:spAutoFit/>
          </a:bodyPr>
          <a:lstStyle>
            <a:lvl1pPr marL="0" marR="0" indent="0" algn="l" defTabSz="2438400">
              <a:lnSpc>
                <a:spcPct val="90000"/>
              </a:lnSpc>
              <a:spcBef>
                <a:spcPts val="0"/>
              </a:spcBef>
              <a:spcAft>
                <a:spcPts val="0"/>
              </a:spcAft>
              <a:buClrTx/>
              <a:buSzTx/>
              <a:buFontTx/>
              <a:buNone/>
              <a:defRPr sz="44600" b="0" i="0" u="none" cap="none" spc="0" baseline="0">
                <a:solidFill>
                  <a:srgbClr val="78A9FF"/>
                </a:solidFill>
                <a:latin typeface="IBM Plex Sans Light"/>
                <a:ea typeface="IBM Plex Sans Light"/>
                <a:cs typeface="IBM Plex Sans Light"/>
              </a:defRPr>
            </a:lvl1pPr>
          </a:lstStyle>
          <a:p>
            <a:r>
              <a:t>+00M</a:t>
            </a:r>
          </a:p>
        </p:txBody>
      </p:sp>
      <p:sp>
        <p:nvSpPr>
          <p:cNvPr id="8" name="Text Placeholder 7">
            <a:extLst>
              <a:ext uri="{FF2B5EF4-FFF2-40B4-BE49-F238E27FC236}">
                <a16:creationId xmlns:a16="http://schemas.microsoft.com/office/drawing/2014/main" id="{2D5E03B0-C633-E81D-0D42-3FCCAFD64B0F}"/>
              </a:ext>
            </a:extLst>
          </p:cNvPr>
          <p:cNvSpPr>
            <a:spLocks noGrp="1"/>
          </p:cNvSpPr>
          <p:nvPr>
            <p:ph type="body" idx="12"/>
          </p:nvPr>
        </p:nvSpPr>
        <p:spPr>
          <a:xfrm>
            <a:off x="587738" y="6941218"/>
            <a:ext cx="11031175" cy="2708434"/>
          </a:xfrm>
        </p:spPr>
        <p:txBody>
          <a:bodyPr wrap="square">
            <a:spAutoFit/>
          </a:bodyPr>
          <a:lstStyle>
            <a:lvl1pPr>
              <a:lnSpc>
                <a:spcPct val="100000"/>
              </a:lnSpc>
              <a:spcBef>
                <a:spcPts val="0"/>
              </a:spcBef>
              <a:buNone/>
              <a:defRPr sz="4400">
                <a:solidFill>
                  <a:schemeClr val="bg1"/>
                </a:solidFill>
              </a:defRPr>
            </a:lvl1pPr>
            <a:lvl2pPr marL="402336" indent="-402336">
              <a:lnSpc>
                <a:spcPct val="100000"/>
              </a:lnSpc>
              <a:spcBef>
                <a:spcPts val="0"/>
              </a:spcBef>
              <a:buNone/>
              <a:defRPr sz="4400">
                <a:solidFill>
                  <a:schemeClr val="bg1"/>
                </a:solidFill>
              </a:defRPr>
            </a:lvl2pPr>
            <a:lvl3pPr marL="804672" indent="-402336">
              <a:lnSpc>
                <a:spcPct val="100000"/>
              </a:lnSpc>
              <a:spcBef>
                <a:spcPts val="0"/>
              </a:spcBef>
              <a:buNone/>
              <a:defRPr sz="4400">
                <a:solidFill>
                  <a:schemeClr val="bg1"/>
                </a:solidFill>
              </a:defRPr>
            </a:lvl3pPr>
            <a:lvl4pPr marL="1115568" indent="-402336">
              <a:lnSpc>
                <a:spcPct val="100000"/>
              </a:lnSpc>
              <a:spcBef>
                <a:spcPts val="0"/>
              </a:spcBef>
              <a:buNone/>
              <a:defRPr sz="4400">
                <a:solidFill>
                  <a:schemeClr val="bg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2" name="Text Placeholder 4">
            <a:extLst>
              <a:ext uri="{FF2B5EF4-FFF2-40B4-BE49-F238E27FC236}">
                <a16:creationId xmlns:a16="http://schemas.microsoft.com/office/drawing/2014/main" id="{894B6EDC-B303-90FD-527D-B63F2FB20C78}"/>
              </a:ext>
            </a:extLst>
          </p:cNvPr>
          <p:cNvSpPr>
            <a:spLocks noGrp="1"/>
          </p:cNvSpPr>
          <p:nvPr>
            <p:ph type="body" idx="11"/>
          </p:nvPr>
        </p:nvSpPr>
        <p:spPr>
          <a:xfrm>
            <a:off x="587738" y="11425238"/>
            <a:ext cx="4951413" cy="1143000"/>
          </a:xfrm>
        </p:spPr>
        <p:txBody>
          <a:bodyPr anchor="b"/>
          <a:lstStyle>
            <a:lvl1pPr>
              <a:lnSpc>
                <a:spcPct val="120000"/>
              </a:lnSpc>
              <a:spcBef>
                <a:spcPts val="0"/>
              </a:spcBef>
              <a:buNone/>
              <a:defRPr sz="1600" b="0" i="0">
                <a:solidFill>
                  <a:schemeClr val="bg1"/>
                </a:solidFill>
                <a:latin typeface="IBM Plex Sans"/>
                <a:ea typeface="IBM Plex Sans"/>
                <a:cs typeface="IBM Plex Sans"/>
              </a:defRPr>
            </a:lvl1pPr>
            <a:lvl2pPr marL="146304" indent="-146304">
              <a:lnSpc>
                <a:spcPct val="120000"/>
              </a:lnSpc>
              <a:spcBef>
                <a:spcPts val="0"/>
              </a:spcBef>
              <a:buNone/>
              <a:defRPr sz="1600" b="0" i="0">
                <a:solidFill>
                  <a:schemeClr val="bg1"/>
                </a:solidFill>
                <a:latin typeface="IBM Plex Sans"/>
                <a:ea typeface="IBM Plex Sans"/>
                <a:cs typeface="IBM Plex Sans"/>
              </a:defRPr>
            </a:lvl2pPr>
            <a:lvl3pPr marL="292608" indent="-146304">
              <a:lnSpc>
                <a:spcPct val="120000"/>
              </a:lnSpc>
              <a:spcBef>
                <a:spcPts val="0"/>
              </a:spcBef>
              <a:buNone/>
              <a:defRPr sz="1600" b="0" i="0">
                <a:solidFill>
                  <a:schemeClr val="bg1"/>
                </a:solidFill>
                <a:latin typeface="IBM Plex Sans"/>
                <a:ea typeface="IBM Plex Sans"/>
                <a:cs typeface="IBM Plex Sans"/>
              </a:defRPr>
            </a:lvl3pPr>
            <a:lvl4pPr marL="438912" indent="-146304">
              <a:lnSpc>
                <a:spcPct val="120000"/>
              </a:lnSpc>
              <a:spcBef>
                <a:spcPts val="0"/>
              </a:spcBef>
              <a:buNone/>
              <a:defRPr sz="1600" b="0" i="0">
                <a:solidFill>
                  <a:schemeClr val="bg1"/>
                </a:solidFill>
                <a:latin typeface="IBM Plex Sans"/>
                <a:ea typeface="IBM Plex Sans"/>
                <a:cs typeface="IBM Plex Sans"/>
              </a:defRPr>
            </a:lvl4pPr>
            <a:lvl5pPr>
              <a:lnSpc>
                <a:spcPct val="120000"/>
              </a:lnSpc>
              <a:spcBef>
                <a:spcPts val="0"/>
              </a:spcBef>
              <a:buNone/>
              <a:defRPr sz="1600" b="0" i="0">
                <a:solidFill>
                  <a:schemeClr val="tx1"/>
                </a:solidFill>
                <a:latin typeface="IBM Plex Sans"/>
                <a:ea typeface="IBM Plex Sans"/>
                <a:cs typeface="IBM Plex Sans"/>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9" name="Rectangle 8">
            <a:extLst>
              <a:ext uri="{FF2B5EF4-FFF2-40B4-BE49-F238E27FC236}">
                <a16:creationId xmlns:a16="http://schemas.microsoft.com/office/drawing/2014/main" id="{2CC67F9E-FDC4-CE4B-9C9B-8ECDC80B8825}"/>
              </a:ext>
            </a:extLst>
          </p:cNvPr>
          <p:cNvSpPr>
            <a:spLocks noGrp="1"/>
          </p:cNvSpPr>
          <p:nvPr/>
        </p:nvSpPr>
        <p:spPr>
          <a:xfrm>
            <a:off x="0" y="13075920"/>
            <a:ext cx="24387175" cy="640080"/>
          </a:xfrm>
          <a:prstGeom prst="rect">
            <a:avLst/>
          </a:prstGeom>
          <a:solidFill>
            <a:schemeClr val="tx1"/>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3" name="Footer Placeholder 2">
            <a:extLst>
              <a:ext uri="{FF2B5EF4-FFF2-40B4-BE49-F238E27FC236}">
                <a16:creationId xmlns:a16="http://schemas.microsoft.com/office/drawing/2014/main" id="{5CFF731F-824D-0F7D-D973-9BDDBC7CA0DB}"/>
              </a:ext>
            </a:extLst>
          </p:cNvPr>
          <p:cNvSpPr>
            <a:spLocks noGrp="1"/>
          </p:cNvSpPr>
          <p:nvPr>
            <p:ph type="ftr" idx="14"/>
          </p:nvPr>
        </p:nvSpPr>
        <p:spPr/>
        <p:txBody>
          <a:bodyPr/>
          <a:lstStyle/>
          <a:p>
            <a:r>
              <a:t>IBM TechXchange | © 2026 IBM Corporation</a:t>
            </a:r>
          </a:p>
        </p:txBody>
      </p:sp>
      <p:sp>
        <p:nvSpPr>
          <p:cNvPr id="4" name="Slide Number Placeholder 3">
            <a:extLst>
              <a:ext uri="{FF2B5EF4-FFF2-40B4-BE49-F238E27FC236}">
                <a16:creationId xmlns:a16="http://schemas.microsoft.com/office/drawing/2014/main" id="{638F5105-C07C-99DE-27E4-F4B6D214C74E}"/>
              </a:ext>
            </a:extLst>
          </p:cNvPr>
          <p:cNvSpPr>
            <a:spLocks noGrp="1"/>
          </p:cNvSpPr>
          <p:nvPr>
            <p:ph type="sldNum" idx="15"/>
          </p:nvPr>
        </p:nvSpPr>
        <p:spPr/>
        <p:txBody>
          <a:bodyPr/>
          <a:lstStyle/>
          <a:p>
            <a:fld id="{86CB4B4D-7CA3-9044-876B-883B54F8677D}" type="slidenum">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 data callouts">
    <p:bg>
      <p:bgPr>
        <a:solidFill>
          <a:schemeClr val="tx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DB20D7FD-6784-59C5-938D-4728A153F52B}"/>
              </a:ext>
            </a:extLst>
          </p:cNvPr>
          <p:cNvSpPr>
            <a:spLocks noGrp="1"/>
          </p:cNvSpPr>
          <p:nvPr>
            <p:ph type="body" idx="13" hasCustomPrompt="1"/>
          </p:nvPr>
        </p:nvSpPr>
        <p:spPr>
          <a:xfrm>
            <a:off x="400708" y="9299448"/>
            <a:ext cx="11050588" cy="3543300"/>
          </a:xfrm>
        </p:spPr>
        <p:txBody>
          <a:bodyPr anchor="b"/>
          <a:lstStyle>
            <a:lvl1pPr>
              <a:lnSpc>
                <a:spcPct val="90000"/>
              </a:lnSpc>
              <a:spcBef>
                <a:spcPts val="0"/>
              </a:spcBef>
              <a:buNone/>
              <a:defRPr sz="25800" b="0" i="0">
                <a:solidFill>
                  <a:srgbClr val="78A9FF"/>
                </a:solidFill>
                <a:latin typeface="IBM Plex Sans Light"/>
                <a:ea typeface="IBM Plex Sans Light"/>
                <a:cs typeface="IBM Plex Sans Light"/>
              </a:defRPr>
            </a:lvl1pPr>
          </a:lstStyle>
          <a:p>
            <a:r>
              <a:t>↗︎00M</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idx="14" hasCustomPrompt="1"/>
          </p:nvPr>
        </p:nvSpPr>
        <p:spPr>
          <a:xfrm>
            <a:off x="12588136" y="9296400"/>
            <a:ext cx="11049000" cy="3543300"/>
          </a:xfrm>
        </p:spPr>
        <p:txBody>
          <a:bodyPr anchor="b"/>
          <a:lstStyle>
            <a:lvl1pPr>
              <a:lnSpc>
                <a:spcPct val="90000"/>
              </a:lnSpc>
              <a:spcBef>
                <a:spcPts val="0"/>
              </a:spcBef>
              <a:buNone/>
              <a:defRPr sz="25800" b="0" i="0">
                <a:solidFill>
                  <a:srgbClr val="78A9FF"/>
                </a:solidFill>
                <a:latin typeface="IBM Plex Sans Light"/>
                <a:ea typeface="IBM Plex Sans Light"/>
                <a:cs typeface="IBM Plex Sans Light"/>
              </a:defRPr>
            </a:lvl1pPr>
          </a:lstStyle>
          <a:p>
            <a:r>
              <a:t>+00%</a:t>
            </a:r>
          </a:p>
        </p:txBody>
      </p:sp>
      <p:sp>
        <p:nvSpPr>
          <p:cNvPr id="6" name="Text Placeholder 5">
            <a:extLst>
              <a:ext uri="{FF2B5EF4-FFF2-40B4-BE49-F238E27FC236}">
                <a16:creationId xmlns:a16="http://schemas.microsoft.com/office/drawing/2014/main" id="{0A7285B0-4A1E-8885-0C0E-77D0ECA9CACD}"/>
              </a:ext>
            </a:extLst>
          </p:cNvPr>
          <p:cNvSpPr>
            <a:spLocks noGrp="1"/>
          </p:cNvSpPr>
          <p:nvPr>
            <p:ph type="body" idx="11"/>
          </p:nvPr>
        </p:nvSpPr>
        <p:spPr>
          <a:xfrm>
            <a:off x="12763500" y="463338"/>
            <a:ext cx="7620000" cy="6288087"/>
          </a:xfrm>
        </p:spPr>
        <p:txBody>
          <a:bodyPr/>
          <a:lstStyle>
            <a:lvl1pPr>
              <a:lnSpc>
                <a:spcPct val="100000"/>
              </a:lnSpc>
              <a:spcBef>
                <a:spcPts val="0"/>
              </a:spcBef>
              <a:buNone/>
              <a:defRPr sz="4400">
                <a:solidFill>
                  <a:schemeClr val="bg1"/>
                </a:solidFill>
              </a:defRPr>
            </a:lvl1pPr>
            <a:lvl2pPr marL="402336" indent="-402336">
              <a:lnSpc>
                <a:spcPct val="100000"/>
              </a:lnSpc>
              <a:spcBef>
                <a:spcPts val="0"/>
              </a:spcBef>
              <a:buNone/>
              <a:defRPr sz="4400">
                <a:solidFill>
                  <a:schemeClr val="bg1"/>
                </a:solidFill>
              </a:defRPr>
            </a:lvl2pPr>
            <a:lvl3pPr marL="804672" indent="-402336">
              <a:lnSpc>
                <a:spcPct val="100000"/>
              </a:lnSpc>
              <a:spcBef>
                <a:spcPts val="0"/>
              </a:spcBef>
              <a:buNone/>
              <a:defRPr sz="4400">
                <a:solidFill>
                  <a:schemeClr val="bg1"/>
                </a:solidFill>
              </a:defRPr>
            </a:lvl3pPr>
            <a:lvl4pPr marL="1115568" indent="-402336">
              <a:lnSpc>
                <a:spcPct val="100000"/>
              </a:lnSpc>
              <a:spcBef>
                <a:spcPts val="0"/>
              </a:spcBef>
              <a:buNone/>
              <a:defRPr sz="4400">
                <a:solidFill>
                  <a:schemeClr val="bg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8" name="Text Placeholder 7">
            <a:extLst>
              <a:ext uri="{FF2B5EF4-FFF2-40B4-BE49-F238E27FC236}">
                <a16:creationId xmlns:a16="http://schemas.microsoft.com/office/drawing/2014/main" id="{2D5E03B0-C633-E81D-0D42-3FCCAFD64B0F}"/>
              </a:ext>
            </a:extLst>
          </p:cNvPr>
          <p:cNvSpPr>
            <a:spLocks noGrp="1"/>
          </p:cNvSpPr>
          <p:nvPr>
            <p:ph type="body" idx="12"/>
          </p:nvPr>
        </p:nvSpPr>
        <p:spPr>
          <a:xfrm>
            <a:off x="576072" y="463338"/>
            <a:ext cx="7623175" cy="6288087"/>
          </a:xfrm>
        </p:spPr>
        <p:txBody>
          <a:bodyPr/>
          <a:lstStyle>
            <a:lvl1pPr>
              <a:lnSpc>
                <a:spcPct val="100000"/>
              </a:lnSpc>
              <a:spcBef>
                <a:spcPts val="0"/>
              </a:spcBef>
              <a:buNone/>
              <a:defRPr sz="4400">
                <a:solidFill>
                  <a:schemeClr val="bg1"/>
                </a:solidFill>
              </a:defRPr>
            </a:lvl1pPr>
            <a:lvl2pPr marL="402336" indent="-402336">
              <a:lnSpc>
                <a:spcPct val="100000"/>
              </a:lnSpc>
              <a:spcBef>
                <a:spcPts val="0"/>
              </a:spcBef>
              <a:buNone/>
              <a:defRPr sz="4400">
                <a:solidFill>
                  <a:schemeClr val="bg1"/>
                </a:solidFill>
              </a:defRPr>
            </a:lvl2pPr>
            <a:lvl3pPr marL="804672" indent="-402336">
              <a:lnSpc>
                <a:spcPct val="100000"/>
              </a:lnSpc>
              <a:spcBef>
                <a:spcPts val="0"/>
              </a:spcBef>
              <a:buNone/>
              <a:defRPr sz="4400">
                <a:solidFill>
                  <a:schemeClr val="bg1"/>
                </a:solidFill>
              </a:defRPr>
            </a:lvl3pPr>
            <a:lvl4pPr marL="1115568" indent="-402336">
              <a:lnSpc>
                <a:spcPct val="100000"/>
              </a:lnSpc>
              <a:spcBef>
                <a:spcPts val="0"/>
              </a:spcBef>
              <a:buNone/>
              <a:defRPr sz="4400">
                <a:solidFill>
                  <a:schemeClr val="bg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9" name="Straight Connector 8">
            <a:extLst>
              <a:ext uri="{FF2B5EF4-FFF2-40B4-BE49-F238E27FC236}">
                <a16:creationId xmlns:a16="http://schemas.microsoft.com/office/drawing/2014/main" id="{DD594018-94AF-4D49-9C43-5250A94777D2}"/>
              </a:ext>
            </a:extLst>
          </p:cNvPr>
          <p:cNvSpPr>
            <a:spLocks noGrp="1"/>
          </p:cNvSpPr>
          <p:nvPr/>
        </p:nvSpPr>
        <p:spPr>
          <a:xfrm>
            <a:off x="12193587" y="569913"/>
            <a:ext cx="0" cy="11431587"/>
          </a:xfrm>
          <a:prstGeom prst="line">
            <a:avLst/>
          </a:prstGeom>
          <a:ln w="19050">
            <a:solidFill>
              <a:srgbClr val="E0E0E0"/>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11" name="Rectangle 10">
            <a:extLst>
              <a:ext uri="{FF2B5EF4-FFF2-40B4-BE49-F238E27FC236}">
                <a16:creationId xmlns:a16="http://schemas.microsoft.com/office/drawing/2014/main" id="{155F12CD-7228-9545-AE94-D9BD49CCC4FC}"/>
              </a:ext>
            </a:extLst>
          </p:cNvPr>
          <p:cNvSpPr>
            <a:spLocks noGrp="1"/>
          </p:cNvSpPr>
          <p:nvPr/>
        </p:nvSpPr>
        <p:spPr>
          <a:xfrm>
            <a:off x="0" y="13075920"/>
            <a:ext cx="24387175" cy="640080"/>
          </a:xfrm>
          <a:prstGeom prst="rect">
            <a:avLst/>
          </a:prstGeom>
          <a:solidFill>
            <a:schemeClr val="tx1"/>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2" name="Footer Placeholder 1">
            <a:extLst>
              <a:ext uri="{FF2B5EF4-FFF2-40B4-BE49-F238E27FC236}">
                <a16:creationId xmlns:a16="http://schemas.microsoft.com/office/drawing/2014/main" id="{DEB6CFB1-1585-6E2E-3699-330B5B2B8EB1}"/>
              </a:ext>
            </a:extLst>
          </p:cNvPr>
          <p:cNvSpPr>
            <a:spLocks noGrp="1"/>
          </p:cNvSpPr>
          <p:nvPr>
            <p:ph type="ftr" idx="15"/>
          </p:nvPr>
        </p:nvSpPr>
        <p:spPr/>
        <p:txBody>
          <a:bodyPr/>
          <a:lstStyle/>
          <a:p>
            <a:r>
              <a:t>IBM TechXchange | © 2026 IBM Corporation</a:t>
            </a:r>
          </a:p>
        </p:txBody>
      </p:sp>
      <p:sp>
        <p:nvSpPr>
          <p:cNvPr id="3" name="Slide Number Placeholder 2">
            <a:extLst>
              <a:ext uri="{FF2B5EF4-FFF2-40B4-BE49-F238E27FC236}">
                <a16:creationId xmlns:a16="http://schemas.microsoft.com/office/drawing/2014/main" id="{3CF2AC95-9510-3821-70D1-C20AC22CB02D}"/>
              </a:ext>
            </a:extLst>
          </p:cNvPr>
          <p:cNvSpPr>
            <a:spLocks noGrp="1"/>
          </p:cNvSpPr>
          <p:nvPr>
            <p:ph type="sldNum" idx="16"/>
          </p:nvPr>
        </p:nvSpPr>
        <p:spPr/>
        <p:txBody>
          <a:bodyPr/>
          <a:lstStyle/>
          <a:p>
            <a:fld id="{86CB4B4D-7CA3-9044-876B-883B54F8677D}" type="slidenum">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 data callouts">
    <p:bg>
      <p:bgPr>
        <a:solidFill>
          <a:srgbClr val="F4F4F4"/>
        </a:solidFill>
        <a:effectLst/>
      </p:bgPr>
    </p:bg>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3516E6B1-7020-1EA5-CDD4-B1FC6CE2740C}"/>
              </a:ext>
            </a:extLst>
          </p:cNvPr>
          <p:cNvSpPr>
            <a:spLocks noGrp="1"/>
          </p:cNvSpPr>
          <p:nvPr>
            <p:ph type="body" idx="16" hasCustomPrompt="1"/>
          </p:nvPr>
        </p:nvSpPr>
        <p:spPr>
          <a:xfrm>
            <a:off x="12666663" y="388903"/>
            <a:ext cx="4949825" cy="1906588"/>
          </a:xfrm>
        </p:spPr>
        <p:txBody>
          <a:bodyPr/>
          <a:lstStyle>
            <a:lvl1pPr>
              <a:lnSpc>
                <a:spcPct val="90000"/>
              </a:lnSpc>
              <a:buNone/>
              <a:defRPr sz="13000">
                <a:solidFill>
                  <a:srgbClr val="0F62FE"/>
                </a:solidFill>
              </a:defRPr>
            </a:lvl1pPr>
          </a:lstStyle>
          <a:p>
            <a:pPr lvl="0">
              <a:buNone/>
            </a:pPr>
            <a:r>
              <a:t>00%</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idx="17" hasCustomPrompt="1"/>
          </p:nvPr>
        </p:nvSpPr>
        <p:spPr>
          <a:xfrm>
            <a:off x="18757900" y="392076"/>
            <a:ext cx="4949825" cy="1903413"/>
          </a:xfrm>
        </p:spPr>
        <p:txBody>
          <a:bodyPr/>
          <a:lstStyle>
            <a:lvl1pPr>
              <a:lnSpc>
                <a:spcPct val="90000"/>
              </a:lnSpc>
              <a:buNone/>
              <a:defRPr sz="13000">
                <a:solidFill>
                  <a:srgbClr val="0F62FE"/>
                </a:solidFill>
              </a:defRPr>
            </a:lvl1pPr>
          </a:lstStyle>
          <a:p>
            <a:pPr lvl="0">
              <a:buNone/>
            </a:pPr>
            <a:r>
              <a:t>00%</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idx="15" hasCustomPrompt="1"/>
          </p:nvPr>
        </p:nvSpPr>
        <p:spPr>
          <a:xfrm>
            <a:off x="6565900" y="392190"/>
            <a:ext cx="4951413" cy="1907912"/>
          </a:xfrm>
        </p:spPr>
        <p:txBody>
          <a:bodyPr/>
          <a:lstStyle>
            <a:lvl1pPr>
              <a:lnSpc>
                <a:spcPct val="90000"/>
              </a:lnSpc>
              <a:buNone/>
              <a:defRPr sz="13000">
                <a:solidFill>
                  <a:srgbClr val="0F62FE"/>
                </a:solidFill>
              </a:defRPr>
            </a:lvl1pPr>
            <a:lvl2pPr marL="0" indent="0">
              <a:buNone/>
              <a:defRPr/>
            </a:lvl2pPr>
          </a:lstStyle>
          <a:p>
            <a:pPr lvl="0">
              <a:buNone/>
            </a:pPr>
            <a:r>
              <a:t>00%</a:t>
            </a:r>
          </a:p>
        </p:txBody>
      </p:sp>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463338"/>
            <a:ext cx="4949825" cy="2859088"/>
          </a:xfrm>
        </p:spPr>
        <p:txBody>
          <a:bodyPr/>
          <a:lstStyle>
            <a:lvl1pPr>
              <a:lnSpc>
                <a:spcPct val="110000"/>
              </a:lnSpc>
              <a:buNone/>
              <a:defRPr sz="3600">
                <a:solidFill>
                  <a:schemeClr val="tx1"/>
                </a:solidFill>
              </a:defRPr>
            </a:lvl1pPr>
          </a:lstStyle>
          <a:p>
            <a:r>
              <a:t>Click to edit Master title style</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idx="11"/>
          </p:nvPr>
        </p:nvSpPr>
        <p:spPr>
          <a:xfrm>
            <a:off x="6667500" y="12127831"/>
            <a:ext cx="4951413" cy="555023"/>
          </a:xfrm>
        </p:spPr>
        <p:txBody>
          <a:bodyPr anchor="b"/>
          <a:lstStyle>
            <a:lvl1pPr>
              <a:lnSpc>
                <a:spcPct val="120000"/>
              </a:lnSpc>
              <a:spcBef>
                <a:spcPts val="0"/>
              </a:spcBef>
              <a:buNone/>
              <a:defRPr sz="1600" b="0" i="0">
                <a:solidFill>
                  <a:schemeClr val="tx1"/>
                </a:solidFill>
                <a:latin typeface="IBM Plex Sans"/>
                <a:ea typeface="IBM Plex Sans"/>
                <a:cs typeface="IBM Plex Sans"/>
              </a:defRPr>
            </a:lvl1pPr>
            <a:lvl2pPr marL="146304" indent="-146304">
              <a:lnSpc>
                <a:spcPct val="120000"/>
              </a:lnSpc>
              <a:spcBef>
                <a:spcPts val="0"/>
              </a:spcBef>
              <a:buNone/>
              <a:defRPr sz="1600" b="0" i="0">
                <a:solidFill>
                  <a:schemeClr val="tx1"/>
                </a:solidFill>
                <a:latin typeface="IBM Plex Sans"/>
                <a:ea typeface="IBM Plex Sans"/>
                <a:cs typeface="IBM Plex Sans"/>
              </a:defRPr>
            </a:lvl2pPr>
            <a:lvl3pPr marL="292608" indent="-146304">
              <a:lnSpc>
                <a:spcPct val="120000"/>
              </a:lnSpc>
              <a:spcBef>
                <a:spcPts val="0"/>
              </a:spcBef>
              <a:buNone/>
              <a:defRPr sz="1600" b="0" i="0">
                <a:solidFill>
                  <a:schemeClr val="tx1"/>
                </a:solidFill>
                <a:latin typeface="IBM Plex Sans"/>
                <a:ea typeface="IBM Plex Sans"/>
                <a:cs typeface="IBM Plex Sans"/>
              </a:defRPr>
            </a:lvl3pPr>
            <a:lvl4pPr marL="438912" indent="-146304">
              <a:lnSpc>
                <a:spcPct val="120000"/>
              </a:lnSpc>
              <a:spcBef>
                <a:spcPts val="0"/>
              </a:spcBef>
              <a:buNone/>
              <a:defRPr sz="1600" b="0" i="0">
                <a:solidFill>
                  <a:schemeClr val="tx1"/>
                </a:solidFill>
                <a:latin typeface="IBM Plex Sans"/>
                <a:ea typeface="IBM Plex Sans"/>
                <a:cs typeface="IBM Plex Sans"/>
              </a:defRPr>
            </a:lvl4pPr>
            <a:lvl5pPr>
              <a:lnSpc>
                <a:spcPct val="120000"/>
              </a:lnSpc>
              <a:spcBef>
                <a:spcPts val="0"/>
              </a:spcBef>
              <a:buNone/>
              <a:defRPr sz="1600" b="0" i="0">
                <a:solidFill>
                  <a:schemeClr val="tx1"/>
                </a:solidFill>
                <a:latin typeface="IBM Plex Sans"/>
                <a:ea typeface="IBM Plex Sans"/>
                <a:cs typeface="IBM Plex Sans"/>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idx="12"/>
          </p:nvPr>
        </p:nvSpPr>
        <p:spPr>
          <a:xfrm>
            <a:off x="6667500" y="2295490"/>
            <a:ext cx="4951413" cy="9673040"/>
          </a:xfrm>
        </p:spPr>
        <p:txBody>
          <a:bodyPr/>
          <a:lstStyle>
            <a:lvl1pPr>
              <a:lnSpc>
                <a:spcPct val="110000"/>
              </a:lnSpc>
              <a:spcBef>
                <a:spcPts val="0"/>
              </a:spcBef>
              <a:buNone/>
              <a:defRPr>
                <a:solidFill>
                  <a:schemeClr val="tx1"/>
                </a:solidFill>
              </a:defRPr>
            </a:lvl1pPr>
            <a:lvl2pPr>
              <a:lnSpc>
                <a:spcPct val="110000"/>
              </a:lnSpc>
              <a:spcBef>
                <a:spcPts val="0"/>
              </a:spcBef>
              <a:buNone/>
              <a:defRPr>
                <a:solidFill>
                  <a:schemeClr val="tx1"/>
                </a:solidFill>
              </a:defRPr>
            </a:lvl2pPr>
            <a:lvl3pPr>
              <a:lnSpc>
                <a:spcPct val="110000"/>
              </a:lnSpc>
              <a:spcBef>
                <a:spcPts val="0"/>
              </a:spcBef>
              <a:buNone/>
              <a:defRPr>
                <a:solidFill>
                  <a:schemeClr val="tx1"/>
                </a:solidFill>
              </a:defRPr>
            </a:lvl3pPr>
            <a:lvl4pPr>
              <a:lnSpc>
                <a:spcPct val="110000"/>
              </a:lnSpc>
              <a:spcBef>
                <a:spcPts val="0"/>
              </a:spcBef>
              <a:buNone/>
              <a:defRPr>
                <a:solidFill>
                  <a:schemeClr val="tx1"/>
                </a:solidFill>
              </a:defRPr>
            </a:lvl4pPr>
            <a:lvl5pPr>
              <a:lnSpc>
                <a:spcPct val="110000"/>
              </a:lnSpc>
              <a:spcBef>
                <a:spcPts val="0"/>
              </a:spcBef>
              <a:buNone/>
              <a:defRPr>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idx="13"/>
          </p:nvPr>
        </p:nvSpPr>
        <p:spPr>
          <a:xfrm>
            <a:off x="12763500" y="2297076"/>
            <a:ext cx="4953000" cy="9666845"/>
          </a:xfrm>
        </p:spPr>
        <p:txBody>
          <a:bodyPr/>
          <a:lstStyle>
            <a:lvl1pPr>
              <a:lnSpc>
                <a:spcPct val="110000"/>
              </a:lnSpc>
              <a:spcBef>
                <a:spcPts val="0"/>
              </a:spcBef>
              <a:buNone/>
              <a:defRPr>
                <a:solidFill>
                  <a:schemeClr val="tx1"/>
                </a:solidFill>
              </a:defRPr>
            </a:lvl1pPr>
            <a:lvl2pPr>
              <a:lnSpc>
                <a:spcPct val="110000"/>
              </a:lnSpc>
              <a:spcBef>
                <a:spcPts val="0"/>
              </a:spcBef>
              <a:buNone/>
              <a:defRPr>
                <a:solidFill>
                  <a:schemeClr val="tx1"/>
                </a:solidFill>
              </a:defRPr>
            </a:lvl2pPr>
            <a:lvl3pPr>
              <a:lnSpc>
                <a:spcPct val="110000"/>
              </a:lnSpc>
              <a:spcBef>
                <a:spcPts val="0"/>
              </a:spcBef>
              <a:buNone/>
              <a:defRPr>
                <a:solidFill>
                  <a:schemeClr val="tx1"/>
                </a:solidFill>
              </a:defRPr>
            </a:lvl3pPr>
            <a:lvl4pPr>
              <a:lnSpc>
                <a:spcPct val="110000"/>
              </a:lnSpc>
              <a:spcBef>
                <a:spcPts val="0"/>
              </a:spcBef>
              <a:buNone/>
              <a:defRPr>
                <a:solidFill>
                  <a:schemeClr val="tx1"/>
                </a:solidFill>
              </a:defRPr>
            </a:lvl4pPr>
            <a:lvl5pPr>
              <a:lnSpc>
                <a:spcPct val="110000"/>
              </a:lnSpc>
              <a:spcBef>
                <a:spcPts val="0"/>
              </a:spcBef>
              <a:buNone/>
              <a:defRPr>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idx="14"/>
          </p:nvPr>
        </p:nvSpPr>
        <p:spPr>
          <a:xfrm>
            <a:off x="18859500" y="2295489"/>
            <a:ext cx="4953000" cy="9666845"/>
          </a:xfrm>
        </p:spPr>
        <p:txBody>
          <a:bodyPr/>
          <a:lstStyle>
            <a:lvl1pPr>
              <a:lnSpc>
                <a:spcPct val="110000"/>
              </a:lnSpc>
              <a:spcBef>
                <a:spcPts val="0"/>
              </a:spcBef>
              <a:buNone/>
              <a:defRPr>
                <a:solidFill>
                  <a:schemeClr val="tx1"/>
                </a:solidFill>
              </a:defRPr>
            </a:lvl1pPr>
            <a:lvl2pPr>
              <a:lnSpc>
                <a:spcPct val="110000"/>
              </a:lnSpc>
              <a:spcBef>
                <a:spcPts val="0"/>
              </a:spcBef>
              <a:buNone/>
              <a:defRPr>
                <a:solidFill>
                  <a:schemeClr val="tx1"/>
                </a:solidFill>
              </a:defRPr>
            </a:lvl2pPr>
            <a:lvl3pPr>
              <a:lnSpc>
                <a:spcPct val="110000"/>
              </a:lnSpc>
              <a:spcBef>
                <a:spcPts val="0"/>
              </a:spcBef>
              <a:buNone/>
              <a:defRPr>
                <a:solidFill>
                  <a:schemeClr val="tx1"/>
                </a:solidFill>
              </a:defRPr>
            </a:lvl3pPr>
            <a:lvl4pPr>
              <a:lnSpc>
                <a:spcPct val="110000"/>
              </a:lnSpc>
              <a:spcBef>
                <a:spcPts val="0"/>
              </a:spcBef>
              <a:buNone/>
              <a:defRPr>
                <a:solidFill>
                  <a:schemeClr val="tx1"/>
                </a:solidFill>
              </a:defRPr>
            </a:lvl4pPr>
            <a:lvl5pPr>
              <a:lnSpc>
                <a:spcPct val="110000"/>
              </a:lnSpc>
              <a:spcBef>
                <a:spcPts val="0"/>
              </a:spcBef>
              <a:buNone/>
              <a:defRPr>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8" name="Straight Connector 7">
            <a:extLst>
              <a:ext uri="{FF2B5EF4-FFF2-40B4-BE49-F238E27FC236}">
                <a16:creationId xmlns:a16="http://schemas.microsoft.com/office/drawing/2014/main" id="{04270D27-D650-4264-AC78-6E750988D4CC}"/>
              </a:ext>
            </a:extLst>
          </p:cNvPr>
          <p:cNvSpPr>
            <a:spLocks noGrp="1"/>
          </p:cNvSpPr>
          <p:nvPr/>
        </p:nvSpPr>
        <p:spPr>
          <a:xfrm>
            <a:off x="12188952" y="566928"/>
            <a:ext cx="0" cy="11431587"/>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10" name="Straight Connector 9">
            <a:extLst>
              <a:ext uri="{FF2B5EF4-FFF2-40B4-BE49-F238E27FC236}">
                <a16:creationId xmlns:a16="http://schemas.microsoft.com/office/drawing/2014/main" id="{89B7D133-953A-4B7D-B191-0F8EF0299DEB}"/>
              </a:ext>
            </a:extLst>
          </p:cNvPr>
          <p:cNvSpPr>
            <a:spLocks noGrp="1"/>
          </p:cNvSpPr>
          <p:nvPr/>
        </p:nvSpPr>
        <p:spPr>
          <a:xfrm>
            <a:off x="18304455" y="566928"/>
            <a:ext cx="0" cy="11431587"/>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6" name="Rectangle 5">
            <a:extLst>
              <a:ext uri="{FF2B5EF4-FFF2-40B4-BE49-F238E27FC236}">
                <a16:creationId xmlns:a16="http://schemas.microsoft.com/office/drawing/2014/main" id="{4766C0EA-2ACD-721E-F26E-34557DC2229C}"/>
              </a:ext>
            </a:extLst>
          </p:cNvPr>
          <p:cNvSpPr>
            <a:spLocks noGrp="1"/>
          </p:cNvSpPr>
          <p:nvPr/>
        </p:nvSpPr>
        <p:spPr>
          <a:xfrm>
            <a:off x="0" y="13075920"/>
            <a:ext cx="24387175" cy="640080"/>
          </a:xfrm>
          <a:prstGeom prst="rect">
            <a:avLst/>
          </a:prstGeom>
          <a:solidFill>
            <a:srgbClr val="F4F4F4"/>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12" name="Footer Placeholder 3">
            <a:extLst>
              <a:ext uri="{FF2B5EF4-FFF2-40B4-BE49-F238E27FC236}">
                <a16:creationId xmlns:a16="http://schemas.microsoft.com/office/drawing/2014/main" id="{AFDA81CD-0E1D-FA43-5DD5-D5F1D450E91B}"/>
              </a:ext>
            </a:extLst>
          </p:cNvPr>
          <p:cNvSpPr>
            <a:spLocks noGrp="1"/>
          </p:cNvSpPr>
          <p:nvPr>
            <p:ph type="ftr" idx="18"/>
          </p:nvPr>
        </p:nvSpPr>
        <p:spPr>
          <a:xfrm>
            <a:off x="568324" y="13272850"/>
            <a:ext cx="4956176" cy="246221"/>
          </a:xfrm>
        </p:spPr>
        <p:txBody>
          <a:bodyPr/>
          <a:lstStyle>
            <a:lvl1pPr>
              <a:buNone/>
              <a:defRPr>
                <a:solidFill>
                  <a:schemeClr val="tx1"/>
                </a:solidFill>
              </a:defRPr>
            </a:lvl1pPr>
          </a:lstStyle>
          <a:p>
            <a:r>
              <a:t>IBM TechXchange | © 2026 IBM Corporation</a:t>
            </a:r>
          </a:p>
        </p:txBody>
      </p:sp>
      <p:sp>
        <p:nvSpPr>
          <p:cNvPr id="13" name="Slide Number Placeholder 4">
            <a:extLst>
              <a:ext uri="{FF2B5EF4-FFF2-40B4-BE49-F238E27FC236}">
                <a16:creationId xmlns:a16="http://schemas.microsoft.com/office/drawing/2014/main" id="{C4CDBD98-540C-0523-FE8E-6F15B2F1036E}"/>
              </a:ext>
            </a:extLst>
          </p:cNvPr>
          <p:cNvSpPr>
            <a:spLocks noGrp="1"/>
          </p:cNvSpPr>
          <p:nvPr>
            <p:ph type="sldNum" idx="19"/>
          </p:nvPr>
        </p:nvSpPr>
        <p:spPr>
          <a:xfrm>
            <a:off x="23541592" y="13272850"/>
            <a:ext cx="270908" cy="246221"/>
          </a:xfrm>
        </p:spPr>
        <p:txBody>
          <a:bodyPr/>
          <a:lstStyle>
            <a:lvl1pPr>
              <a:buNone/>
              <a:defRPr>
                <a:solidFill>
                  <a:schemeClr val="tx1"/>
                </a:solidFill>
              </a:defRPr>
            </a:lvl1pPr>
          </a:lstStyle>
          <a:p>
            <a:fld id="{86CB4B4D-7CA3-9044-876B-883B54F8677D}" type="slidenum">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plain">
    <p:bg>
      <p:bgPr>
        <a:solidFill>
          <a:srgbClr val="F4F4F4"/>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733F7B7-5AD6-1E43-4FD9-3C700AC2CBD0}"/>
              </a:ext>
            </a:extLst>
          </p:cNvPr>
          <p:cNvSpPr>
            <a:spLocks noGrp="1"/>
          </p:cNvSpPr>
          <p:nvPr>
            <p:ph type="title"/>
          </p:nvPr>
        </p:nvSpPr>
        <p:spPr>
          <a:xfrm>
            <a:off x="538493" y="383874"/>
            <a:ext cx="14691981" cy="2859087"/>
          </a:xfrm>
        </p:spPr>
        <p:txBody>
          <a:bodyPr rIns="457200"/>
          <a:lstStyle>
            <a:lvl1pPr>
              <a:lnSpc>
                <a:spcPct val="100000"/>
              </a:lnSpc>
              <a:buNone/>
              <a:defRPr sz="6400">
                <a:solidFill>
                  <a:schemeClr val="tx1"/>
                </a:solidFill>
              </a:defRPr>
            </a:lvl1pPr>
          </a:lstStyle>
          <a:p>
            <a:r>
              <a:t>Click to edit Master title style</a:t>
            </a:r>
          </a:p>
        </p:txBody>
      </p:sp>
      <p:sp>
        <p:nvSpPr>
          <p:cNvPr id="6" name="Rectangle 5">
            <a:extLst>
              <a:ext uri="{FF2B5EF4-FFF2-40B4-BE49-F238E27FC236}">
                <a16:creationId xmlns:a16="http://schemas.microsoft.com/office/drawing/2014/main" id="{8EC163CF-83B7-554F-9AC6-370464BAC76A}"/>
              </a:ext>
            </a:extLst>
          </p:cNvPr>
          <p:cNvSpPr>
            <a:spLocks noGrp="1"/>
          </p:cNvSpPr>
          <p:nvPr/>
        </p:nvSpPr>
        <p:spPr>
          <a:xfrm>
            <a:off x="0" y="13075920"/>
            <a:ext cx="24387175" cy="640080"/>
          </a:xfrm>
          <a:prstGeom prst="rect">
            <a:avLst/>
          </a:prstGeom>
          <a:solidFill>
            <a:srgbClr val="F4F4F4"/>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9" name="Footer Placeholder 8">
            <a:extLst>
              <a:ext uri="{FF2B5EF4-FFF2-40B4-BE49-F238E27FC236}">
                <a16:creationId xmlns:a16="http://schemas.microsoft.com/office/drawing/2014/main" id="{A52961DD-0EF9-A04B-BD32-08909E25A6F9}"/>
              </a:ext>
            </a:extLst>
          </p:cNvPr>
          <p:cNvSpPr>
            <a:spLocks noGrp="1"/>
          </p:cNvSpPr>
          <p:nvPr>
            <p:ph type="ftr" idx="10"/>
          </p:nvPr>
        </p:nvSpPr>
        <p:spPr/>
        <p:txBody>
          <a:bodyPr/>
          <a:lstStyle>
            <a:lvl1pPr>
              <a:buNone/>
              <a:defRPr>
                <a:solidFill>
                  <a:schemeClr val="tx1"/>
                </a:solidFill>
              </a:defRPr>
            </a:lvl1pPr>
          </a:lstStyle>
          <a:p>
            <a:r>
              <a:t>IBM TechXchange | © 2026 IBM Corporation</a:t>
            </a:r>
          </a:p>
        </p:txBody>
      </p:sp>
      <p:sp>
        <p:nvSpPr>
          <p:cNvPr id="10" name="Slide Number Placeholder 9">
            <a:extLst>
              <a:ext uri="{FF2B5EF4-FFF2-40B4-BE49-F238E27FC236}">
                <a16:creationId xmlns:a16="http://schemas.microsoft.com/office/drawing/2014/main" id="{B7B97F59-5C91-324B-8BCB-77A9DD83A893}"/>
              </a:ext>
            </a:extLst>
          </p:cNvPr>
          <p:cNvSpPr>
            <a:spLocks noGrp="1"/>
          </p:cNvSpPr>
          <p:nvPr>
            <p:ph type="sldNum" idx="11"/>
          </p:nvPr>
        </p:nvSpPr>
        <p:spPr/>
        <p:txBody>
          <a:bodyPr/>
          <a:lstStyle>
            <a:lvl1pPr>
              <a:buNone/>
              <a:defRPr>
                <a:solidFill>
                  <a:schemeClr val="tx1"/>
                </a:solidFill>
              </a:defRPr>
            </a:lvl1pPr>
          </a:lstStyle>
          <a:p>
            <a:fld id="{86CB4B4D-7CA3-9044-876B-883B54F8677D}" type="slidenum">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hort title, plain">
    <p:bg>
      <p:bgPr>
        <a:solidFill>
          <a:srgbClr val="F4F4F4"/>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733F7B7-5AD6-1E43-4FD9-3C700AC2CBD0}"/>
              </a:ext>
            </a:extLst>
          </p:cNvPr>
          <p:cNvSpPr>
            <a:spLocks noGrp="1"/>
          </p:cNvSpPr>
          <p:nvPr>
            <p:ph type="title"/>
          </p:nvPr>
        </p:nvSpPr>
        <p:spPr>
          <a:xfrm>
            <a:off x="538493" y="383874"/>
            <a:ext cx="8599157" cy="2859087"/>
          </a:xfrm>
        </p:spPr>
        <p:txBody>
          <a:bodyPr rIns="457200"/>
          <a:lstStyle>
            <a:lvl1pPr>
              <a:lnSpc>
                <a:spcPct val="100000"/>
              </a:lnSpc>
              <a:buNone/>
              <a:defRPr sz="6400">
                <a:solidFill>
                  <a:schemeClr val="tx1"/>
                </a:solidFill>
              </a:defRPr>
            </a:lvl1pPr>
          </a:lstStyle>
          <a:p>
            <a:r>
              <a:t>Click to edit Master title style</a:t>
            </a:r>
          </a:p>
        </p:txBody>
      </p:sp>
      <p:sp>
        <p:nvSpPr>
          <p:cNvPr id="5" name="Rectangle 4">
            <a:extLst>
              <a:ext uri="{FF2B5EF4-FFF2-40B4-BE49-F238E27FC236}">
                <a16:creationId xmlns:a16="http://schemas.microsoft.com/office/drawing/2014/main" id="{21FD009C-B08F-BF46-5D76-62FE0AFE254C}"/>
              </a:ext>
            </a:extLst>
          </p:cNvPr>
          <p:cNvSpPr>
            <a:spLocks noGrp="1"/>
          </p:cNvSpPr>
          <p:nvPr/>
        </p:nvSpPr>
        <p:spPr>
          <a:xfrm>
            <a:off x="0" y="13075920"/>
            <a:ext cx="24387175" cy="640080"/>
          </a:xfrm>
          <a:prstGeom prst="rect">
            <a:avLst/>
          </a:prstGeom>
          <a:solidFill>
            <a:srgbClr val="F4F4F4"/>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7" name="Footer Placeholder 3">
            <a:extLst>
              <a:ext uri="{FF2B5EF4-FFF2-40B4-BE49-F238E27FC236}">
                <a16:creationId xmlns:a16="http://schemas.microsoft.com/office/drawing/2014/main" id="{E1FD9321-565D-48E7-E951-520981121F0C}"/>
              </a:ext>
            </a:extLst>
          </p:cNvPr>
          <p:cNvSpPr>
            <a:spLocks noGrp="1"/>
          </p:cNvSpPr>
          <p:nvPr>
            <p:ph type="ftr" idx="13"/>
          </p:nvPr>
        </p:nvSpPr>
        <p:spPr>
          <a:xfrm>
            <a:off x="568324" y="13272850"/>
            <a:ext cx="4956176" cy="246221"/>
          </a:xfrm>
        </p:spPr>
        <p:txBody>
          <a:bodyPr/>
          <a:lstStyle>
            <a:lvl1pPr>
              <a:buNone/>
              <a:defRPr>
                <a:solidFill>
                  <a:schemeClr val="tx1"/>
                </a:solidFill>
              </a:defRPr>
            </a:lvl1pPr>
          </a:lstStyle>
          <a:p>
            <a:r>
              <a:t>IBM TechXchange | © 2026 IBM Corporation</a:t>
            </a:r>
          </a:p>
        </p:txBody>
      </p:sp>
      <p:sp>
        <p:nvSpPr>
          <p:cNvPr id="8" name="Slide Number Placeholder 4">
            <a:extLst>
              <a:ext uri="{FF2B5EF4-FFF2-40B4-BE49-F238E27FC236}">
                <a16:creationId xmlns:a16="http://schemas.microsoft.com/office/drawing/2014/main" id="{002FFF77-CCBE-77B0-3E16-2980CB3A7774}"/>
              </a:ext>
            </a:extLst>
          </p:cNvPr>
          <p:cNvSpPr>
            <a:spLocks noGrp="1"/>
          </p:cNvSpPr>
          <p:nvPr>
            <p:ph type="sldNum" idx="14"/>
          </p:nvPr>
        </p:nvSpPr>
        <p:spPr>
          <a:xfrm>
            <a:off x="23541592" y="13272850"/>
            <a:ext cx="270908" cy="246221"/>
          </a:xfrm>
        </p:spPr>
        <p:txBody>
          <a:bodyPr/>
          <a:lstStyle>
            <a:lvl1pPr>
              <a:buNone/>
              <a:defRPr>
                <a:solidFill>
                  <a:schemeClr val="tx1"/>
                </a:solidFill>
              </a:defRPr>
            </a:lvl1pPr>
          </a:lstStyle>
          <a:p>
            <a:fld id="{86CB4B4D-7CA3-9044-876B-883B54F8677D}" type="slidenum">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rgbClr val="F4F4F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01090"/>
            <a:ext cx="4949825" cy="1527048"/>
          </a:xfrm>
        </p:spPr>
        <p:txBody>
          <a:bodyPr/>
          <a:lstStyle>
            <a:lvl1pPr>
              <a:lnSpc>
                <a:spcPct val="110000"/>
              </a:lnSpc>
              <a:buNone/>
              <a:defRPr sz="2800">
                <a:solidFill>
                  <a:schemeClr val="tx1"/>
                </a:solidFill>
              </a:defRPr>
            </a:lvl1pPr>
          </a:lstStyle>
          <a:p>
            <a:r>
              <a:t>Click to edit Master title style</a:t>
            </a:r>
          </a:p>
        </p:txBody>
      </p:sp>
      <p:sp>
        <p:nvSpPr>
          <p:cNvPr id="5" name="Rectangle 4">
            <a:extLst>
              <a:ext uri="{FF2B5EF4-FFF2-40B4-BE49-F238E27FC236}">
                <a16:creationId xmlns:a16="http://schemas.microsoft.com/office/drawing/2014/main" id="{773AA2F9-B2B4-CBDB-3445-4303CD2CFEAB}"/>
              </a:ext>
            </a:extLst>
          </p:cNvPr>
          <p:cNvSpPr>
            <a:spLocks noGrp="1"/>
          </p:cNvSpPr>
          <p:nvPr/>
        </p:nvSpPr>
        <p:spPr>
          <a:xfrm>
            <a:off x="0" y="13075920"/>
            <a:ext cx="24387175" cy="640080"/>
          </a:xfrm>
          <a:prstGeom prst="rect">
            <a:avLst/>
          </a:prstGeom>
          <a:solidFill>
            <a:srgbClr val="F4F4F4"/>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7" name="Footer Placeholder 3">
            <a:extLst>
              <a:ext uri="{FF2B5EF4-FFF2-40B4-BE49-F238E27FC236}">
                <a16:creationId xmlns:a16="http://schemas.microsoft.com/office/drawing/2014/main" id="{A53EBB1F-728F-2222-8E1C-E36FB1755BA6}"/>
              </a:ext>
            </a:extLst>
          </p:cNvPr>
          <p:cNvSpPr>
            <a:spLocks noGrp="1"/>
          </p:cNvSpPr>
          <p:nvPr>
            <p:ph type="ftr" idx="13"/>
          </p:nvPr>
        </p:nvSpPr>
        <p:spPr>
          <a:xfrm>
            <a:off x="568324" y="13272850"/>
            <a:ext cx="4956176" cy="246221"/>
          </a:xfrm>
        </p:spPr>
        <p:txBody>
          <a:bodyPr/>
          <a:lstStyle>
            <a:lvl1pPr>
              <a:buNone/>
              <a:defRPr>
                <a:solidFill>
                  <a:schemeClr val="tx1"/>
                </a:solidFill>
              </a:defRPr>
            </a:lvl1pPr>
          </a:lstStyle>
          <a:p>
            <a:r>
              <a:t>IBM TechXchange | © 2026 IBM Corporation</a:t>
            </a:r>
          </a:p>
        </p:txBody>
      </p:sp>
      <p:sp>
        <p:nvSpPr>
          <p:cNvPr id="8" name="Slide Number Placeholder 4">
            <a:extLst>
              <a:ext uri="{FF2B5EF4-FFF2-40B4-BE49-F238E27FC236}">
                <a16:creationId xmlns:a16="http://schemas.microsoft.com/office/drawing/2014/main" id="{C097BFD0-235C-23E8-C0CE-BBB440C3FB42}"/>
              </a:ext>
            </a:extLst>
          </p:cNvPr>
          <p:cNvSpPr>
            <a:spLocks noGrp="1"/>
          </p:cNvSpPr>
          <p:nvPr>
            <p:ph type="sldNum" idx="14"/>
          </p:nvPr>
        </p:nvSpPr>
        <p:spPr>
          <a:xfrm>
            <a:off x="23541592" y="13272850"/>
            <a:ext cx="270908" cy="246221"/>
          </a:xfrm>
        </p:spPr>
        <p:txBody>
          <a:bodyPr/>
          <a:lstStyle>
            <a:lvl1pPr>
              <a:buNone/>
              <a:defRPr>
                <a:solidFill>
                  <a:schemeClr val="tx1"/>
                </a:solidFill>
              </a:defRPr>
            </a:lvl1pPr>
          </a:lstStyle>
          <a:p>
            <a:fld id="{86CB4B4D-7CA3-9044-876B-883B54F8677D}" type="slidenum">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rgbClr val="F4F4F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01090"/>
            <a:ext cx="4949825" cy="1525588"/>
          </a:xfrm>
        </p:spPr>
        <p:txBody>
          <a:bodyPr/>
          <a:lstStyle>
            <a:lvl1pPr>
              <a:lnSpc>
                <a:spcPct val="110000"/>
              </a:lnSpc>
              <a:buNone/>
              <a:defRPr sz="2800">
                <a:solidFill>
                  <a:schemeClr val="tx1"/>
                </a:solidFill>
              </a:defRPr>
            </a:lvl1pPr>
          </a:lstStyle>
          <a:p>
            <a:r>
              <a:t>Click to edit Master title style</a:t>
            </a:r>
          </a:p>
        </p:txBody>
      </p:sp>
      <p:sp>
        <p:nvSpPr>
          <p:cNvPr id="8" name="Picture Placeholder 7">
            <a:extLst>
              <a:ext uri="{FF2B5EF4-FFF2-40B4-BE49-F238E27FC236}">
                <a16:creationId xmlns:a16="http://schemas.microsoft.com/office/drawing/2014/main" id="{AB8510EE-4140-AEDB-B7AB-EF1D4B72D2AD}"/>
              </a:ext>
            </a:extLst>
          </p:cNvPr>
          <p:cNvSpPr>
            <a:spLocks noGrp="1"/>
          </p:cNvSpPr>
          <p:nvPr>
            <p:ph type="pic" idx="11" hasCustomPrompt="1"/>
          </p:nvPr>
        </p:nvSpPr>
        <p:spPr>
          <a:xfrm>
            <a:off x="576072" y="6121400"/>
            <a:ext cx="2473325" cy="2476500"/>
          </a:xfrm>
          <a:prstGeom prst="rect">
            <a:avLst/>
          </a:prstGeom>
          <a:solidFill>
            <a:srgbClr val="E0E0E0"/>
          </a:solidFill>
        </p:spPr>
        <p:txBody>
          <a:bodyPr anchor="ctr"/>
          <a:lstStyle>
            <a:lvl1pPr marL="0" marR="0" indent="0" algn="ctr" defTabSz="2438400">
              <a:lnSpc>
                <a:spcPct val="110000"/>
              </a:lnSpc>
              <a:spcBef>
                <a:spcPts val="0"/>
              </a:spcBef>
              <a:spcAft>
                <a:spcPts val="0"/>
              </a:spcAft>
              <a:buClrTx/>
              <a:buSzTx/>
              <a:buFontTx/>
              <a:buNone/>
              <a:defRPr>
                <a:solidFill>
                  <a:schemeClr val="tx1"/>
                </a:solidFill>
              </a:defRPr>
            </a:lvl1pPr>
          </a:lstStyle>
          <a:p>
            <a:pPr marL="0" marR="0" lvl="0" indent="0" algn="ctr" defTabSz="2438400">
              <a:lnSpc>
                <a:spcPct val="110000"/>
              </a:lnSpc>
              <a:spcBef>
                <a:spcPts val="0"/>
              </a:spcBef>
              <a:spcAft>
                <a:spcPts val="0"/>
              </a:spcAft>
              <a:buClrTx/>
              <a:buSzTx/>
              <a:buFontTx/>
              <a:buNone/>
            </a:pPr>
            <a:r>
              <a:t>Place imagery here</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idx="12"/>
          </p:nvPr>
        </p:nvSpPr>
        <p:spPr>
          <a:xfrm>
            <a:off x="3429000" y="6046418"/>
            <a:ext cx="5708650" cy="2476500"/>
          </a:xfrm>
        </p:spPr>
        <p:txBody>
          <a:bodyPr/>
          <a:lstStyle>
            <a:lvl1pPr>
              <a:lnSpc>
                <a:spcPct val="110000"/>
              </a:lnSpc>
              <a:spcBef>
                <a:spcPts val="0"/>
              </a:spcBef>
              <a:buNone/>
              <a:defRPr sz="2800">
                <a:solidFill>
                  <a:schemeClr val="tx1"/>
                </a:solidFill>
              </a:defRPr>
            </a:lvl1pPr>
            <a:lvl2pPr marL="256032" indent="-256032">
              <a:lnSpc>
                <a:spcPct val="110000"/>
              </a:lnSpc>
              <a:spcBef>
                <a:spcPts val="0"/>
              </a:spcBef>
              <a:buNone/>
              <a:defRPr sz="2800">
                <a:solidFill>
                  <a:schemeClr val="tx1"/>
                </a:solidFill>
              </a:defRPr>
            </a:lvl2pPr>
            <a:lvl3pPr marL="512064" indent="-256032">
              <a:lnSpc>
                <a:spcPct val="110000"/>
              </a:lnSpc>
              <a:spcBef>
                <a:spcPts val="0"/>
              </a:spcBef>
              <a:buNone/>
              <a:defRPr sz="2800">
                <a:solidFill>
                  <a:schemeClr val="tx1"/>
                </a:solidFill>
              </a:defRPr>
            </a:lvl3pPr>
            <a:lvl4pPr marL="768096" indent="-256032">
              <a:lnSpc>
                <a:spcPct val="110000"/>
              </a:lnSpc>
              <a:spcBef>
                <a:spcPts val="0"/>
              </a:spcBef>
              <a:buNone/>
              <a:defRPr sz="2800">
                <a:solidFill>
                  <a:schemeClr val="tx1"/>
                </a:solidFill>
              </a:defRPr>
            </a:lvl4pPr>
            <a:lvl5pPr>
              <a:lnSpc>
                <a:spcPct val="110000"/>
              </a:lnSpc>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1" name="Picture Placeholder 7">
            <a:extLst>
              <a:ext uri="{FF2B5EF4-FFF2-40B4-BE49-F238E27FC236}">
                <a16:creationId xmlns:a16="http://schemas.microsoft.com/office/drawing/2014/main" id="{3F048335-9A0B-2C1F-47A6-67051F20075E}"/>
              </a:ext>
            </a:extLst>
          </p:cNvPr>
          <p:cNvSpPr>
            <a:spLocks noGrp="1"/>
          </p:cNvSpPr>
          <p:nvPr>
            <p:ph type="pic" idx="13" hasCustomPrompt="1"/>
          </p:nvPr>
        </p:nvSpPr>
        <p:spPr>
          <a:xfrm>
            <a:off x="576072" y="9525000"/>
            <a:ext cx="2473325" cy="2476500"/>
          </a:xfrm>
          <a:prstGeom prst="rect">
            <a:avLst/>
          </a:prstGeom>
          <a:solidFill>
            <a:srgbClr val="E0E0E0"/>
          </a:solidFill>
        </p:spPr>
        <p:txBody>
          <a:bodyPr anchor="ctr"/>
          <a:lstStyle>
            <a:lvl1pPr marL="0" marR="0" indent="0" algn="ctr" defTabSz="2438400">
              <a:lnSpc>
                <a:spcPct val="110000"/>
              </a:lnSpc>
              <a:spcBef>
                <a:spcPts val="0"/>
              </a:spcBef>
              <a:spcAft>
                <a:spcPts val="0"/>
              </a:spcAft>
              <a:buClrTx/>
              <a:buSzTx/>
              <a:buFontTx/>
              <a:buNone/>
              <a:defRPr>
                <a:solidFill>
                  <a:schemeClr val="tx1"/>
                </a:solidFill>
              </a:defRPr>
            </a:lvl1pPr>
          </a:lstStyle>
          <a:p>
            <a:pPr marL="0" marR="0" lvl="0" indent="0" algn="ctr" defTabSz="2438400">
              <a:lnSpc>
                <a:spcPct val="110000"/>
              </a:lnSpc>
              <a:spcBef>
                <a:spcPts val="0"/>
              </a:spcBef>
              <a:spcAft>
                <a:spcPts val="0"/>
              </a:spcAft>
              <a:buClrTx/>
              <a:buSzTx/>
              <a:buFontTx/>
              <a:buNone/>
            </a:pPr>
            <a:r>
              <a:t>Place imagery here</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idx="14"/>
          </p:nvPr>
        </p:nvSpPr>
        <p:spPr>
          <a:xfrm>
            <a:off x="3429000" y="9450019"/>
            <a:ext cx="5708650" cy="2476500"/>
          </a:xfrm>
        </p:spPr>
        <p:txBody>
          <a:bodyPr/>
          <a:lstStyle>
            <a:lvl1pPr>
              <a:lnSpc>
                <a:spcPct val="110000"/>
              </a:lnSpc>
              <a:spcBef>
                <a:spcPts val="0"/>
              </a:spcBef>
              <a:buNone/>
              <a:defRPr sz="2800">
                <a:solidFill>
                  <a:schemeClr val="tx1"/>
                </a:solidFill>
              </a:defRPr>
            </a:lvl1pPr>
            <a:lvl2pPr marL="256032" indent="-256032">
              <a:lnSpc>
                <a:spcPct val="110000"/>
              </a:lnSpc>
              <a:spcBef>
                <a:spcPts val="0"/>
              </a:spcBef>
              <a:buNone/>
              <a:defRPr sz="2800">
                <a:solidFill>
                  <a:schemeClr val="tx1"/>
                </a:solidFill>
              </a:defRPr>
            </a:lvl2pPr>
            <a:lvl3pPr marL="512064" indent="-256032">
              <a:lnSpc>
                <a:spcPct val="110000"/>
              </a:lnSpc>
              <a:spcBef>
                <a:spcPts val="0"/>
              </a:spcBef>
              <a:buNone/>
              <a:defRPr sz="2800">
                <a:solidFill>
                  <a:schemeClr val="tx1"/>
                </a:solidFill>
              </a:defRPr>
            </a:lvl3pPr>
            <a:lvl4pPr marL="768096" indent="-256032">
              <a:lnSpc>
                <a:spcPct val="110000"/>
              </a:lnSpc>
              <a:spcBef>
                <a:spcPts val="0"/>
              </a:spcBef>
              <a:buNone/>
              <a:defRPr sz="2800">
                <a:solidFill>
                  <a:schemeClr val="tx1"/>
                </a:solidFill>
              </a:defRPr>
            </a:lvl4pPr>
            <a:lvl5pPr>
              <a:lnSpc>
                <a:spcPct val="110000"/>
              </a:lnSpc>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7" name="Picture Placeholder 7">
            <a:extLst>
              <a:ext uri="{FF2B5EF4-FFF2-40B4-BE49-F238E27FC236}">
                <a16:creationId xmlns:a16="http://schemas.microsoft.com/office/drawing/2014/main" id="{E889D859-F4A1-3E97-F05E-8D134A25B9F2}"/>
              </a:ext>
            </a:extLst>
          </p:cNvPr>
          <p:cNvSpPr>
            <a:spLocks noGrp="1"/>
          </p:cNvSpPr>
          <p:nvPr>
            <p:ph type="pic" idx="20" hasCustomPrompt="1"/>
          </p:nvPr>
        </p:nvSpPr>
        <p:spPr>
          <a:xfrm>
            <a:off x="576072" y="2667000"/>
            <a:ext cx="2473325" cy="2476500"/>
          </a:xfrm>
          <a:prstGeom prst="rect">
            <a:avLst/>
          </a:prstGeom>
          <a:solidFill>
            <a:srgbClr val="E0E0E0"/>
          </a:solidFill>
        </p:spPr>
        <p:txBody>
          <a:bodyPr anchor="ctr"/>
          <a:lstStyle>
            <a:lvl1pPr algn="ctr">
              <a:buNone/>
              <a:defRPr>
                <a:solidFill>
                  <a:schemeClr val="tx1"/>
                </a:solidFill>
              </a:defRPr>
            </a:lvl1pPr>
          </a:lstStyle>
          <a:p>
            <a:r>
              <a:t>Place imagery here</a:t>
            </a:r>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idx="21"/>
          </p:nvPr>
        </p:nvSpPr>
        <p:spPr>
          <a:xfrm>
            <a:off x="3429000" y="2592018"/>
            <a:ext cx="5708650" cy="2476500"/>
          </a:xfrm>
        </p:spPr>
        <p:txBody>
          <a:bodyPr/>
          <a:lstStyle>
            <a:lvl1pPr>
              <a:lnSpc>
                <a:spcPct val="110000"/>
              </a:lnSpc>
              <a:spcBef>
                <a:spcPts val="0"/>
              </a:spcBef>
              <a:buNone/>
              <a:defRPr sz="2800">
                <a:solidFill>
                  <a:schemeClr val="tx1"/>
                </a:solidFill>
              </a:defRPr>
            </a:lvl1pPr>
            <a:lvl2pPr marL="256032" indent="-256032">
              <a:lnSpc>
                <a:spcPct val="110000"/>
              </a:lnSpc>
              <a:spcBef>
                <a:spcPts val="0"/>
              </a:spcBef>
              <a:buNone/>
              <a:defRPr sz="2800">
                <a:solidFill>
                  <a:schemeClr val="tx1"/>
                </a:solidFill>
              </a:defRPr>
            </a:lvl2pPr>
            <a:lvl3pPr marL="512064" indent="-256032">
              <a:lnSpc>
                <a:spcPct val="110000"/>
              </a:lnSpc>
              <a:spcBef>
                <a:spcPts val="0"/>
              </a:spcBef>
              <a:buNone/>
              <a:defRPr sz="2800">
                <a:solidFill>
                  <a:schemeClr val="tx1"/>
                </a:solidFill>
              </a:defRPr>
            </a:lvl3pPr>
            <a:lvl4pPr marL="768096" indent="-256032">
              <a:lnSpc>
                <a:spcPct val="110000"/>
              </a:lnSpc>
              <a:spcBef>
                <a:spcPts val="0"/>
              </a:spcBef>
              <a:buNone/>
              <a:defRPr sz="2800">
                <a:solidFill>
                  <a:schemeClr val="tx1"/>
                </a:solidFill>
              </a:defRPr>
            </a:lvl4pPr>
            <a:lvl5pPr>
              <a:lnSpc>
                <a:spcPct val="110000"/>
              </a:lnSpc>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9" name="Picture Placeholder 7">
            <a:extLst>
              <a:ext uri="{FF2B5EF4-FFF2-40B4-BE49-F238E27FC236}">
                <a16:creationId xmlns:a16="http://schemas.microsoft.com/office/drawing/2014/main" id="{A33F8C74-1D30-FEA9-4F3C-636531C86142}"/>
              </a:ext>
            </a:extLst>
          </p:cNvPr>
          <p:cNvSpPr>
            <a:spLocks noGrp="1"/>
          </p:cNvSpPr>
          <p:nvPr>
            <p:ph type="pic" idx="22" hasCustomPrompt="1"/>
          </p:nvPr>
        </p:nvSpPr>
        <p:spPr>
          <a:xfrm>
            <a:off x="12757150" y="6121400"/>
            <a:ext cx="2473325" cy="2476500"/>
          </a:xfrm>
          <a:prstGeom prst="rect">
            <a:avLst/>
          </a:prstGeom>
          <a:solidFill>
            <a:srgbClr val="E0E0E0"/>
          </a:solidFill>
        </p:spPr>
        <p:txBody>
          <a:bodyPr anchor="ctr"/>
          <a:lstStyle>
            <a:lvl1pPr marL="0" marR="0" indent="0" algn="ctr" defTabSz="2438400">
              <a:lnSpc>
                <a:spcPct val="110000"/>
              </a:lnSpc>
              <a:spcBef>
                <a:spcPts val="0"/>
              </a:spcBef>
              <a:spcAft>
                <a:spcPts val="0"/>
              </a:spcAft>
              <a:buClrTx/>
              <a:buSzTx/>
              <a:buFontTx/>
              <a:buNone/>
              <a:defRPr>
                <a:solidFill>
                  <a:schemeClr val="tx1"/>
                </a:solidFill>
              </a:defRPr>
            </a:lvl1pPr>
          </a:lstStyle>
          <a:p>
            <a:pPr marL="0" marR="0" lvl="0" indent="0" algn="ctr" defTabSz="2438400">
              <a:lnSpc>
                <a:spcPct val="110000"/>
              </a:lnSpc>
              <a:spcBef>
                <a:spcPts val="0"/>
              </a:spcBef>
              <a:spcAft>
                <a:spcPts val="0"/>
              </a:spcAft>
              <a:buClrTx/>
              <a:buSzTx/>
              <a:buFontTx/>
              <a:buNone/>
            </a:pPr>
            <a:r>
              <a:t>Place imagery here</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idx="23"/>
          </p:nvPr>
        </p:nvSpPr>
        <p:spPr>
          <a:xfrm>
            <a:off x="15617825" y="6046418"/>
            <a:ext cx="5708650" cy="2476500"/>
          </a:xfrm>
        </p:spPr>
        <p:txBody>
          <a:bodyPr/>
          <a:lstStyle>
            <a:lvl1pPr>
              <a:lnSpc>
                <a:spcPct val="110000"/>
              </a:lnSpc>
              <a:spcBef>
                <a:spcPts val="0"/>
              </a:spcBef>
              <a:buNone/>
              <a:defRPr sz="2800">
                <a:solidFill>
                  <a:schemeClr val="tx1"/>
                </a:solidFill>
              </a:defRPr>
            </a:lvl1pPr>
            <a:lvl2pPr marL="256032" indent="-256032">
              <a:lnSpc>
                <a:spcPct val="110000"/>
              </a:lnSpc>
              <a:spcBef>
                <a:spcPts val="0"/>
              </a:spcBef>
              <a:buNone/>
              <a:defRPr sz="2800">
                <a:solidFill>
                  <a:schemeClr val="tx1"/>
                </a:solidFill>
              </a:defRPr>
            </a:lvl2pPr>
            <a:lvl3pPr marL="512064" indent="-256032">
              <a:lnSpc>
                <a:spcPct val="110000"/>
              </a:lnSpc>
              <a:spcBef>
                <a:spcPts val="0"/>
              </a:spcBef>
              <a:buNone/>
              <a:defRPr sz="2800">
                <a:solidFill>
                  <a:schemeClr val="tx1"/>
                </a:solidFill>
              </a:defRPr>
            </a:lvl3pPr>
            <a:lvl4pPr marL="768096" indent="-256032">
              <a:lnSpc>
                <a:spcPct val="110000"/>
              </a:lnSpc>
              <a:spcBef>
                <a:spcPts val="0"/>
              </a:spcBef>
              <a:buNone/>
              <a:defRPr sz="2800">
                <a:solidFill>
                  <a:schemeClr val="tx1"/>
                </a:solidFill>
              </a:defRPr>
            </a:lvl4pPr>
            <a:lvl5pPr>
              <a:lnSpc>
                <a:spcPct val="110000"/>
              </a:lnSpc>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21" name="Picture Placeholder 7">
            <a:extLst>
              <a:ext uri="{FF2B5EF4-FFF2-40B4-BE49-F238E27FC236}">
                <a16:creationId xmlns:a16="http://schemas.microsoft.com/office/drawing/2014/main" id="{2E690121-61A1-708E-E5B8-5B65A668E628}"/>
              </a:ext>
            </a:extLst>
          </p:cNvPr>
          <p:cNvSpPr>
            <a:spLocks noGrp="1"/>
          </p:cNvSpPr>
          <p:nvPr>
            <p:ph type="pic" idx="24" hasCustomPrompt="1"/>
          </p:nvPr>
        </p:nvSpPr>
        <p:spPr>
          <a:xfrm>
            <a:off x="12757150" y="9525000"/>
            <a:ext cx="2473325" cy="2476500"/>
          </a:xfrm>
          <a:prstGeom prst="rect">
            <a:avLst/>
          </a:prstGeom>
          <a:solidFill>
            <a:srgbClr val="E0E0E0"/>
          </a:solidFill>
        </p:spPr>
        <p:txBody>
          <a:bodyPr anchor="ctr"/>
          <a:lstStyle>
            <a:lvl1pPr marL="0" marR="0" indent="0" algn="ctr" defTabSz="2438400">
              <a:lnSpc>
                <a:spcPct val="110000"/>
              </a:lnSpc>
              <a:spcBef>
                <a:spcPts val="0"/>
              </a:spcBef>
              <a:spcAft>
                <a:spcPts val="0"/>
              </a:spcAft>
              <a:buClrTx/>
              <a:buSzTx/>
              <a:buFontTx/>
              <a:buNone/>
              <a:defRPr>
                <a:solidFill>
                  <a:schemeClr val="tx1"/>
                </a:solidFill>
              </a:defRPr>
            </a:lvl1pPr>
          </a:lstStyle>
          <a:p>
            <a:pPr marL="0" marR="0" lvl="0" indent="0" algn="ctr" defTabSz="2438400">
              <a:lnSpc>
                <a:spcPct val="110000"/>
              </a:lnSpc>
              <a:spcBef>
                <a:spcPts val="0"/>
              </a:spcBef>
              <a:spcAft>
                <a:spcPts val="0"/>
              </a:spcAft>
              <a:buClrTx/>
              <a:buSzTx/>
              <a:buFontTx/>
              <a:buNone/>
            </a:pPr>
            <a:r>
              <a:t>Place imagery here</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idx="25"/>
          </p:nvPr>
        </p:nvSpPr>
        <p:spPr>
          <a:xfrm>
            <a:off x="15617825" y="9450019"/>
            <a:ext cx="5708650" cy="2476500"/>
          </a:xfrm>
        </p:spPr>
        <p:txBody>
          <a:bodyPr/>
          <a:lstStyle>
            <a:lvl1pPr>
              <a:lnSpc>
                <a:spcPct val="110000"/>
              </a:lnSpc>
              <a:spcBef>
                <a:spcPts val="0"/>
              </a:spcBef>
              <a:buNone/>
              <a:defRPr sz="2800">
                <a:solidFill>
                  <a:schemeClr val="tx1"/>
                </a:solidFill>
              </a:defRPr>
            </a:lvl1pPr>
            <a:lvl2pPr marL="256032" indent="-256032">
              <a:lnSpc>
                <a:spcPct val="110000"/>
              </a:lnSpc>
              <a:spcBef>
                <a:spcPts val="0"/>
              </a:spcBef>
              <a:buNone/>
              <a:defRPr sz="2800">
                <a:solidFill>
                  <a:schemeClr val="tx1"/>
                </a:solidFill>
              </a:defRPr>
            </a:lvl2pPr>
            <a:lvl3pPr marL="512064" indent="-256032">
              <a:lnSpc>
                <a:spcPct val="110000"/>
              </a:lnSpc>
              <a:spcBef>
                <a:spcPts val="0"/>
              </a:spcBef>
              <a:buNone/>
              <a:defRPr sz="2800">
                <a:solidFill>
                  <a:schemeClr val="tx1"/>
                </a:solidFill>
              </a:defRPr>
            </a:lvl3pPr>
            <a:lvl4pPr marL="768096" indent="-256032">
              <a:lnSpc>
                <a:spcPct val="110000"/>
              </a:lnSpc>
              <a:spcBef>
                <a:spcPts val="0"/>
              </a:spcBef>
              <a:buNone/>
              <a:defRPr sz="2800">
                <a:solidFill>
                  <a:schemeClr val="tx1"/>
                </a:solidFill>
              </a:defRPr>
            </a:lvl4pPr>
            <a:lvl5pPr>
              <a:lnSpc>
                <a:spcPct val="110000"/>
              </a:lnSpc>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23" name="Picture Placeholder 7">
            <a:extLst>
              <a:ext uri="{FF2B5EF4-FFF2-40B4-BE49-F238E27FC236}">
                <a16:creationId xmlns:a16="http://schemas.microsoft.com/office/drawing/2014/main" id="{F94AC7E0-2DC4-5DEB-8E1E-2F27996F98E6}"/>
              </a:ext>
            </a:extLst>
          </p:cNvPr>
          <p:cNvSpPr>
            <a:spLocks noGrp="1"/>
          </p:cNvSpPr>
          <p:nvPr>
            <p:ph type="pic" idx="26" hasCustomPrompt="1"/>
          </p:nvPr>
        </p:nvSpPr>
        <p:spPr>
          <a:xfrm>
            <a:off x="12757150" y="2667000"/>
            <a:ext cx="2473325" cy="2476500"/>
          </a:xfrm>
          <a:prstGeom prst="rect">
            <a:avLst/>
          </a:prstGeom>
          <a:solidFill>
            <a:srgbClr val="E0E0E0"/>
          </a:solidFill>
        </p:spPr>
        <p:txBody>
          <a:bodyPr anchor="ctr"/>
          <a:lstStyle>
            <a:lvl1pPr marL="0" marR="0" indent="0" algn="ctr" defTabSz="2438400">
              <a:lnSpc>
                <a:spcPct val="110000"/>
              </a:lnSpc>
              <a:spcBef>
                <a:spcPts val="0"/>
              </a:spcBef>
              <a:spcAft>
                <a:spcPts val="0"/>
              </a:spcAft>
              <a:buClrTx/>
              <a:buSzTx/>
              <a:buFontTx/>
              <a:buNone/>
              <a:defRPr>
                <a:solidFill>
                  <a:schemeClr val="tx1"/>
                </a:solidFill>
              </a:defRPr>
            </a:lvl1pPr>
          </a:lstStyle>
          <a:p>
            <a:pPr marL="0" marR="0" lvl="0" indent="0" algn="ctr" defTabSz="2438400">
              <a:lnSpc>
                <a:spcPct val="110000"/>
              </a:lnSpc>
              <a:spcBef>
                <a:spcPts val="0"/>
              </a:spcBef>
              <a:spcAft>
                <a:spcPts val="0"/>
              </a:spcAft>
              <a:buClrTx/>
              <a:buSzTx/>
              <a:buFontTx/>
              <a:buNone/>
            </a:pPr>
            <a:r>
              <a:t>Place imagery here</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idx="27"/>
          </p:nvPr>
        </p:nvSpPr>
        <p:spPr>
          <a:xfrm>
            <a:off x="15617825" y="2592018"/>
            <a:ext cx="5708650" cy="2476500"/>
          </a:xfrm>
        </p:spPr>
        <p:txBody>
          <a:bodyPr/>
          <a:lstStyle>
            <a:lvl1pPr>
              <a:lnSpc>
                <a:spcPct val="110000"/>
              </a:lnSpc>
              <a:spcBef>
                <a:spcPts val="0"/>
              </a:spcBef>
              <a:buNone/>
              <a:defRPr sz="2800">
                <a:solidFill>
                  <a:schemeClr val="tx1"/>
                </a:solidFill>
              </a:defRPr>
            </a:lvl1pPr>
            <a:lvl2pPr marL="256032" indent="-256032">
              <a:lnSpc>
                <a:spcPct val="110000"/>
              </a:lnSpc>
              <a:spcBef>
                <a:spcPts val="0"/>
              </a:spcBef>
              <a:buNone/>
              <a:defRPr sz="2800">
                <a:solidFill>
                  <a:schemeClr val="tx1"/>
                </a:solidFill>
              </a:defRPr>
            </a:lvl2pPr>
            <a:lvl3pPr marL="512064" indent="-256032">
              <a:lnSpc>
                <a:spcPct val="110000"/>
              </a:lnSpc>
              <a:spcBef>
                <a:spcPts val="0"/>
              </a:spcBef>
              <a:buNone/>
              <a:defRPr sz="2800">
                <a:solidFill>
                  <a:schemeClr val="tx1"/>
                </a:solidFill>
              </a:defRPr>
            </a:lvl3pPr>
            <a:lvl4pPr marL="768096" indent="-256032">
              <a:lnSpc>
                <a:spcPct val="110000"/>
              </a:lnSpc>
              <a:spcBef>
                <a:spcPts val="0"/>
              </a:spcBef>
              <a:buNone/>
              <a:defRPr sz="2800">
                <a:solidFill>
                  <a:schemeClr val="tx1"/>
                </a:solidFill>
              </a:defRPr>
            </a:lvl4pPr>
            <a:lvl5pPr>
              <a:lnSpc>
                <a:spcPct val="110000"/>
              </a:lnSpc>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5" name="Rectangle 4">
            <a:extLst>
              <a:ext uri="{FF2B5EF4-FFF2-40B4-BE49-F238E27FC236}">
                <a16:creationId xmlns:a16="http://schemas.microsoft.com/office/drawing/2014/main" id="{93B633A2-1129-FEEC-1CC5-42A3991F4E2B}"/>
              </a:ext>
            </a:extLst>
          </p:cNvPr>
          <p:cNvSpPr>
            <a:spLocks noGrp="1"/>
          </p:cNvSpPr>
          <p:nvPr/>
        </p:nvSpPr>
        <p:spPr>
          <a:xfrm>
            <a:off x="0" y="13075920"/>
            <a:ext cx="24387175" cy="640080"/>
          </a:xfrm>
          <a:prstGeom prst="rect">
            <a:avLst/>
          </a:prstGeom>
          <a:solidFill>
            <a:srgbClr val="F4F4F4"/>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6" name="Footer Placeholder 3">
            <a:extLst>
              <a:ext uri="{FF2B5EF4-FFF2-40B4-BE49-F238E27FC236}">
                <a16:creationId xmlns:a16="http://schemas.microsoft.com/office/drawing/2014/main" id="{72A61C6A-F757-0534-4132-4C5C7AA4D8CA}"/>
              </a:ext>
            </a:extLst>
          </p:cNvPr>
          <p:cNvSpPr>
            <a:spLocks noGrp="1"/>
          </p:cNvSpPr>
          <p:nvPr>
            <p:ph type="ftr" idx="28"/>
          </p:nvPr>
        </p:nvSpPr>
        <p:spPr>
          <a:xfrm>
            <a:off x="568324" y="13272850"/>
            <a:ext cx="4956176" cy="246221"/>
          </a:xfrm>
        </p:spPr>
        <p:txBody>
          <a:bodyPr/>
          <a:lstStyle>
            <a:lvl1pPr>
              <a:buNone/>
              <a:defRPr>
                <a:solidFill>
                  <a:schemeClr val="tx1"/>
                </a:solidFill>
              </a:defRPr>
            </a:lvl1pPr>
          </a:lstStyle>
          <a:p>
            <a:r>
              <a:t>IBM TechXchange | © 2026 IBM Corporation</a:t>
            </a:r>
          </a:p>
        </p:txBody>
      </p:sp>
      <p:sp>
        <p:nvSpPr>
          <p:cNvPr id="7" name="Slide Number Placeholder 4">
            <a:extLst>
              <a:ext uri="{FF2B5EF4-FFF2-40B4-BE49-F238E27FC236}">
                <a16:creationId xmlns:a16="http://schemas.microsoft.com/office/drawing/2014/main" id="{0A2DB1A0-EE36-645E-619B-647D8DAF4E6F}"/>
              </a:ext>
            </a:extLst>
          </p:cNvPr>
          <p:cNvSpPr>
            <a:spLocks noGrp="1"/>
          </p:cNvSpPr>
          <p:nvPr>
            <p:ph type="sldNum" idx="29"/>
          </p:nvPr>
        </p:nvSpPr>
        <p:spPr>
          <a:xfrm>
            <a:off x="23541592" y="13272850"/>
            <a:ext cx="270908" cy="246221"/>
          </a:xfrm>
        </p:spPr>
        <p:txBody>
          <a:bodyPr/>
          <a:lstStyle>
            <a:lvl1pPr>
              <a:buNone/>
              <a:defRPr>
                <a:solidFill>
                  <a:schemeClr val="tx1"/>
                </a:solidFill>
              </a:defRPr>
            </a:lvl1pPr>
          </a:lstStyle>
          <a:p>
            <a:fld id="{86CB4B4D-7CA3-9044-876B-883B54F8677D}" type="slidenum">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Q&amp;A 1">
    <p:bg>
      <p:bgPr>
        <a:solidFill>
          <a:schemeClr val="tx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B28BF8AD-492C-CE4D-8C92-C96AF03D3385}"/>
              </a:ext>
            </a:extLst>
          </p:cNvPr>
          <p:cNvSpPr>
            <a:spLocks noGrp="1"/>
          </p:cNvSpPr>
          <p:nvPr/>
        </p:nvSpPr>
        <p:spPr>
          <a:xfrm>
            <a:off x="0" y="0"/>
            <a:ext cx="24387175" cy="13716000"/>
          </a:xfrm>
          <a:prstGeom prst="rect">
            <a:avLst/>
          </a:prstGeom>
          <a:solidFill>
            <a:schemeClr val="tx1"/>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chemeClr val="bg1"/>
              </a:solidFill>
              <a:latin typeface="+mn-lt"/>
              <a:ea typeface="+mn-lt"/>
              <a:cs typeface="+mn-lt"/>
            </a:endParaRPr>
          </a:p>
        </p:txBody>
      </p:sp>
      <p:sp>
        <p:nvSpPr>
          <p:cNvPr id="46" name="Picture Placeholder 10">
            <a:extLst>
              <a:ext uri="{FF2B5EF4-FFF2-40B4-BE49-F238E27FC236}">
                <a16:creationId xmlns:a16="http://schemas.microsoft.com/office/drawing/2014/main" id="{D840747B-424F-364E-8A04-143537C0F62E}"/>
              </a:ext>
            </a:extLst>
          </p:cNvPr>
          <p:cNvSpPr>
            <a:spLocks noGrp="1"/>
          </p:cNvSpPr>
          <p:nvPr>
            <p:ph type="pic" idx="19" hasCustomPrompt="1"/>
          </p:nvPr>
        </p:nvSpPr>
        <p:spPr>
          <a:xfrm>
            <a:off x="3695700" y="4569088"/>
            <a:ext cx="3655784" cy="3657600"/>
          </a:xfrm>
          <a:prstGeom prst="rect">
            <a:avLst/>
          </a:prstGeom>
          <a:solidFill>
            <a:srgbClr val="525252"/>
          </a:solidFill>
        </p:spPr>
        <p:txBody>
          <a:bodyPr anchor="ctr"/>
          <a:lstStyle>
            <a:lvl1pPr algn="ctr">
              <a:buNone/>
              <a:defRPr sz="3200">
                <a:solidFill>
                  <a:srgbClr val="F4F4F4"/>
                </a:solidFill>
              </a:defRPr>
            </a:lvl1pPr>
          </a:lstStyle>
          <a:p>
            <a:r>
              <a:t>Place photo here</a:t>
            </a:r>
          </a:p>
        </p:txBody>
      </p:sp>
      <p:sp>
        <p:nvSpPr>
          <p:cNvPr id="3" name="Title 1">
            <a:extLst>
              <a:ext uri="{FF2B5EF4-FFF2-40B4-BE49-F238E27FC236}">
                <a16:creationId xmlns:a16="http://schemas.microsoft.com/office/drawing/2014/main" id="{6733F7B7-5AD6-1E43-4FD9-3C700AC2CBD0}"/>
              </a:ext>
            </a:extLst>
          </p:cNvPr>
          <p:cNvSpPr>
            <a:spLocks noGrp="1"/>
          </p:cNvSpPr>
          <p:nvPr>
            <p:ph type="title"/>
          </p:nvPr>
        </p:nvSpPr>
        <p:spPr>
          <a:xfrm>
            <a:off x="538494" y="383874"/>
            <a:ext cx="11080420" cy="1288800"/>
          </a:xfrm>
        </p:spPr>
        <p:txBody>
          <a:bodyPr rIns="457200"/>
          <a:lstStyle>
            <a:lvl1pPr>
              <a:lnSpc>
                <a:spcPct val="100000"/>
              </a:lnSpc>
              <a:buNone/>
              <a:defRPr sz="6400">
                <a:solidFill>
                  <a:srgbClr val="F4F4F4"/>
                </a:solidFill>
              </a:defRPr>
            </a:lvl1pPr>
          </a:lstStyle>
          <a:p>
            <a:r>
              <a:t>Click to edit Master title style</a:t>
            </a:r>
          </a:p>
        </p:txBody>
      </p:sp>
      <p:sp>
        <p:nvSpPr>
          <p:cNvPr id="17" name="Text Placeholder 5">
            <a:extLst>
              <a:ext uri="{FF2B5EF4-FFF2-40B4-BE49-F238E27FC236}">
                <a16:creationId xmlns:a16="http://schemas.microsoft.com/office/drawing/2014/main" id="{89B8784A-93E2-6C44-35E0-2AC43977EEB9}"/>
              </a:ext>
            </a:extLst>
          </p:cNvPr>
          <p:cNvSpPr>
            <a:spLocks noGrp="1"/>
          </p:cNvSpPr>
          <p:nvPr>
            <p:ph type="body" idx="13" hasCustomPrompt="1"/>
          </p:nvPr>
        </p:nvSpPr>
        <p:spPr>
          <a:xfrm>
            <a:off x="7846092" y="4754665"/>
            <a:ext cx="7937060" cy="2896437"/>
          </a:xfrm>
        </p:spPr>
        <p:txBody>
          <a:bodyPr/>
          <a:lstStyle>
            <a:lvl1pPr>
              <a:lnSpc>
                <a:spcPct val="130000"/>
              </a:lnSpc>
              <a:spcAft>
                <a:spcPts val="1800"/>
              </a:spcAft>
              <a:buNone/>
              <a:defRPr sz="3600">
                <a:solidFill>
                  <a:srgbClr val="F4F4F4"/>
                </a:solidFill>
              </a:defRPr>
            </a:lvl1pPr>
          </a:lstStyle>
          <a:p>
            <a:r>
              <a:t>Firstname Lastname</a:t>
            </a:r>
            <a:br/>
            <a:r>
              <a:t>Company, Job Title</a:t>
            </a:r>
            <a:br/>
            <a:r>
              <a:t>Contact Info</a:t>
            </a:r>
          </a:p>
        </p:txBody>
      </p:sp>
      <p:sp>
        <p:nvSpPr>
          <p:cNvPr id="2" name="Footer Placeholder 1">
            <a:extLst>
              <a:ext uri="{FF2B5EF4-FFF2-40B4-BE49-F238E27FC236}">
                <a16:creationId xmlns:a16="http://schemas.microsoft.com/office/drawing/2014/main" id="{C8418C57-B3AA-83F3-8385-30F6D9F9EF30}"/>
              </a:ext>
            </a:extLst>
          </p:cNvPr>
          <p:cNvSpPr>
            <a:spLocks noGrp="1"/>
          </p:cNvSpPr>
          <p:nvPr>
            <p:ph type="ftr" idx="20"/>
          </p:nvPr>
        </p:nvSpPr>
        <p:spPr/>
        <p:txBody>
          <a:bodyPr/>
          <a:lstStyle/>
          <a:p>
            <a:r>
              <a:t>IBM TechXchange | © 2026 IBM Corporation</a:t>
            </a:r>
          </a:p>
        </p:txBody>
      </p:sp>
      <p:sp>
        <p:nvSpPr>
          <p:cNvPr id="4" name="Slide Number Placeholder 3">
            <a:extLst>
              <a:ext uri="{FF2B5EF4-FFF2-40B4-BE49-F238E27FC236}">
                <a16:creationId xmlns:a16="http://schemas.microsoft.com/office/drawing/2014/main" id="{06E102D3-2FDD-1834-5EE3-B9FB9B85F3EF}"/>
              </a:ext>
            </a:extLst>
          </p:cNvPr>
          <p:cNvSpPr>
            <a:spLocks noGrp="1"/>
          </p:cNvSpPr>
          <p:nvPr>
            <p:ph type="sldNum" idx="21"/>
          </p:nvPr>
        </p:nvSpPr>
        <p:spPr/>
        <p:txBody>
          <a:bodyPr/>
          <a:lstStyle/>
          <a:p>
            <a:fld id="{86CB4B4D-7CA3-9044-876B-883B54F8677D}" type="slidenum">
              <a:t>‹#›</a:t>
            </a:fld>
            <a:endParaRPr/>
          </a:p>
        </p:txBody>
      </p:sp>
      <p:sp>
        <p:nvSpPr>
          <p:cNvPr id="7" name="Graphic 5">
            <a:extLst>
              <a:ext uri="{FF2B5EF4-FFF2-40B4-BE49-F238E27FC236}">
                <a16:creationId xmlns:a16="http://schemas.microsoft.com/office/drawing/2014/main" id="{2B491808-E0FC-DCCE-AD27-730EA163B631}"/>
              </a:ext>
            </a:extLst>
          </p:cNvPr>
          <p:cNvSpPr>
            <a:spLocks noGrp="1"/>
          </p:cNvSpPr>
          <p:nvPr/>
        </p:nvSpPr>
        <p:spPr>
          <a:xfrm>
            <a:off x="1" y="4569089"/>
            <a:ext cx="3657600" cy="3657600"/>
          </a:xfrm>
          <a:custGeom>
            <a:avLst/>
            <a:gdLst>
              <a:gd name="csX0" fmla="*/ 3511477 w 7022953"/>
              <a:gd name="csY0" fmla="*/ 0 h 7022953"/>
              <a:gd name="csX1" fmla="*/ 3511477 w 7022953"/>
              <a:gd name="csY1" fmla="*/ 0 h 7022953"/>
              <a:gd name="csX2" fmla="*/ 0 w 7022953"/>
              <a:gd name="csY2" fmla="*/ 0 h 7022953"/>
              <a:gd name="csX3" fmla="*/ 3511477 w 7022953"/>
              <a:gd name="csY3" fmla="*/ 3511477 h 7022953"/>
              <a:gd name="csX4" fmla="*/ 0 w 7022953"/>
              <a:gd name="csY4" fmla="*/ 7022953 h 7022953"/>
              <a:gd name="csX5" fmla="*/ 3511477 w 7022953"/>
              <a:gd name="csY5" fmla="*/ 7022953 h 7022953"/>
              <a:gd name="csX6" fmla="*/ 3511477 w 7022953"/>
              <a:gd name="csY6" fmla="*/ 7022953 h 7022953"/>
              <a:gd name="csX7" fmla="*/ 7022953 w 7022953"/>
              <a:gd name="csY7" fmla="*/ 3511477 h 7022953"/>
              <a:gd name="csX8" fmla="*/ 3511477 w 7022953"/>
              <a:gd name="csY8" fmla="*/ 3511477 h 7022953"/>
              <a:gd name="csX9" fmla="*/ 3511477 w 7022953"/>
              <a:gd name="csY9" fmla="*/ 3511477 h 7022953"/>
              <a:gd name="csX10" fmla="*/ 7022953 w 7022953"/>
              <a:gd name="csY10" fmla="*/ 3511477 h 7022953"/>
              <a:gd name="csX11" fmla="*/ 3511477 w 7022953"/>
              <a:gd name="csY11" fmla="*/ 0 h 7022953"/>
            </a:gdLst>
            <a:ahLst/>
            <a:cxnLst/>
            <a:rect l="l" t="t" r="r" b="b"/>
            <a:pathLst>
              <a:path w="7022953" h="7022953">
                <a:moveTo>
                  <a:pt x="3511477" y="0"/>
                </a:moveTo>
                <a:lnTo>
                  <a:pt x="3511477" y="0"/>
                </a:lnTo>
                <a:lnTo>
                  <a:pt x="0" y="0"/>
                </a:lnTo>
                <a:lnTo>
                  <a:pt x="3511477" y="3511477"/>
                </a:lnTo>
                <a:lnTo>
                  <a:pt x="0" y="7022953"/>
                </a:lnTo>
                <a:lnTo>
                  <a:pt x="3511477" y="7022953"/>
                </a:lnTo>
                <a:lnTo>
                  <a:pt x="3511477" y="7022953"/>
                </a:lnTo>
                <a:lnTo>
                  <a:pt x="7022953" y="3511477"/>
                </a:lnTo>
                <a:lnTo>
                  <a:pt x="3511477" y="3511477"/>
                </a:lnTo>
                <a:lnTo>
                  <a:pt x="3511477" y="3511477"/>
                </a:lnTo>
                <a:lnTo>
                  <a:pt x="7022953" y="3511477"/>
                </a:lnTo>
                <a:lnTo>
                  <a:pt x="3511477" y="0"/>
                </a:lnTo>
                <a:close/>
              </a:path>
            </a:pathLst>
          </a:custGeom>
          <a:gradFill>
            <a:gsLst>
              <a:gs pos="50000">
                <a:srgbClr val="D02670"/>
              </a:gs>
              <a:gs pos="10000">
                <a:srgbClr val="8A3FFC"/>
              </a:gs>
              <a:gs pos="90000">
                <a:srgbClr val="FA4D56"/>
              </a:gs>
            </a:gsLst>
            <a:lin ang="18900000" scaled="0"/>
          </a:gradFill>
          <a:ln w="36000">
            <a:noFill/>
            <a:prstDash val="solid"/>
          </a:ln>
        </p:spPr>
        <p:txBody>
          <a:bodyPr/>
          <a:lstStyle/>
          <a:p>
            <a:endParaRPr/>
          </a:p>
        </p:txBody>
      </p:sp>
      <p:sp>
        <p:nvSpPr>
          <p:cNvPr id="10" name="Graphic 8">
            <a:extLst>
              <a:ext uri="{FF2B5EF4-FFF2-40B4-BE49-F238E27FC236}">
                <a16:creationId xmlns:a16="http://schemas.microsoft.com/office/drawing/2014/main" id="{45DAAB9E-1CAF-A85A-5B96-EEC3F1212109}"/>
              </a:ext>
            </a:extLst>
          </p:cNvPr>
          <p:cNvSpPr>
            <a:spLocks noGrp="1"/>
          </p:cNvSpPr>
          <p:nvPr/>
        </p:nvSpPr>
        <p:spPr>
          <a:xfrm>
            <a:off x="3657601" y="8226688"/>
            <a:ext cx="3655784" cy="3655784"/>
          </a:xfrm>
          <a:custGeom>
            <a:avLst/>
            <a:gdLst>
              <a:gd name="csX0" fmla="*/ 3533617 w 7067232"/>
              <a:gd name="csY0" fmla="*/ 7067233 h 7067232"/>
              <a:gd name="csX1" fmla="*/ 3533617 w 7067232"/>
              <a:gd name="csY1" fmla="*/ 0 h 7067232"/>
              <a:gd name="csX2" fmla="*/ 7067233 w 7067232"/>
              <a:gd name="csY2" fmla="*/ 3533617 h 7067232"/>
              <a:gd name="csX3" fmla="*/ 3533617 w 7067232"/>
              <a:gd name="csY3" fmla="*/ 7067233 h 7067232"/>
              <a:gd name="csX4" fmla="*/ 0 w 7067232"/>
              <a:gd name="csY4" fmla="*/ 7067233 h 7067232"/>
              <a:gd name="csX5" fmla="*/ 0 w 7067232"/>
              <a:gd name="csY5" fmla="*/ 0 h 7067232"/>
              <a:gd name="csX6" fmla="*/ 3533617 w 7067232"/>
              <a:gd name="csY6" fmla="*/ 3533617 h 7067232"/>
              <a:gd name="csX7" fmla="*/ 0 w 7067232"/>
              <a:gd name="csY7" fmla="*/ 7067233 h 7067232"/>
            </a:gdLst>
            <a:ahLst/>
            <a:cxnLst/>
            <a:rect l="l" t="t" r="r" b="b"/>
            <a:pathLst>
              <a:path w="7067232" h="7067232">
                <a:moveTo>
                  <a:pt x="3533617" y="7067233"/>
                </a:moveTo>
                <a:lnTo>
                  <a:pt x="3533617" y="0"/>
                </a:lnTo>
                <a:lnTo>
                  <a:pt x="7067233" y="3533617"/>
                </a:lnTo>
                <a:lnTo>
                  <a:pt x="3533617" y="7067233"/>
                </a:lnTo>
                <a:close/>
                <a:moveTo>
                  <a:pt x="0" y="7067233"/>
                </a:moveTo>
                <a:lnTo>
                  <a:pt x="0" y="0"/>
                </a:lnTo>
                <a:lnTo>
                  <a:pt x="3533617" y="3533617"/>
                </a:lnTo>
                <a:lnTo>
                  <a:pt x="0" y="7067233"/>
                </a:lnTo>
                <a:close/>
              </a:path>
            </a:pathLst>
          </a:custGeom>
          <a:solidFill>
            <a:srgbClr val="8A3FFC"/>
          </a:solidFill>
          <a:ln w="36195">
            <a:noFill/>
            <a:prstDash val="solid"/>
          </a:ln>
        </p:spPr>
        <p:txBody>
          <a:bodyPr/>
          <a:lstStyle/>
          <a:p>
            <a:endParaRPr/>
          </a:p>
        </p:txBody>
      </p:sp>
      <p:sp>
        <p:nvSpPr>
          <p:cNvPr id="12" name="Freeform 11">
            <a:extLst>
              <a:ext uri="{FF2B5EF4-FFF2-40B4-BE49-F238E27FC236}">
                <a16:creationId xmlns:a16="http://schemas.microsoft.com/office/drawing/2014/main" id="{0D61B5B6-FA7F-3238-8C5F-77C7AC1A49E5}"/>
              </a:ext>
            </a:extLst>
          </p:cNvPr>
          <p:cNvSpPr>
            <a:spLocks noGrp="1"/>
          </p:cNvSpPr>
          <p:nvPr/>
        </p:nvSpPr>
        <p:spPr>
          <a:xfrm>
            <a:off x="244792" y="8854704"/>
            <a:ext cx="3168018" cy="2755516"/>
          </a:xfrm>
          <a:custGeom>
            <a:avLst/>
            <a:gdLst>
              <a:gd name="csX0" fmla="*/ 7192274 w 9665207"/>
              <a:gd name="csY0" fmla="*/ 8406718 h 8406717"/>
              <a:gd name="csX1" fmla="*/ 2472934 w 9665207"/>
              <a:gd name="csY1" fmla="*/ 8406718 h 8406717"/>
              <a:gd name="csX2" fmla="*/ 2374772 w 9665207"/>
              <a:gd name="csY2" fmla="*/ 8350086 h 8406717"/>
              <a:gd name="csX3" fmla="*/ 15102 w 9665207"/>
              <a:gd name="csY3" fmla="*/ 4256845 h 8406717"/>
              <a:gd name="csX4" fmla="*/ 15102 w 9665207"/>
              <a:gd name="csY4" fmla="*/ 4143581 h 8406717"/>
              <a:gd name="csX5" fmla="*/ 2374772 w 9665207"/>
              <a:gd name="csY5" fmla="*/ 56632 h 8406717"/>
              <a:gd name="csX6" fmla="*/ 2472934 w 9665207"/>
              <a:gd name="csY6" fmla="*/ 0 h 8406717"/>
              <a:gd name="csX7" fmla="*/ 7192274 w 9665207"/>
              <a:gd name="csY7" fmla="*/ 0 h 8406717"/>
              <a:gd name="csX8" fmla="*/ 7290437 w 9665207"/>
              <a:gd name="csY8" fmla="*/ 56632 h 8406717"/>
              <a:gd name="csX9" fmla="*/ 9650106 w 9665207"/>
              <a:gd name="csY9" fmla="*/ 4143581 h 8406717"/>
              <a:gd name="csX10" fmla="*/ 9650106 w 9665207"/>
              <a:gd name="csY10" fmla="*/ 4256845 h 8406717"/>
              <a:gd name="csX11" fmla="*/ 7290437 w 9665207"/>
              <a:gd name="csY11" fmla="*/ 8350086 h 8406717"/>
              <a:gd name="csX12" fmla="*/ 7192274 w 9665207"/>
              <a:gd name="csY12" fmla="*/ 8406718 h 8406717"/>
              <a:gd name="csX13" fmla="*/ 2669259 w 9665207"/>
              <a:gd name="csY13" fmla="*/ 8180189 h 8406717"/>
              <a:gd name="csX14" fmla="*/ 6996265 w 9665207"/>
              <a:gd name="csY14" fmla="*/ 8180189 h 8406717"/>
              <a:gd name="csX15" fmla="*/ 4832919 w 9665207"/>
              <a:gd name="csY15" fmla="*/ 4429887 h 8406717"/>
              <a:gd name="csX16" fmla="*/ 2669573 w 9665207"/>
              <a:gd name="csY16" fmla="*/ 8180189 h 8406717"/>
              <a:gd name="csX17" fmla="*/ 5027041 w 9665207"/>
              <a:gd name="csY17" fmla="*/ 4313477 h 8406717"/>
              <a:gd name="csX18" fmla="*/ 7192274 w 9665207"/>
              <a:gd name="csY18" fmla="*/ 8066610 h 8406717"/>
              <a:gd name="csX19" fmla="*/ 9355934 w 9665207"/>
              <a:gd name="csY19" fmla="*/ 4313477 h 8406717"/>
              <a:gd name="csX20" fmla="*/ 5027041 w 9665207"/>
              <a:gd name="csY20" fmla="*/ 4313477 h 8406717"/>
              <a:gd name="csX21" fmla="*/ 309274 w 9665207"/>
              <a:gd name="csY21" fmla="*/ 4313477 h 8406717"/>
              <a:gd name="csX22" fmla="*/ 2472934 w 9665207"/>
              <a:gd name="csY22" fmla="*/ 8066610 h 8406717"/>
              <a:gd name="csX23" fmla="*/ 4638167 w 9665207"/>
              <a:gd name="csY23" fmla="*/ 4313477 h 8406717"/>
              <a:gd name="csX24" fmla="*/ 309274 w 9665207"/>
              <a:gd name="csY24" fmla="*/ 4313477 h 8406717"/>
              <a:gd name="csX25" fmla="*/ 5030502 w 9665207"/>
              <a:gd name="csY25" fmla="*/ 4086948 h 8406717"/>
              <a:gd name="csX26" fmla="*/ 9355934 w 9665207"/>
              <a:gd name="csY26" fmla="*/ 4086948 h 8406717"/>
              <a:gd name="csX27" fmla="*/ 7192589 w 9665207"/>
              <a:gd name="csY27" fmla="*/ 339792 h 8406717"/>
              <a:gd name="csX28" fmla="*/ 5030816 w 9665207"/>
              <a:gd name="csY28" fmla="*/ 4086948 h 8406717"/>
              <a:gd name="csX29" fmla="*/ 309589 w 9665207"/>
              <a:gd name="csY29" fmla="*/ 4086948 h 8406717"/>
              <a:gd name="csX30" fmla="*/ 4635021 w 9665207"/>
              <a:gd name="csY30" fmla="*/ 4086948 h 8406717"/>
              <a:gd name="csX31" fmla="*/ 2472934 w 9665207"/>
              <a:gd name="csY31" fmla="*/ 339792 h 8406717"/>
              <a:gd name="csX32" fmla="*/ 309589 w 9665207"/>
              <a:gd name="csY32" fmla="*/ 4086948 h 8406717"/>
              <a:gd name="csX33" fmla="*/ 2669259 w 9665207"/>
              <a:gd name="csY33" fmla="*/ 226528 h 8406717"/>
              <a:gd name="csX34" fmla="*/ 4832604 w 9665207"/>
              <a:gd name="csY34" fmla="*/ 3976830 h 8406717"/>
              <a:gd name="csX35" fmla="*/ 6995949 w 9665207"/>
              <a:gd name="csY35" fmla="*/ 226528 h 8406717"/>
              <a:gd name="csX36" fmla="*/ 2668944 w 9665207"/>
              <a:gd name="csY36" fmla="*/ 226528 h 8406717"/>
            </a:gdLst>
            <a:ahLst/>
            <a:cxnLst/>
            <a:rect l="l" t="t" r="r" b="b"/>
            <a:pathLst>
              <a:path w="9665207" h="8406717">
                <a:moveTo>
                  <a:pt x="7192274" y="8406718"/>
                </a:moveTo>
                <a:lnTo>
                  <a:pt x="2472934" y="8406718"/>
                </a:lnTo>
                <a:cubicBezTo>
                  <a:pt x="2432348" y="8406718"/>
                  <a:pt x="2394908" y="8385009"/>
                  <a:pt x="2374772" y="8350086"/>
                </a:cubicBezTo>
                <a:lnTo>
                  <a:pt x="15102" y="4256845"/>
                </a:lnTo>
                <a:cubicBezTo>
                  <a:pt x="-5034" y="4221922"/>
                  <a:pt x="-5034" y="4178503"/>
                  <a:pt x="15102" y="4143581"/>
                </a:cubicBezTo>
                <a:lnTo>
                  <a:pt x="2374772" y="56632"/>
                </a:lnTo>
                <a:cubicBezTo>
                  <a:pt x="2394908" y="21709"/>
                  <a:pt x="2432662" y="0"/>
                  <a:pt x="2472934" y="0"/>
                </a:cubicBezTo>
                <a:lnTo>
                  <a:pt x="7192274" y="0"/>
                </a:lnTo>
                <a:cubicBezTo>
                  <a:pt x="7232546" y="0"/>
                  <a:pt x="7270300" y="21709"/>
                  <a:pt x="7290437" y="56632"/>
                </a:cubicBezTo>
                <a:lnTo>
                  <a:pt x="9650106" y="4143581"/>
                </a:lnTo>
                <a:cubicBezTo>
                  <a:pt x="9670242" y="4178503"/>
                  <a:pt x="9670242" y="4221922"/>
                  <a:pt x="9650106" y="4256845"/>
                </a:cubicBezTo>
                <a:lnTo>
                  <a:pt x="7290437" y="8350086"/>
                </a:lnTo>
                <a:cubicBezTo>
                  <a:pt x="7270300" y="8385009"/>
                  <a:pt x="7232860" y="8406718"/>
                  <a:pt x="7192274" y="8406718"/>
                </a:cubicBezTo>
                <a:close/>
                <a:moveTo>
                  <a:pt x="2669259" y="8180189"/>
                </a:moveTo>
                <a:lnTo>
                  <a:pt x="6996265" y="8180189"/>
                </a:lnTo>
                <a:lnTo>
                  <a:pt x="4832919" y="4429887"/>
                </a:lnTo>
                <a:lnTo>
                  <a:pt x="2669573" y="8180189"/>
                </a:lnTo>
                <a:close/>
                <a:moveTo>
                  <a:pt x="5027041" y="4313477"/>
                </a:moveTo>
                <a:lnTo>
                  <a:pt x="7192274" y="8066610"/>
                </a:lnTo>
                <a:lnTo>
                  <a:pt x="9355934" y="4313477"/>
                </a:lnTo>
                <a:lnTo>
                  <a:pt x="5027041" y="4313477"/>
                </a:lnTo>
                <a:close/>
                <a:moveTo>
                  <a:pt x="309274" y="4313477"/>
                </a:moveTo>
                <a:lnTo>
                  <a:pt x="2472934" y="8066610"/>
                </a:lnTo>
                <a:lnTo>
                  <a:pt x="4638167" y="4313477"/>
                </a:lnTo>
                <a:lnTo>
                  <a:pt x="309274" y="4313477"/>
                </a:lnTo>
                <a:close/>
                <a:moveTo>
                  <a:pt x="5030502" y="4086948"/>
                </a:moveTo>
                <a:lnTo>
                  <a:pt x="9355934" y="4086948"/>
                </a:lnTo>
                <a:lnTo>
                  <a:pt x="7192589" y="339792"/>
                </a:lnTo>
                <a:lnTo>
                  <a:pt x="5030816" y="4086948"/>
                </a:lnTo>
                <a:close/>
                <a:moveTo>
                  <a:pt x="309589" y="4086948"/>
                </a:moveTo>
                <a:lnTo>
                  <a:pt x="4635021" y="4086948"/>
                </a:lnTo>
                <a:lnTo>
                  <a:pt x="2472934" y="339792"/>
                </a:lnTo>
                <a:lnTo>
                  <a:pt x="309589" y="4086948"/>
                </a:lnTo>
                <a:close/>
                <a:moveTo>
                  <a:pt x="2669259" y="226528"/>
                </a:moveTo>
                <a:lnTo>
                  <a:pt x="4832604" y="3976830"/>
                </a:lnTo>
                <a:lnTo>
                  <a:pt x="6995949" y="226528"/>
                </a:lnTo>
                <a:lnTo>
                  <a:pt x="2668944" y="226528"/>
                </a:lnTo>
                <a:close/>
              </a:path>
            </a:pathLst>
          </a:custGeom>
          <a:solidFill>
            <a:srgbClr val="BE95FF"/>
          </a:solidFill>
          <a:ln w="314623">
            <a:noFill/>
            <a:prstDash val="solid"/>
          </a:ln>
        </p:spPr>
        <p:txBody>
          <a:bodyPr/>
          <a:lstStyle/>
          <a:p>
            <a:endParaRPr/>
          </a:p>
        </p:txBody>
      </p:sp>
      <p:sp>
        <p:nvSpPr>
          <p:cNvPr id="13" name="Rectangle 12">
            <a:extLst>
              <a:ext uri="{FF2B5EF4-FFF2-40B4-BE49-F238E27FC236}">
                <a16:creationId xmlns:a16="http://schemas.microsoft.com/office/drawing/2014/main" id="{7E119C78-1C4A-DB5B-EB9C-2F54BCAF9CA3}"/>
              </a:ext>
            </a:extLst>
          </p:cNvPr>
          <p:cNvSpPr>
            <a:spLocks noGrp="1"/>
          </p:cNvSpPr>
          <p:nvPr/>
        </p:nvSpPr>
        <p:spPr>
          <a:xfrm>
            <a:off x="178791" y="8582452"/>
            <a:ext cx="3300020" cy="3300020"/>
          </a:xfrm>
          <a:prstGeom prst="rect">
            <a:avLst/>
          </a:prstGeom>
          <a:noFill/>
          <a:ln w="314623">
            <a:noFill/>
            <a:prstDash val="solid"/>
          </a:ln>
        </p:spPr>
        <p:txBody>
          <a:body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Thank you 1">
    <p:bg>
      <p:bgPr>
        <a:solidFill>
          <a:schemeClr val="tx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349104CD-7A54-794C-B12A-9EE5157E8DB7}"/>
              </a:ext>
            </a:extLst>
          </p:cNvPr>
          <p:cNvSpPr>
            <a:spLocks noGrp="1"/>
          </p:cNvSpPr>
          <p:nvPr/>
        </p:nvSpPr>
        <p:spPr>
          <a:xfrm>
            <a:off x="-1" y="0"/>
            <a:ext cx="24387175" cy="13716000"/>
          </a:xfrm>
          <a:prstGeom prst="rect">
            <a:avLst/>
          </a:prstGeom>
          <a:solidFill>
            <a:schemeClr val="tx1"/>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chemeClr val="bg1"/>
              </a:solidFill>
              <a:latin typeface="+mn-lt"/>
              <a:ea typeface="+mn-lt"/>
              <a:cs typeface="+mn-lt"/>
            </a:endParaRPr>
          </a:p>
        </p:txBody>
      </p:sp>
      <p:sp>
        <p:nvSpPr>
          <p:cNvPr id="29" name="Freeform 85">
            <a:extLst>
              <a:ext uri="{FF2B5EF4-FFF2-40B4-BE49-F238E27FC236}">
                <a16:creationId xmlns:a16="http://schemas.microsoft.com/office/drawing/2014/main" id="{DBF85E84-282B-9A4A-9779-A3B324B61C19}"/>
              </a:ext>
            </a:extLst>
          </p:cNvPr>
          <p:cNvSpPr>
            <a:spLocks noGrp="1"/>
          </p:cNvSpPr>
          <p:nvPr/>
        </p:nvSpPr>
        <p:spPr>
          <a:xfrm>
            <a:off x="3663464" y="5718785"/>
            <a:ext cx="3648329" cy="2784796"/>
          </a:xfrm>
          <a:custGeom>
            <a:avLst/>
            <a:gdLst>
              <a:gd name="connsiteX0" fmla="*/ 1001976 w 2821915"/>
              <a:gd name="connsiteY0" fmla="*/ 1891740 h 2153989"/>
              <a:gd name="connsiteX1" fmla="*/ 1822344 w 2821915"/>
              <a:gd name="connsiteY1" fmla="*/ 1891740 h 2153989"/>
              <a:gd name="connsiteX2" fmla="*/ 1655600 w 2821915"/>
              <a:gd name="connsiteY2" fmla="*/ 2082819 h 2153989"/>
              <a:gd name="connsiteX3" fmla="*/ 1412160 w 2821915"/>
              <a:gd name="connsiteY3" fmla="*/ 2153989 h 2153989"/>
              <a:gd name="connsiteX4" fmla="*/ 1168720 w 2821915"/>
              <a:gd name="connsiteY4" fmla="*/ 2082819 h 2153989"/>
              <a:gd name="connsiteX5" fmla="*/ 1001976 w 2821915"/>
              <a:gd name="connsiteY5" fmla="*/ 1891740 h 2153989"/>
              <a:gd name="connsiteX6" fmla="*/ 959312 w 2821915"/>
              <a:gd name="connsiteY6" fmla="*/ 1436741 h 2153989"/>
              <a:gd name="connsiteX7" fmla="*/ 1864856 w 2821915"/>
              <a:gd name="connsiteY7" fmla="*/ 1436741 h 2153989"/>
              <a:gd name="connsiteX8" fmla="*/ 1864856 w 2821915"/>
              <a:gd name="connsiteY8" fmla="*/ 1681058 h 2153989"/>
              <a:gd name="connsiteX9" fmla="*/ 959312 w 2821915"/>
              <a:gd name="connsiteY9" fmla="*/ 1681058 h 2153989"/>
              <a:gd name="connsiteX10" fmla="*/ 959312 w 2821915"/>
              <a:gd name="connsiteY10" fmla="*/ 981742 h 2153989"/>
              <a:gd name="connsiteX11" fmla="*/ 1864856 w 2821915"/>
              <a:gd name="connsiteY11" fmla="*/ 981742 h 2153989"/>
              <a:gd name="connsiteX12" fmla="*/ 1864856 w 2821915"/>
              <a:gd name="connsiteY12" fmla="*/ 1226059 h 2153989"/>
              <a:gd name="connsiteX13" fmla="*/ 959312 w 2821915"/>
              <a:gd name="connsiteY13" fmla="*/ 1226059 h 2153989"/>
              <a:gd name="connsiteX14" fmla="*/ 1864820 w 2821915"/>
              <a:gd name="connsiteY14" fmla="*/ 701595 h 2153989"/>
              <a:gd name="connsiteX15" fmla="*/ 2575674 w 2821915"/>
              <a:gd name="connsiteY15" fmla="*/ 1017083 h 2153989"/>
              <a:gd name="connsiteX16" fmla="*/ 2574254 w 2821915"/>
              <a:gd name="connsiteY16" fmla="*/ 1016797 h 2153989"/>
              <a:gd name="connsiteX17" fmla="*/ 2821914 w 2821915"/>
              <a:gd name="connsiteY17" fmla="*/ 1367877 h 2153989"/>
              <a:gd name="connsiteX18" fmla="*/ 2715804 w 2821915"/>
              <a:gd name="connsiteY18" fmla="*/ 1626831 h 2153989"/>
              <a:gd name="connsiteX19" fmla="*/ 2457956 w 2821915"/>
              <a:gd name="connsiteY19" fmla="*/ 1734901 h 2153989"/>
              <a:gd name="connsiteX20" fmla="*/ 2103668 w 2821915"/>
              <a:gd name="connsiteY20" fmla="*/ 1464972 h 2153989"/>
              <a:gd name="connsiteX21" fmla="*/ 959340 w 2821915"/>
              <a:gd name="connsiteY21" fmla="*/ 701595 h 2153989"/>
              <a:gd name="connsiteX22" fmla="*/ 720568 w 2821915"/>
              <a:gd name="connsiteY22" fmla="*/ 1464968 h 2153989"/>
              <a:gd name="connsiteX23" fmla="*/ 367818 w 2821915"/>
              <a:gd name="connsiteY23" fmla="*/ 1734898 h 2153989"/>
              <a:gd name="connsiteX24" fmla="*/ 227124 w 2821915"/>
              <a:gd name="connsiteY24" fmla="*/ 1707448 h 2153989"/>
              <a:gd name="connsiteX25" fmla="*/ 107732 w 2821915"/>
              <a:gd name="connsiteY25" fmla="*/ 1627986 h 2153989"/>
              <a:gd name="connsiteX26" fmla="*/ 27948 w 2821915"/>
              <a:gd name="connsiteY26" fmla="*/ 1508703 h 2153989"/>
              <a:gd name="connsiteX27" fmla="*/ 0 w 2821915"/>
              <a:gd name="connsiteY27" fmla="*/ 1367873 h 2153989"/>
              <a:gd name="connsiteX28" fmla="*/ 247580 w 2821915"/>
              <a:gd name="connsiteY28" fmla="*/ 1016797 h 2153989"/>
              <a:gd name="connsiteX29" fmla="*/ 248718 w 2821915"/>
              <a:gd name="connsiteY29" fmla="*/ 1017079 h 2153989"/>
              <a:gd name="connsiteX30" fmla="*/ 1411070 w 2821915"/>
              <a:gd name="connsiteY30" fmla="*/ 508873 h 2153989"/>
              <a:gd name="connsiteX31" fmla="*/ 1655176 w 2821915"/>
              <a:gd name="connsiteY31" fmla="*/ 580040 h 2153989"/>
              <a:gd name="connsiteX32" fmla="*/ 1822376 w 2821915"/>
              <a:gd name="connsiteY32" fmla="*/ 771122 h 2153989"/>
              <a:gd name="connsiteX33" fmla="*/ 999768 w 2821915"/>
              <a:gd name="connsiteY33" fmla="*/ 771122 h 2153989"/>
              <a:gd name="connsiteX34" fmla="*/ 1166964 w 2821915"/>
              <a:gd name="connsiteY34" fmla="*/ 580040 h 2153989"/>
              <a:gd name="connsiteX35" fmla="*/ 1411070 w 2821915"/>
              <a:gd name="connsiteY35" fmla="*/ 508873 h 2153989"/>
              <a:gd name="connsiteX36" fmla="*/ 1674154 w 2821915"/>
              <a:gd name="connsiteY36" fmla="*/ 0 h 2153989"/>
              <a:gd name="connsiteX37" fmla="*/ 1821708 w 2821915"/>
              <a:gd name="connsiteY37" fmla="*/ 62040 h 2153989"/>
              <a:gd name="connsiteX38" fmla="*/ 1882612 w 2821915"/>
              <a:gd name="connsiteY38" fmla="*/ 210719 h 2153989"/>
              <a:gd name="connsiteX39" fmla="*/ 1846928 w 2821915"/>
              <a:gd name="connsiteY39" fmla="*/ 326840 h 2153989"/>
              <a:gd name="connsiteX40" fmla="*/ 1753140 w 2821915"/>
              <a:gd name="connsiteY40" fmla="*/ 403523 h 2153989"/>
              <a:gd name="connsiteX41" fmla="*/ 1632794 w 2821915"/>
              <a:gd name="connsiteY41" fmla="*/ 414984 h 2153989"/>
              <a:gd name="connsiteX42" fmla="*/ 1526358 w 2821915"/>
              <a:gd name="connsiteY42" fmla="*/ 357364 h 2153989"/>
              <a:gd name="connsiteX43" fmla="*/ 1469624 w 2821915"/>
              <a:gd name="connsiteY43" fmla="*/ 250044 h 2153989"/>
              <a:gd name="connsiteX44" fmla="*/ 1481680 w 2821915"/>
              <a:gd name="connsiteY44" fmla="*/ 129114 h 2153989"/>
              <a:gd name="connsiteX45" fmla="*/ 1558460 w 2821915"/>
              <a:gd name="connsiteY45" fmla="*/ 35242 h 2153989"/>
              <a:gd name="connsiteX46" fmla="*/ 1674154 w 2821915"/>
              <a:gd name="connsiteY46" fmla="*/ 0 h 2153989"/>
              <a:gd name="connsiteX47" fmla="*/ 1149996 w 2821915"/>
              <a:gd name="connsiteY47" fmla="*/ 0 h 2153989"/>
              <a:gd name="connsiteX48" fmla="*/ 1297548 w 2821915"/>
              <a:gd name="connsiteY48" fmla="*/ 62040 h 2153989"/>
              <a:gd name="connsiteX49" fmla="*/ 1358450 w 2821915"/>
              <a:gd name="connsiteY49" fmla="*/ 210719 h 2153989"/>
              <a:gd name="connsiteX50" fmla="*/ 1322768 w 2821915"/>
              <a:gd name="connsiteY50" fmla="*/ 326840 h 2153989"/>
              <a:gd name="connsiteX51" fmla="*/ 1228984 w 2821915"/>
              <a:gd name="connsiteY51" fmla="*/ 403523 h 2153989"/>
              <a:gd name="connsiteX52" fmla="*/ 1108636 w 2821915"/>
              <a:gd name="connsiteY52" fmla="*/ 414984 h 2153989"/>
              <a:gd name="connsiteX53" fmla="*/ 1002196 w 2821915"/>
              <a:gd name="connsiteY53" fmla="*/ 357364 h 2153989"/>
              <a:gd name="connsiteX54" fmla="*/ 945466 w 2821915"/>
              <a:gd name="connsiteY54" fmla="*/ 250044 h 2153989"/>
              <a:gd name="connsiteX55" fmla="*/ 957518 w 2821915"/>
              <a:gd name="connsiteY55" fmla="*/ 129114 h 2153989"/>
              <a:gd name="connsiteX56" fmla="*/ 1034304 w 2821915"/>
              <a:gd name="connsiteY56" fmla="*/ 35242 h 2153989"/>
              <a:gd name="connsiteX57" fmla="*/ 1149996 w 2821915"/>
              <a:gd name="connsiteY57" fmla="*/ 0 h 2153989"/>
            </a:gdLst>
            <a:ahLst/>
            <a:cxnLst/>
            <a:rect l="l" t="t" r="r" b="b"/>
            <a:pathLst>
              <a:path w="2821915" h="2153989">
                <a:moveTo>
                  <a:pt x="1001976" y="1891740"/>
                </a:moveTo>
                <a:lnTo>
                  <a:pt x="1822344" y="1891740"/>
                </a:lnTo>
                <a:cubicBezTo>
                  <a:pt x="1786148" y="1970044"/>
                  <a:pt x="1728288" y="2036347"/>
                  <a:pt x="1655600" y="2082819"/>
                </a:cubicBezTo>
                <a:cubicBezTo>
                  <a:pt x="1582912" y="2129291"/>
                  <a:pt x="1498440" y="2153989"/>
                  <a:pt x="1412160" y="2153989"/>
                </a:cubicBezTo>
                <a:cubicBezTo>
                  <a:pt x="1325880" y="2153989"/>
                  <a:pt x="1241404" y="2129291"/>
                  <a:pt x="1168720" y="2082819"/>
                </a:cubicBezTo>
                <a:cubicBezTo>
                  <a:pt x="1096032" y="2036347"/>
                  <a:pt x="1038172" y="1970044"/>
                  <a:pt x="1001976" y="1891740"/>
                </a:cubicBezTo>
                <a:close/>
                <a:moveTo>
                  <a:pt x="959312" y="1436741"/>
                </a:moveTo>
                <a:lnTo>
                  <a:pt x="1864856" y="1436741"/>
                </a:lnTo>
                <a:lnTo>
                  <a:pt x="1864856" y="1681058"/>
                </a:lnTo>
                <a:lnTo>
                  <a:pt x="959312" y="1681058"/>
                </a:lnTo>
                <a:close/>
                <a:moveTo>
                  <a:pt x="959312" y="981742"/>
                </a:moveTo>
                <a:lnTo>
                  <a:pt x="1864856" y="981742"/>
                </a:lnTo>
                <a:lnTo>
                  <a:pt x="1864856" y="1226059"/>
                </a:lnTo>
                <a:lnTo>
                  <a:pt x="959312" y="1226059"/>
                </a:lnTo>
                <a:close/>
                <a:moveTo>
                  <a:pt x="1864820" y="701595"/>
                </a:moveTo>
                <a:lnTo>
                  <a:pt x="2575674" y="1017083"/>
                </a:lnTo>
                <a:lnTo>
                  <a:pt x="2574254" y="1016797"/>
                </a:lnTo>
                <a:cubicBezTo>
                  <a:pt x="2717844" y="1080862"/>
                  <a:pt x="2821914" y="1197036"/>
                  <a:pt x="2821914" y="1367877"/>
                </a:cubicBezTo>
                <a:cubicBezTo>
                  <a:pt x="2822216" y="1464867"/>
                  <a:pt x="2784048" y="1558011"/>
                  <a:pt x="2715804" y="1626831"/>
                </a:cubicBezTo>
                <a:cubicBezTo>
                  <a:pt x="2647554" y="1695654"/>
                  <a:pt x="2554812" y="1734527"/>
                  <a:pt x="2457956" y="1734901"/>
                </a:cubicBezTo>
                <a:cubicBezTo>
                  <a:pt x="2264320" y="1734901"/>
                  <a:pt x="2148880" y="1601076"/>
                  <a:pt x="2103668" y="1464972"/>
                </a:cubicBezTo>
                <a:close/>
                <a:moveTo>
                  <a:pt x="959340" y="701595"/>
                </a:moveTo>
                <a:lnTo>
                  <a:pt x="720568" y="1464968"/>
                </a:lnTo>
                <a:cubicBezTo>
                  <a:pt x="675374" y="1601073"/>
                  <a:pt x="561390" y="1734898"/>
                  <a:pt x="367818" y="1734898"/>
                </a:cubicBezTo>
                <a:cubicBezTo>
                  <a:pt x="319572" y="1735125"/>
                  <a:pt x="271760" y="1725794"/>
                  <a:pt x="227124" y="1707448"/>
                </a:cubicBezTo>
                <a:cubicBezTo>
                  <a:pt x="182490" y="1689098"/>
                  <a:pt x="141916" y="1662093"/>
                  <a:pt x="107732" y="1627986"/>
                </a:cubicBezTo>
                <a:cubicBezTo>
                  <a:pt x="73550" y="1593882"/>
                  <a:pt x="46436" y="1553340"/>
                  <a:pt x="27948" y="1508703"/>
                </a:cubicBezTo>
                <a:cubicBezTo>
                  <a:pt x="9460" y="1464061"/>
                  <a:pt x="-38" y="1416204"/>
                  <a:pt x="0" y="1367873"/>
                </a:cubicBezTo>
                <a:cubicBezTo>
                  <a:pt x="0" y="1197033"/>
                  <a:pt x="104034" y="1080862"/>
                  <a:pt x="247580" y="1016797"/>
                </a:cubicBezTo>
                <a:lnTo>
                  <a:pt x="248718" y="1017079"/>
                </a:lnTo>
                <a:close/>
                <a:moveTo>
                  <a:pt x="1411070" y="508873"/>
                </a:moveTo>
                <a:cubicBezTo>
                  <a:pt x="1497588" y="508873"/>
                  <a:pt x="1582292" y="533568"/>
                  <a:pt x="1655176" y="580040"/>
                </a:cubicBezTo>
                <a:cubicBezTo>
                  <a:pt x="1728062" y="626512"/>
                  <a:pt x="1786080" y="692818"/>
                  <a:pt x="1822376" y="771122"/>
                </a:cubicBezTo>
                <a:lnTo>
                  <a:pt x="999768" y="771122"/>
                </a:lnTo>
                <a:cubicBezTo>
                  <a:pt x="1036060" y="692818"/>
                  <a:pt x="1094078" y="626512"/>
                  <a:pt x="1166964" y="580040"/>
                </a:cubicBezTo>
                <a:cubicBezTo>
                  <a:pt x="1239848" y="533568"/>
                  <a:pt x="1324556" y="508873"/>
                  <a:pt x="1411070" y="508873"/>
                </a:cubicBezTo>
                <a:close/>
                <a:moveTo>
                  <a:pt x="1674154" y="0"/>
                </a:moveTo>
                <a:cubicBezTo>
                  <a:pt x="1729568" y="228"/>
                  <a:pt x="1782632" y="22538"/>
                  <a:pt x="1821708" y="62040"/>
                </a:cubicBezTo>
                <a:cubicBezTo>
                  <a:pt x="1860784" y="101538"/>
                  <a:pt x="1882686" y="155008"/>
                  <a:pt x="1882612" y="210719"/>
                </a:cubicBezTo>
                <a:cubicBezTo>
                  <a:pt x="1882388" y="252120"/>
                  <a:pt x="1869968" y="292528"/>
                  <a:pt x="1846928" y="326840"/>
                </a:cubicBezTo>
                <a:cubicBezTo>
                  <a:pt x="1823886" y="361155"/>
                  <a:pt x="1791250" y="387837"/>
                  <a:pt x="1753140" y="403523"/>
                </a:cubicBezTo>
                <a:cubicBezTo>
                  <a:pt x="1715032" y="419213"/>
                  <a:pt x="1673156" y="423198"/>
                  <a:pt x="1632794" y="414984"/>
                </a:cubicBezTo>
                <a:cubicBezTo>
                  <a:pt x="1592432" y="406767"/>
                  <a:pt x="1555394" y="386719"/>
                  <a:pt x="1526358" y="357364"/>
                </a:cubicBezTo>
                <a:cubicBezTo>
                  <a:pt x="1497318" y="328008"/>
                  <a:pt x="1477576" y="290667"/>
                  <a:pt x="1469624" y="250044"/>
                </a:cubicBezTo>
                <a:cubicBezTo>
                  <a:pt x="1461672" y="209421"/>
                  <a:pt x="1465868" y="167341"/>
                  <a:pt x="1481680" y="129114"/>
                </a:cubicBezTo>
                <a:cubicBezTo>
                  <a:pt x="1497488" y="90886"/>
                  <a:pt x="1524204" y="58222"/>
                  <a:pt x="1558460" y="35242"/>
                </a:cubicBezTo>
                <a:cubicBezTo>
                  <a:pt x="1592716" y="12263"/>
                  <a:pt x="1632974" y="0"/>
                  <a:pt x="1674154" y="0"/>
                </a:cubicBezTo>
                <a:close/>
                <a:moveTo>
                  <a:pt x="1149996" y="0"/>
                </a:moveTo>
                <a:cubicBezTo>
                  <a:pt x="1205408" y="228"/>
                  <a:pt x="1258472" y="22538"/>
                  <a:pt x="1297548" y="62040"/>
                </a:cubicBezTo>
                <a:cubicBezTo>
                  <a:pt x="1336624" y="101538"/>
                  <a:pt x="1358528" y="155008"/>
                  <a:pt x="1358450" y="210719"/>
                </a:cubicBezTo>
                <a:cubicBezTo>
                  <a:pt x="1358224" y="252120"/>
                  <a:pt x="1345810" y="292528"/>
                  <a:pt x="1322768" y="326840"/>
                </a:cubicBezTo>
                <a:cubicBezTo>
                  <a:pt x="1299724" y="361155"/>
                  <a:pt x="1267092" y="387837"/>
                  <a:pt x="1228984" y="403523"/>
                </a:cubicBezTo>
                <a:cubicBezTo>
                  <a:pt x="1190874" y="419213"/>
                  <a:pt x="1148998" y="423198"/>
                  <a:pt x="1108636" y="414984"/>
                </a:cubicBezTo>
                <a:cubicBezTo>
                  <a:pt x="1068276" y="406767"/>
                  <a:pt x="1031236" y="386719"/>
                  <a:pt x="1002196" y="357364"/>
                </a:cubicBezTo>
                <a:cubicBezTo>
                  <a:pt x="973156" y="328008"/>
                  <a:pt x="953418" y="290667"/>
                  <a:pt x="945466" y="250044"/>
                </a:cubicBezTo>
                <a:cubicBezTo>
                  <a:pt x="937514" y="209421"/>
                  <a:pt x="941708" y="167341"/>
                  <a:pt x="957518" y="129114"/>
                </a:cubicBezTo>
                <a:cubicBezTo>
                  <a:pt x="973330" y="90886"/>
                  <a:pt x="1000046" y="58222"/>
                  <a:pt x="1034304" y="35242"/>
                </a:cubicBezTo>
                <a:cubicBezTo>
                  <a:pt x="1068556" y="12263"/>
                  <a:pt x="1108816" y="0"/>
                  <a:pt x="1149996" y="0"/>
                </a:cubicBezTo>
                <a:close/>
              </a:path>
            </a:pathLst>
          </a:custGeom>
          <a:solidFill>
            <a:schemeClr val="accent1"/>
          </a:solidFill>
          <a:ln w="33950">
            <a:noFill/>
            <a:prstDash val="solid"/>
          </a:ln>
        </p:spPr>
        <p:txBody>
          <a:bodyPr anchor="ctr"/>
          <a:lstStyle/>
          <a:p>
            <a:endParaRPr/>
          </a:p>
        </p:txBody>
      </p:sp>
      <p:sp>
        <p:nvSpPr>
          <p:cNvPr id="33" name="Freeform: Shape 117">
            <a:extLst>
              <a:ext uri="{FF2B5EF4-FFF2-40B4-BE49-F238E27FC236}">
                <a16:creationId xmlns:a16="http://schemas.microsoft.com/office/drawing/2014/main" id="{A7B73B09-EEAB-594E-ADC0-0B6005FBFB2E}"/>
              </a:ext>
            </a:extLst>
          </p:cNvPr>
          <p:cNvSpPr>
            <a:spLocks noGrp="1"/>
          </p:cNvSpPr>
          <p:nvPr/>
        </p:nvSpPr>
        <p:spPr>
          <a:xfrm rot="10800000">
            <a:off x="7319946" y="5630058"/>
            <a:ext cx="7311449" cy="7315200"/>
          </a:xfrm>
          <a:custGeom>
            <a:avLst/>
            <a:gdLst>
              <a:gd name="connsiteX0" fmla="*/ 716288 w 1432576"/>
              <a:gd name="connsiteY0" fmla="*/ 717023 h 1433311"/>
              <a:gd name="connsiteX1" fmla="*/ 210111 w 1432576"/>
              <a:gd name="connsiteY1" fmla="*/ 927134 h 1433311"/>
              <a:gd name="connsiteX2" fmla="*/ 0 w 1432576"/>
              <a:gd name="connsiteY2" fmla="*/ 1433311 h 1433311"/>
              <a:gd name="connsiteX3" fmla="*/ 716288 w 1432576"/>
              <a:gd name="connsiteY3" fmla="*/ 1433311 h 1433311"/>
              <a:gd name="connsiteX4" fmla="*/ 1432577 w 1432576"/>
              <a:gd name="connsiteY4" fmla="*/ 1433311 h 1433311"/>
              <a:gd name="connsiteX5" fmla="*/ 1222465 w 1432576"/>
              <a:gd name="connsiteY5" fmla="*/ 927134 h 1433311"/>
              <a:gd name="connsiteX6" fmla="*/ 716288 w 1432576"/>
              <a:gd name="connsiteY6" fmla="*/ 717023 h 1433311"/>
              <a:gd name="connsiteX7" fmla="*/ 1222465 w 1432576"/>
              <a:gd name="connsiteY7" fmla="*/ 210111 h 1433311"/>
              <a:gd name="connsiteX8" fmla="*/ 1432577 w 1432576"/>
              <a:gd name="connsiteY8" fmla="*/ 716288 h 1433311"/>
              <a:gd name="connsiteX9" fmla="*/ 716288 w 1432576"/>
              <a:gd name="connsiteY9" fmla="*/ 716288 h 1433311"/>
              <a:gd name="connsiteX10" fmla="*/ 0 w 1432576"/>
              <a:gd name="connsiteY10" fmla="*/ 716288 h 1433311"/>
              <a:gd name="connsiteX11" fmla="*/ 210111 w 1432576"/>
              <a:gd name="connsiteY11" fmla="*/ 210111 h 1433311"/>
              <a:gd name="connsiteX12" fmla="*/ 716288 w 1432576"/>
              <a:gd name="connsiteY12" fmla="*/ 0 h 1433311"/>
              <a:gd name="connsiteX13" fmla="*/ 1222465 w 1432576"/>
              <a:gd name="connsiteY13" fmla="*/ 210111 h 1433311"/>
            </a:gdLst>
            <a:ahLst/>
            <a:cxnLst/>
            <a:rect l="l" t="t" r="r" b="b"/>
            <a:pathLst>
              <a:path w="1432576" h="1433311">
                <a:moveTo>
                  <a:pt x="716288" y="717023"/>
                </a:moveTo>
                <a:cubicBezTo>
                  <a:pt x="526013" y="717023"/>
                  <a:pt x="343818" y="792692"/>
                  <a:pt x="210111" y="927134"/>
                </a:cubicBezTo>
                <a:cubicBezTo>
                  <a:pt x="76404" y="1061575"/>
                  <a:pt x="0" y="1243036"/>
                  <a:pt x="0" y="1433311"/>
                </a:cubicBezTo>
                <a:lnTo>
                  <a:pt x="716288" y="1433311"/>
                </a:lnTo>
                <a:lnTo>
                  <a:pt x="1432577" y="1433311"/>
                </a:lnTo>
                <a:cubicBezTo>
                  <a:pt x="1432577" y="1243036"/>
                  <a:pt x="1356907" y="1060841"/>
                  <a:pt x="1222465" y="927134"/>
                </a:cubicBezTo>
                <a:cubicBezTo>
                  <a:pt x="1088024" y="793426"/>
                  <a:pt x="906564" y="717023"/>
                  <a:pt x="716288" y="717023"/>
                </a:cubicBezTo>
                <a:close/>
                <a:moveTo>
                  <a:pt x="1222465" y="210111"/>
                </a:moveTo>
                <a:cubicBezTo>
                  <a:pt x="1356907" y="344553"/>
                  <a:pt x="1432577" y="526747"/>
                  <a:pt x="1432577" y="716288"/>
                </a:cubicBezTo>
                <a:lnTo>
                  <a:pt x="716288" y="716288"/>
                </a:lnTo>
                <a:lnTo>
                  <a:pt x="0" y="716288"/>
                </a:lnTo>
                <a:cubicBezTo>
                  <a:pt x="0" y="526012"/>
                  <a:pt x="75669" y="343818"/>
                  <a:pt x="210111" y="210111"/>
                </a:cubicBezTo>
                <a:cubicBezTo>
                  <a:pt x="344553" y="76404"/>
                  <a:pt x="526747" y="0"/>
                  <a:pt x="716288" y="0"/>
                </a:cubicBezTo>
                <a:cubicBezTo>
                  <a:pt x="905829" y="0"/>
                  <a:pt x="1088758" y="75669"/>
                  <a:pt x="1222465" y="210111"/>
                </a:cubicBezTo>
                <a:close/>
              </a:path>
            </a:pathLst>
          </a:custGeom>
          <a:gradFill>
            <a:gsLst>
              <a:gs pos="50000">
                <a:srgbClr val="0F62FE"/>
              </a:gs>
              <a:gs pos="10000">
                <a:srgbClr val="8A3FFC"/>
              </a:gs>
              <a:gs pos="90000">
                <a:srgbClr val="33B1FF"/>
              </a:gs>
            </a:gsLst>
            <a:lin ang="8100000" scaled="0"/>
          </a:gra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defTabSz="914400">
              <a:spcBef>
                <a:spcPct val="0"/>
              </a:spcBef>
              <a:spcAft>
                <a:spcPct val="0"/>
              </a:spcAft>
              <a:buNone/>
            </a:pPr>
            <a:endParaRPr sz="1400">
              <a:solidFill>
                <a:schemeClr val="bg1"/>
              </a:solidFill>
            </a:endParaRPr>
          </a:p>
        </p:txBody>
      </p:sp>
      <p:sp>
        <p:nvSpPr>
          <p:cNvPr id="34" name="Graphic 19">
            <a:extLst>
              <a:ext uri="{FF2B5EF4-FFF2-40B4-BE49-F238E27FC236}">
                <a16:creationId xmlns:a16="http://schemas.microsoft.com/office/drawing/2014/main" id="{B053DD60-638A-AD48-917D-BB79DE1CD2F5}"/>
              </a:ext>
            </a:extLst>
          </p:cNvPr>
          <p:cNvSpPr>
            <a:spLocks noGrp="1"/>
          </p:cNvSpPr>
          <p:nvPr/>
        </p:nvSpPr>
        <p:spPr>
          <a:xfrm>
            <a:off x="3663465" y="9302124"/>
            <a:ext cx="3648330" cy="3648331"/>
          </a:xfrm>
          <a:custGeom>
            <a:avLst/>
            <a:gdLst>
              <a:gd name="connsiteX0" fmla="*/ 1285875 w 2571750"/>
              <a:gd name="connsiteY0" fmla="*/ 2571750 h 2571750"/>
              <a:gd name="connsiteX1" fmla="*/ 0 w 2571750"/>
              <a:gd name="connsiteY1" fmla="*/ 1285875 h 2571750"/>
              <a:gd name="connsiteX2" fmla="*/ 0 w 2571750"/>
              <a:gd name="connsiteY2" fmla="*/ 2571750 h 2571750"/>
              <a:gd name="connsiteX3" fmla="*/ 1285875 w 2571750"/>
              <a:gd name="connsiteY3" fmla="*/ 2571750 h 2571750"/>
              <a:gd name="connsiteX4" fmla="*/ 1285875 w 2571750"/>
              <a:gd name="connsiteY4" fmla="*/ 2571750 h 2571750"/>
              <a:gd name="connsiteX5" fmla="*/ 2571750 w 2571750"/>
              <a:gd name="connsiteY5" fmla="*/ 1285875 h 2571750"/>
              <a:gd name="connsiteX6" fmla="*/ 2571750 w 2571750"/>
              <a:gd name="connsiteY6" fmla="*/ 2571750 h 2571750"/>
              <a:gd name="connsiteX7" fmla="*/ 1285875 w 2571750"/>
              <a:gd name="connsiteY7" fmla="*/ 2571750 h 2571750"/>
              <a:gd name="connsiteX8" fmla="*/ 2571750 w 2571750"/>
              <a:gd name="connsiteY8" fmla="*/ 0 h 2571750"/>
              <a:gd name="connsiteX9" fmla="*/ 2571750 w 2571750"/>
              <a:gd name="connsiteY9" fmla="*/ 1285875 h 2571750"/>
              <a:gd name="connsiteX10" fmla="*/ 1285875 w 2571750"/>
              <a:gd name="connsiteY10" fmla="*/ 0 h 2571750"/>
              <a:gd name="connsiteX11" fmla="*/ 0 w 2571750"/>
              <a:gd name="connsiteY11" fmla="*/ 1285875 h 2571750"/>
              <a:gd name="connsiteX12" fmla="*/ 0 w 2571750"/>
              <a:gd name="connsiteY12" fmla="*/ 0 h 2571750"/>
              <a:gd name="connsiteX13" fmla="*/ 1285875 w 2571750"/>
              <a:gd name="connsiteY13" fmla="*/ 0 h 2571750"/>
              <a:gd name="connsiteX14" fmla="*/ 2571750 w 2571750"/>
              <a:gd name="connsiteY14" fmla="*/ 0 h 2571750"/>
            </a:gdLst>
            <a:ahLst/>
            <a:cxnLst/>
            <a:rect l="l" t="t" r="r" b="b"/>
            <a:pathLst>
              <a:path w="2571750" h="2571750">
                <a:moveTo>
                  <a:pt x="1285875" y="2571750"/>
                </a:moveTo>
                <a:lnTo>
                  <a:pt x="0" y="1285875"/>
                </a:lnTo>
                <a:lnTo>
                  <a:pt x="0" y="2571750"/>
                </a:lnTo>
                <a:lnTo>
                  <a:pt x="1285875" y="2571750"/>
                </a:lnTo>
                <a:close/>
                <a:moveTo>
                  <a:pt x="1285875" y="2571750"/>
                </a:moveTo>
                <a:lnTo>
                  <a:pt x="2571750" y="1285875"/>
                </a:lnTo>
                <a:lnTo>
                  <a:pt x="2571750" y="2571750"/>
                </a:lnTo>
                <a:lnTo>
                  <a:pt x="1285875" y="2571750"/>
                </a:lnTo>
                <a:close/>
                <a:moveTo>
                  <a:pt x="2571750" y="0"/>
                </a:moveTo>
                <a:lnTo>
                  <a:pt x="2571750" y="1285875"/>
                </a:lnTo>
                <a:lnTo>
                  <a:pt x="1285875" y="0"/>
                </a:lnTo>
                <a:lnTo>
                  <a:pt x="0" y="1285875"/>
                </a:lnTo>
                <a:lnTo>
                  <a:pt x="0" y="0"/>
                </a:lnTo>
                <a:lnTo>
                  <a:pt x="1285875" y="0"/>
                </a:lnTo>
                <a:lnTo>
                  <a:pt x="2571750" y="0"/>
                </a:lnTo>
                <a:close/>
              </a:path>
            </a:pathLst>
          </a:custGeom>
          <a:solidFill>
            <a:schemeClr val="accent2"/>
          </a:solidFill>
          <a:ln w="9525">
            <a:noFill/>
            <a:prstDash val="solid"/>
          </a:ln>
        </p:spPr>
        <p:txBody>
          <a:bodyPr anchor="ctr"/>
          <a:lstStyle/>
          <a:p>
            <a:endParaRPr/>
          </a:p>
        </p:txBody>
      </p:sp>
      <p:sp>
        <p:nvSpPr>
          <p:cNvPr id="3" name="Title 1">
            <a:extLst>
              <a:ext uri="{FF2B5EF4-FFF2-40B4-BE49-F238E27FC236}">
                <a16:creationId xmlns:a16="http://schemas.microsoft.com/office/drawing/2014/main" id="{6733F7B7-5AD6-1E43-4FD9-3C700AC2CBD0}"/>
              </a:ext>
            </a:extLst>
          </p:cNvPr>
          <p:cNvSpPr>
            <a:spLocks noGrp="1"/>
          </p:cNvSpPr>
          <p:nvPr>
            <p:ph type="title"/>
          </p:nvPr>
        </p:nvSpPr>
        <p:spPr>
          <a:xfrm>
            <a:off x="538494" y="383875"/>
            <a:ext cx="11080420" cy="1292526"/>
          </a:xfrm>
        </p:spPr>
        <p:txBody>
          <a:bodyPr rIns="457200"/>
          <a:lstStyle>
            <a:lvl1pPr>
              <a:lnSpc>
                <a:spcPct val="100000"/>
              </a:lnSpc>
              <a:buNone/>
              <a:defRPr sz="6400">
                <a:solidFill>
                  <a:srgbClr val="F4F4F4"/>
                </a:solidFill>
              </a:defRPr>
            </a:lvl1pPr>
          </a:lstStyle>
          <a:p>
            <a:r>
              <a:t>Click to edit Master title style</a:t>
            </a:r>
          </a:p>
        </p:txBody>
      </p:sp>
      <p:sp>
        <p:nvSpPr>
          <p:cNvPr id="8" name="Text Placeholder 10">
            <a:extLst>
              <a:ext uri="{FF2B5EF4-FFF2-40B4-BE49-F238E27FC236}">
                <a16:creationId xmlns:a16="http://schemas.microsoft.com/office/drawing/2014/main" id="{5CF6371F-3AE6-2B80-8833-B0E2027EB315}"/>
              </a:ext>
            </a:extLst>
          </p:cNvPr>
          <p:cNvSpPr>
            <a:spLocks noGrp="1"/>
          </p:cNvSpPr>
          <p:nvPr>
            <p:ph type="body" idx="14" hasCustomPrompt="1"/>
          </p:nvPr>
        </p:nvSpPr>
        <p:spPr>
          <a:xfrm>
            <a:off x="15230476" y="5630058"/>
            <a:ext cx="8578850" cy="5210243"/>
          </a:xfrm>
          <a:prstGeom prst="rect">
            <a:avLst/>
          </a:prstGeom>
          <a:ln w="12700"/>
        </p:spPr>
        <p:txBody>
          <a:bodyPr lIns="0" tIns="0" rIns="0" bIns="0"/>
          <a:lstStyle>
            <a:lvl1pPr>
              <a:buNone/>
              <a:defRPr>
                <a:solidFill>
                  <a:srgbClr val="F4F4F4"/>
                </a:solidFill>
              </a:defRPr>
            </a:lvl1pPr>
          </a:lstStyle>
          <a:p>
            <a:pPr lvl="0">
              <a:lnSpc>
                <a:spcPct val="130000"/>
              </a:lnSpc>
              <a:spcAft>
                <a:spcPts val="1800"/>
              </a:spcAft>
              <a:buNone/>
            </a:pPr>
            <a:r>
              <a:t>Firstname Lastname</a:t>
            </a:r>
            <a:br/>
            <a:r>
              <a:t>Company, Job Title</a:t>
            </a:r>
            <a:br/>
            <a:r>
              <a:t>Contact Info</a:t>
            </a:r>
          </a:p>
        </p:txBody>
      </p:sp>
      <p:sp>
        <p:nvSpPr>
          <p:cNvPr id="4" name="Footer Placeholder 1">
            <a:extLst>
              <a:ext uri="{FF2B5EF4-FFF2-40B4-BE49-F238E27FC236}">
                <a16:creationId xmlns:a16="http://schemas.microsoft.com/office/drawing/2014/main" id="{F5B8CA51-0B38-C220-2F2E-01039684828C}"/>
              </a:ext>
            </a:extLst>
          </p:cNvPr>
          <p:cNvSpPr>
            <a:spLocks noGrp="1"/>
          </p:cNvSpPr>
          <p:nvPr>
            <p:ph type="ftr" idx="20"/>
          </p:nvPr>
        </p:nvSpPr>
        <p:spPr>
          <a:xfrm>
            <a:off x="568324" y="13272850"/>
            <a:ext cx="4956176" cy="246221"/>
          </a:xfrm>
        </p:spPr>
        <p:txBody>
          <a:bodyPr/>
          <a:lstStyle/>
          <a:p>
            <a:r>
              <a:t>IBM TechXchange | © 2026 IBM Corporation</a:t>
            </a:r>
          </a:p>
        </p:txBody>
      </p:sp>
      <p:sp>
        <p:nvSpPr>
          <p:cNvPr id="5" name="Slide Number Placeholder 3">
            <a:extLst>
              <a:ext uri="{FF2B5EF4-FFF2-40B4-BE49-F238E27FC236}">
                <a16:creationId xmlns:a16="http://schemas.microsoft.com/office/drawing/2014/main" id="{2C405756-6F49-5706-CAF4-4619F0959BD0}"/>
              </a:ext>
            </a:extLst>
          </p:cNvPr>
          <p:cNvSpPr>
            <a:spLocks noGrp="1"/>
          </p:cNvSpPr>
          <p:nvPr>
            <p:ph type="sldNum" idx="21"/>
          </p:nvPr>
        </p:nvSpPr>
        <p:spPr>
          <a:xfrm>
            <a:off x="23541592" y="13272850"/>
            <a:ext cx="270908" cy="246221"/>
          </a:xfrm>
        </p:spPr>
        <p:txBody>
          <a:bodyPr/>
          <a:lstStyle/>
          <a:p>
            <a:fld id="{86CB4B4D-7CA3-9044-876B-883B54F8677D}" type="slidenum">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_Thank you 1">
    <p:bg>
      <p:bgPr>
        <a:solidFill>
          <a:schemeClr val="tx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349104CD-7A54-794C-B12A-9EE5157E8DB7}"/>
              </a:ext>
            </a:extLst>
          </p:cNvPr>
          <p:cNvSpPr>
            <a:spLocks noGrp="1"/>
          </p:cNvSpPr>
          <p:nvPr/>
        </p:nvSpPr>
        <p:spPr>
          <a:xfrm>
            <a:off x="-1" y="0"/>
            <a:ext cx="24387175" cy="13716000"/>
          </a:xfrm>
          <a:prstGeom prst="rect">
            <a:avLst/>
          </a:prstGeom>
          <a:solidFill>
            <a:schemeClr val="tx1"/>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chemeClr val="bg1"/>
              </a:solidFill>
              <a:latin typeface="+mn-lt"/>
              <a:ea typeface="+mn-lt"/>
              <a:cs typeface="+mn-lt"/>
            </a:endParaRPr>
          </a:p>
        </p:txBody>
      </p:sp>
      <p:sp>
        <p:nvSpPr>
          <p:cNvPr id="3" name="Title 1">
            <a:extLst>
              <a:ext uri="{FF2B5EF4-FFF2-40B4-BE49-F238E27FC236}">
                <a16:creationId xmlns:a16="http://schemas.microsoft.com/office/drawing/2014/main" id="{6733F7B7-5AD6-1E43-4FD9-3C700AC2CBD0}"/>
              </a:ext>
            </a:extLst>
          </p:cNvPr>
          <p:cNvSpPr>
            <a:spLocks noGrp="1"/>
          </p:cNvSpPr>
          <p:nvPr>
            <p:ph type="title"/>
          </p:nvPr>
        </p:nvSpPr>
        <p:spPr>
          <a:xfrm>
            <a:off x="538494" y="383875"/>
            <a:ext cx="11080420" cy="1292526"/>
          </a:xfrm>
        </p:spPr>
        <p:txBody>
          <a:bodyPr rIns="457200"/>
          <a:lstStyle>
            <a:lvl1pPr>
              <a:lnSpc>
                <a:spcPct val="100000"/>
              </a:lnSpc>
              <a:buNone/>
              <a:defRPr sz="6400">
                <a:solidFill>
                  <a:srgbClr val="F4F4F4"/>
                </a:solidFill>
              </a:defRPr>
            </a:lvl1pPr>
          </a:lstStyle>
          <a:p>
            <a:r>
              <a:t>Click to edit Master title style</a:t>
            </a:r>
          </a:p>
        </p:txBody>
      </p:sp>
      <p:sp>
        <p:nvSpPr>
          <p:cNvPr id="8" name="Text Placeholder 10">
            <a:extLst>
              <a:ext uri="{FF2B5EF4-FFF2-40B4-BE49-F238E27FC236}">
                <a16:creationId xmlns:a16="http://schemas.microsoft.com/office/drawing/2014/main" id="{5CF6371F-3AE6-2B80-8833-B0E2027EB315}"/>
              </a:ext>
            </a:extLst>
          </p:cNvPr>
          <p:cNvSpPr>
            <a:spLocks noGrp="1"/>
          </p:cNvSpPr>
          <p:nvPr>
            <p:ph type="body" idx="14" hasCustomPrompt="1"/>
          </p:nvPr>
        </p:nvSpPr>
        <p:spPr>
          <a:xfrm>
            <a:off x="15230476" y="5630058"/>
            <a:ext cx="8578850" cy="5210243"/>
          </a:xfrm>
          <a:prstGeom prst="rect">
            <a:avLst/>
          </a:prstGeom>
          <a:ln w="12700"/>
        </p:spPr>
        <p:txBody>
          <a:bodyPr lIns="0" tIns="0" rIns="0" bIns="0"/>
          <a:lstStyle>
            <a:lvl1pPr>
              <a:buNone/>
              <a:defRPr>
                <a:solidFill>
                  <a:srgbClr val="F4F4F4"/>
                </a:solidFill>
              </a:defRPr>
            </a:lvl1pPr>
          </a:lstStyle>
          <a:p>
            <a:pPr lvl="0">
              <a:lnSpc>
                <a:spcPct val="130000"/>
              </a:lnSpc>
              <a:spcAft>
                <a:spcPts val="1800"/>
              </a:spcAft>
              <a:buNone/>
            </a:pPr>
            <a:r>
              <a:t>Firstname Lastname</a:t>
            </a:r>
            <a:br/>
            <a:r>
              <a:t>Company, Job Title</a:t>
            </a:r>
            <a:br/>
            <a:r>
              <a:t>Contact Info</a:t>
            </a:r>
          </a:p>
        </p:txBody>
      </p:sp>
      <p:sp>
        <p:nvSpPr>
          <p:cNvPr id="2" name="Freeform: Shape 14">
            <a:extLst>
              <a:ext uri="{FF2B5EF4-FFF2-40B4-BE49-F238E27FC236}">
                <a16:creationId xmlns:a16="http://schemas.microsoft.com/office/drawing/2014/main" id="{65114DCD-4B8A-A209-D0AC-B5D6BF0B8CC6}"/>
              </a:ext>
            </a:extLst>
          </p:cNvPr>
          <p:cNvSpPr>
            <a:spLocks noGrp="1"/>
          </p:cNvSpPr>
          <p:nvPr/>
        </p:nvSpPr>
        <p:spPr>
          <a:xfrm rot="16200000">
            <a:off x="3645087" y="5624946"/>
            <a:ext cx="7315200" cy="7315200"/>
          </a:xfrm>
          <a:custGeom>
            <a:avLst/>
            <a:gdLst>
              <a:gd name="connsiteX0" fmla="*/ 1432576 w 1432576"/>
              <a:gd name="connsiteY0" fmla="*/ 1432576 h 1432576"/>
              <a:gd name="connsiteX1" fmla="*/ 716288 w 1432576"/>
              <a:gd name="connsiteY1" fmla="*/ 1432576 h 1432576"/>
              <a:gd name="connsiteX2" fmla="*/ 716288 w 1432576"/>
              <a:gd name="connsiteY2" fmla="*/ 1432576 h 1432576"/>
              <a:gd name="connsiteX3" fmla="*/ 0 w 1432576"/>
              <a:gd name="connsiteY3" fmla="*/ 1432576 h 1432576"/>
              <a:gd name="connsiteX4" fmla="*/ 716288 w 1432576"/>
              <a:gd name="connsiteY4" fmla="*/ 716288 h 1432576"/>
              <a:gd name="connsiteX5" fmla="*/ 716288 w 1432576"/>
              <a:gd name="connsiteY5" fmla="*/ 1432576 h 1432576"/>
              <a:gd name="connsiteX6" fmla="*/ 1432576 w 1432576"/>
              <a:gd name="connsiteY6" fmla="*/ 716288 h 1432576"/>
              <a:gd name="connsiteX7" fmla="*/ 1432576 w 1432576"/>
              <a:gd name="connsiteY7" fmla="*/ 1432576 h 1432576"/>
              <a:gd name="connsiteX8" fmla="*/ 716288 w 1432576"/>
              <a:gd name="connsiteY8" fmla="*/ 0 h 1432576"/>
              <a:gd name="connsiteX9" fmla="*/ 0 w 1432576"/>
              <a:gd name="connsiteY9" fmla="*/ 0 h 1432576"/>
              <a:gd name="connsiteX10" fmla="*/ 716288 w 1432576"/>
              <a:gd name="connsiteY10" fmla="*/ 716288 h 1432576"/>
              <a:gd name="connsiteX11" fmla="*/ 716288 w 1432576"/>
              <a:gd name="connsiteY11" fmla="*/ 0 h 1432576"/>
              <a:gd name="connsiteX12" fmla="*/ 1432576 w 1432576"/>
              <a:gd name="connsiteY12" fmla="*/ 716288 h 1432576"/>
              <a:gd name="connsiteX13" fmla="*/ 1432576 w 1432576"/>
              <a:gd name="connsiteY13" fmla="*/ 0 h 1432576"/>
              <a:gd name="connsiteX14" fmla="*/ 716288 w 1432576"/>
              <a:gd name="connsiteY14" fmla="*/ 0 h 1432576"/>
              <a:gd name="connsiteX15" fmla="*/ 716288 w 1432576"/>
              <a:gd name="connsiteY15" fmla="*/ 0 h 1432576"/>
            </a:gdLst>
            <a:ahLst/>
            <a:cxnLst/>
            <a:rect l="l" t="t" r="r" b="b"/>
            <a:pathLst>
              <a:path w="1432576" h="1432576">
                <a:moveTo>
                  <a:pt x="1432576" y="1432576"/>
                </a:moveTo>
                <a:lnTo>
                  <a:pt x="716288" y="1432576"/>
                </a:lnTo>
                <a:lnTo>
                  <a:pt x="716288" y="1432576"/>
                </a:lnTo>
                <a:lnTo>
                  <a:pt x="0" y="1432576"/>
                </a:lnTo>
                <a:lnTo>
                  <a:pt x="716288" y="716288"/>
                </a:lnTo>
                <a:lnTo>
                  <a:pt x="716288" y="1432576"/>
                </a:lnTo>
                <a:lnTo>
                  <a:pt x="1432576" y="716288"/>
                </a:lnTo>
                <a:lnTo>
                  <a:pt x="1432576" y="1432576"/>
                </a:lnTo>
                <a:close/>
                <a:moveTo>
                  <a:pt x="716288" y="0"/>
                </a:moveTo>
                <a:lnTo>
                  <a:pt x="0" y="0"/>
                </a:lnTo>
                <a:lnTo>
                  <a:pt x="716288" y="716288"/>
                </a:lnTo>
                <a:lnTo>
                  <a:pt x="716288" y="0"/>
                </a:lnTo>
                <a:lnTo>
                  <a:pt x="1432576" y="716288"/>
                </a:lnTo>
                <a:lnTo>
                  <a:pt x="1432576" y="0"/>
                </a:lnTo>
                <a:lnTo>
                  <a:pt x="716288" y="0"/>
                </a:lnTo>
                <a:lnTo>
                  <a:pt x="716288" y="0"/>
                </a:lnTo>
                <a:close/>
              </a:path>
            </a:pathLst>
          </a:custGeom>
          <a:gradFill>
            <a:gsLst>
              <a:gs pos="50000">
                <a:srgbClr val="D02670"/>
              </a:gs>
              <a:gs pos="10000">
                <a:srgbClr val="8A3FFC"/>
              </a:gs>
              <a:gs pos="90000">
                <a:srgbClr val="FA4D56"/>
              </a:gs>
            </a:gsLst>
            <a:lin ang="2700000" scaled="0"/>
          </a:gra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lvl="0" defTabSz="914400">
              <a:spcBef>
                <a:spcPct val="0"/>
              </a:spcBef>
              <a:spcAft>
                <a:spcPct val="0"/>
              </a:spcAft>
              <a:buNone/>
            </a:pPr>
            <a:endParaRPr sz="1400">
              <a:solidFill>
                <a:schemeClr val="bg1"/>
              </a:solidFill>
            </a:endParaRPr>
          </a:p>
        </p:txBody>
      </p:sp>
      <p:sp>
        <p:nvSpPr>
          <p:cNvPr id="4" name="Graphic 3">
            <a:extLst>
              <a:ext uri="{FF2B5EF4-FFF2-40B4-BE49-F238E27FC236}">
                <a16:creationId xmlns:a16="http://schemas.microsoft.com/office/drawing/2014/main" id="{12F5964B-912B-DA3F-8E6E-4296524E5444}"/>
              </a:ext>
            </a:extLst>
          </p:cNvPr>
          <p:cNvSpPr>
            <a:spLocks noGrp="1"/>
          </p:cNvSpPr>
          <p:nvPr/>
        </p:nvSpPr>
        <p:spPr>
          <a:xfrm rot="16200000">
            <a:off x="10960287" y="5619748"/>
            <a:ext cx="3679257" cy="3679257"/>
          </a:xfrm>
          <a:custGeom>
            <a:avLst/>
            <a:gdLst>
              <a:gd name="csX0" fmla="*/ 2882107 w 5764213"/>
              <a:gd name="csY0" fmla="*/ 0 h 5764213"/>
              <a:gd name="csX1" fmla="*/ 2882107 w 5764213"/>
              <a:gd name="csY1" fmla="*/ 0 h 5764213"/>
              <a:gd name="csX2" fmla="*/ 0 w 5764213"/>
              <a:gd name="csY2" fmla="*/ 0 h 5764213"/>
              <a:gd name="csX3" fmla="*/ 2882107 w 5764213"/>
              <a:gd name="csY3" fmla="*/ 2882107 h 5764213"/>
              <a:gd name="csX4" fmla="*/ 0 w 5764213"/>
              <a:gd name="csY4" fmla="*/ 5764213 h 5764213"/>
              <a:gd name="csX5" fmla="*/ 2882107 w 5764213"/>
              <a:gd name="csY5" fmla="*/ 5764213 h 5764213"/>
              <a:gd name="csX6" fmla="*/ 2882107 w 5764213"/>
              <a:gd name="csY6" fmla="*/ 5764213 h 5764213"/>
              <a:gd name="csX7" fmla="*/ 5764213 w 5764213"/>
              <a:gd name="csY7" fmla="*/ 2882107 h 5764213"/>
              <a:gd name="csX8" fmla="*/ 2882107 w 5764213"/>
              <a:gd name="csY8" fmla="*/ 2882107 h 5764213"/>
              <a:gd name="csX9" fmla="*/ 2882107 w 5764213"/>
              <a:gd name="csY9" fmla="*/ 2882107 h 5764213"/>
              <a:gd name="csX10" fmla="*/ 5764213 w 5764213"/>
              <a:gd name="csY10" fmla="*/ 2882107 h 5764213"/>
              <a:gd name="csX11" fmla="*/ 2882107 w 5764213"/>
              <a:gd name="csY11" fmla="*/ 0 h 5764213"/>
            </a:gdLst>
            <a:ahLst/>
            <a:cxnLst/>
            <a:rect l="l" t="t" r="r" b="b"/>
            <a:pathLst>
              <a:path w="5764213" h="5764213">
                <a:moveTo>
                  <a:pt x="2882107" y="0"/>
                </a:moveTo>
                <a:lnTo>
                  <a:pt x="2882107" y="0"/>
                </a:lnTo>
                <a:lnTo>
                  <a:pt x="0" y="0"/>
                </a:lnTo>
                <a:lnTo>
                  <a:pt x="2882107" y="2882107"/>
                </a:lnTo>
                <a:lnTo>
                  <a:pt x="0" y="5764213"/>
                </a:lnTo>
                <a:lnTo>
                  <a:pt x="2882107" y="5764213"/>
                </a:lnTo>
                <a:lnTo>
                  <a:pt x="2882107" y="5764213"/>
                </a:lnTo>
                <a:lnTo>
                  <a:pt x="5764213" y="2882107"/>
                </a:lnTo>
                <a:lnTo>
                  <a:pt x="2882107" y="2882107"/>
                </a:lnTo>
                <a:lnTo>
                  <a:pt x="2882107" y="2882107"/>
                </a:lnTo>
                <a:lnTo>
                  <a:pt x="5764213" y="2882107"/>
                </a:lnTo>
                <a:lnTo>
                  <a:pt x="2882107" y="0"/>
                </a:lnTo>
                <a:close/>
              </a:path>
            </a:pathLst>
          </a:custGeom>
          <a:solidFill>
            <a:srgbClr val="D02670"/>
          </a:solidFill>
          <a:ln w="29552">
            <a:noFill/>
            <a:prstDash val="solid"/>
          </a:ln>
        </p:spPr>
        <p:txBody>
          <a:bodyPr/>
          <a:lstStyle/>
          <a:p>
            <a:endParaRPr/>
          </a:p>
        </p:txBody>
      </p:sp>
      <p:sp>
        <p:nvSpPr>
          <p:cNvPr id="5" name="Freeform 4">
            <a:extLst>
              <a:ext uri="{FF2B5EF4-FFF2-40B4-BE49-F238E27FC236}">
                <a16:creationId xmlns:a16="http://schemas.microsoft.com/office/drawing/2014/main" id="{AED3F746-D6E6-373F-FA55-13EF1EB01173}"/>
              </a:ext>
            </a:extLst>
          </p:cNvPr>
          <p:cNvSpPr>
            <a:spLocks noGrp="1"/>
          </p:cNvSpPr>
          <p:nvPr/>
        </p:nvSpPr>
        <p:spPr>
          <a:xfrm>
            <a:off x="273710" y="9530573"/>
            <a:ext cx="3172807" cy="3172807"/>
          </a:xfrm>
          <a:custGeom>
            <a:avLst/>
            <a:gdLst>
              <a:gd name="csX0" fmla="*/ 4162425 w 6729984"/>
              <a:gd name="csY0" fmla="*/ 3364992 h 6729984"/>
              <a:gd name="csX1" fmla="*/ 4460367 w 6729984"/>
              <a:gd name="csY1" fmla="*/ 3662934 h 6729984"/>
              <a:gd name="csX2" fmla="*/ 4758309 w 6729984"/>
              <a:gd name="csY2" fmla="*/ 3364992 h 6729984"/>
              <a:gd name="csX3" fmla="*/ 4512507 w 6729984"/>
              <a:gd name="csY3" fmla="*/ 3072308 h 6729984"/>
              <a:gd name="csX4" fmla="*/ 3372441 w 6729984"/>
              <a:gd name="csY4" fmla="*/ 2190750 h 6729984"/>
              <a:gd name="csX5" fmla="*/ 2190531 w 6729984"/>
              <a:gd name="csY5" fmla="*/ 3364992 h 6729984"/>
              <a:gd name="csX6" fmla="*/ 3372441 w 6729984"/>
              <a:gd name="csY6" fmla="*/ 4539234 h 6729984"/>
              <a:gd name="csX7" fmla="*/ 4207993 w 6729984"/>
              <a:gd name="csY7" fmla="*/ 4195506 h 6729984"/>
              <a:gd name="csX8" fmla="*/ 4096703 w 6729984"/>
              <a:gd name="csY8" fmla="*/ 4083339 h 6729984"/>
              <a:gd name="csX9" fmla="*/ 3372441 w 6729984"/>
              <a:gd name="csY9" fmla="*/ 4381281 h 6729984"/>
              <a:gd name="csX10" fmla="*/ 2348265 w 6729984"/>
              <a:gd name="csY10" fmla="*/ 3364773 h 6729984"/>
              <a:gd name="csX11" fmla="*/ 3372441 w 6729984"/>
              <a:gd name="csY11" fmla="*/ 2348265 h 6729984"/>
              <a:gd name="csX12" fmla="*/ 4353897 w 6729984"/>
              <a:gd name="csY12" fmla="*/ 3087424 h 6729984"/>
              <a:gd name="csX13" fmla="*/ 4162425 w 6729984"/>
              <a:gd name="csY13" fmla="*/ 3364992 h 6729984"/>
              <a:gd name="csX14" fmla="*/ 4460367 w 6729984"/>
              <a:gd name="csY14" fmla="*/ 3224784 h 6729984"/>
              <a:gd name="csX15" fmla="*/ 4600575 w 6729984"/>
              <a:gd name="csY15" fmla="*/ 3364992 h 6729984"/>
              <a:gd name="csX16" fmla="*/ 4460367 w 6729984"/>
              <a:gd name="csY16" fmla="*/ 3505200 h 6729984"/>
              <a:gd name="csX17" fmla="*/ 4320159 w 6729984"/>
              <a:gd name="csY17" fmla="*/ 3364992 h 6729984"/>
              <a:gd name="csX18" fmla="*/ 4460367 w 6729984"/>
              <a:gd name="csY18" fmla="*/ 3224784 h 6729984"/>
              <a:gd name="csX19" fmla="*/ 3067050 w 6729984"/>
              <a:gd name="csY19" fmla="*/ 3364992 h 6729984"/>
              <a:gd name="csX20" fmla="*/ 3364992 w 6729984"/>
              <a:gd name="csY20" fmla="*/ 3662934 h 6729984"/>
              <a:gd name="csX21" fmla="*/ 3662934 w 6729984"/>
              <a:gd name="csY21" fmla="*/ 3364992 h 6729984"/>
              <a:gd name="csX22" fmla="*/ 3364992 w 6729984"/>
              <a:gd name="csY22" fmla="*/ 3067050 h 6729984"/>
              <a:gd name="csX23" fmla="*/ 3067050 w 6729984"/>
              <a:gd name="csY23" fmla="*/ 3364992 h 6729984"/>
              <a:gd name="csX24" fmla="*/ 3505200 w 6729984"/>
              <a:gd name="csY24" fmla="*/ 3364992 h 6729984"/>
              <a:gd name="csX25" fmla="*/ 3364992 w 6729984"/>
              <a:gd name="csY25" fmla="*/ 3505200 h 6729984"/>
              <a:gd name="csX26" fmla="*/ 3224784 w 6729984"/>
              <a:gd name="csY26" fmla="*/ 3364992 h 6729984"/>
              <a:gd name="csX27" fmla="*/ 3364992 w 6729984"/>
              <a:gd name="csY27" fmla="*/ 3224784 h 6729984"/>
              <a:gd name="csX28" fmla="*/ 3505200 w 6729984"/>
              <a:gd name="csY28" fmla="*/ 3364992 h 6729984"/>
              <a:gd name="csX29" fmla="*/ 3443859 w 6729984"/>
              <a:gd name="csY29" fmla="*/ 6145930 h 6729984"/>
              <a:gd name="csX30" fmla="*/ 3443859 w 6729984"/>
              <a:gd name="csY30" fmla="*/ 4898517 h 6729984"/>
              <a:gd name="csX31" fmla="*/ 3286125 w 6729984"/>
              <a:gd name="csY31" fmla="*/ 4898517 h 6729984"/>
              <a:gd name="csX32" fmla="*/ 3286125 w 6729984"/>
              <a:gd name="csY32" fmla="*/ 6145930 h 6729984"/>
              <a:gd name="csX33" fmla="*/ 3067050 w 6729984"/>
              <a:gd name="csY33" fmla="*/ 6432042 h 6729984"/>
              <a:gd name="csX34" fmla="*/ 3364992 w 6729984"/>
              <a:gd name="csY34" fmla="*/ 6729984 h 6729984"/>
              <a:gd name="csX35" fmla="*/ 3662934 w 6729984"/>
              <a:gd name="csY35" fmla="*/ 6432042 h 6729984"/>
              <a:gd name="csX36" fmla="*/ 3443859 w 6729984"/>
              <a:gd name="csY36" fmla="*/ 6145930 h 6729984"/>
              <a:gd name="csX37" fmla="*/ 3364992 w 6729984"/>
              <a:gd name="csY37" fmla="*/ 6572250 h 6729984"/>
              <a:gd name="csX38" fmla="*/ 3224784 w 6729984"/>
              <a:gd name="csY38" fmla="*/ 6432042 h 6729984"/>
              <a:gd name="csX39" fmla="*/ 3364992 w 6729984"/>
              <a:gd name="csY39" fmla="*/ 6291834 h 6729984"/>
              <a:gd name="csX40" fmla="*/ 3505200 w 6729984"/>
              <a:gd name="csY40" fmla="*/ 6432042 h 6729984"/>
              <a:gd name="csX41" fmla="*/ 3364992 w 6729984"/>
              <a:gd name="csY41" fmla="*/ 6572250 h 6729984"/>
              <a:gd name="csX42" fmla="*/ 1174242 w 6729984"/>
              <a:gd name="csY42" fmla="*/ 1471965 h 6729984"/>
              <a:gd name="csX43" fmla="*/ 1292323 w 6729984"/>
              <a:gd name="csY43" fmla="*/ 1446114 h 6729984"/>
              <a:gd name="csX44" fmla="*/ 2215068 w 6729984"/>
              <a:gd name="csY44" fmla="*/ 2326577 h 6729984"/>
              <a:gd name="csX45" fmla="*/ 2323948 w 6729984"/>
              <a:gd name="csY45" fmla="*/ 2212439 h 6729984"/>
              <a:gd name="csX46" fmla="*/ 1412596 w 6729984"/>
              <a:gd name="csY46" fmla="*/ 1343149 h 6729984"/>
              <a:gd name="csX47" fmla="*/ 1384773 w 6729984"/>
              <a:gd name="csY47" fmla="*/ 963711 h 6729984"/>
              <a:gd name="csX48" fmla="*/ 963492 w 6729984"/>
              <a:gd name="csY48" fmla="*/ 963711 h 6729984"/>
              <a:gd name="csX49" fmla="*/ 963492 w 6729984"/>
              <a:gd name="csY49" fmla="*/ 1384992 h 6729984"/>
              <a:gd name="csX50" fmla="*/ 1174242 w 6729984"/>
              <a:gd name="csY50" fmla="*/ 1471965 h 6729984"/>
              <a:gd name="csX51" fmla="*/ 1075001 w 6729984"/>
              <a:gd name="csY51" fmla="*/ 1075001 h 6729984"/>
              <a:gd name="csX52" fmla="*/ 1174242 w 6729984"/>
              <a:gd name="csY52" fmla="*/ 1034034 h 6729984"/>
              <a:gd name="csX53" fmla="*/ 1273483 w 6729984"/>
              <a:gd name="csY53" fmla="*/ 1075001 h 6729984"/>
              <a:gd name="csX54" fmla="*/ 1273483 w 6729984"/>
              <a:gd name="csY54" fmla="*/ 1273264 h 6729984"/>
              <a:gd name="csX55" fmla="*/ 1075220 w 6729984"/>
              <a:gd name="csY55" fmla="*/ 1273264 h 6729984"/>
              <a:gd name="csX56" fmla="*/ 1075001 w 6729984"/>
              <a:gd name="csY56" fmla="*/ 1075001 h 6729984"/>
              <a:gd name="csX57" fmla="*/ 6432042 w 6729984"/>
              <a:gd name="csY57" fmla="*/ 3067050 h 6729984"/>
              <a:gd name="csX58" fmla="*/ 6145930 w 6729984"/>
              <a:gd name="csY58" fmla="*/ 3286125 h 6729984"/>
              <a:gd name="csX59" fmla="*/ 5117592 w 6729984"/>
              <a:gd name="csY59" fmla="*/ 3286125 h 6729984"/>
              <a:gd name="csX60" fmla="*/ 5117592 w 6729984"/>
              <a:gd name="csY60" fmla="*/ 3443859 h 6729984"/>
              <a:gd name="csX61" fmla="*/ 6145930 w 6729984"/>
              <a:gd name="csY61" fmla="*/ 3443859 h 6729984"/>
              <a:gd name="csX62" fmla="*/ 6432042 w 6729984"/>
              <a:gd name="csY62" fmla="*/ 3662934 h 6729984"/>
              <a:gd name="csX63" fmla="*/ 6729984 w 6729984"/>
              <a:gd name="csY63" fmla="*/ 3364992 h 6729984"/>
              <a:gd name="csX64" fmla="*/ 6432042 w 6729984"/>
              <a:gd name="csY64" fmla="*/ 3067050 h 6729984"/>
              <a:gd name="csX65" fmla="*/ 6432042 w 6729984"/>
              <a:gd name="csY65" fmla="*/ 3505200 h 6729984"/>
              <a:gd name="csX66" fmla="*/ 6291834 w 6729984"/>
              <a:gd name="csY66" fmla="*/ 3364992 h 6729984"/>
              <a:gd name="csX67" fmla="*/ 6432042 w 6729984"/>
              <a:gd name="csY67" fmla="*/ 3224784 h 6729984"/>
              <a:gd name="csX68" fmla="*/ 6572250 w 6729984"/>
              <a:gd name="csY68" fmla="*/ 3364992 h 6729984"/>
              <a:gd name="csX69" fmla="*/ 6432042 w 6729984"/>
              <a:gd name="csY69" fmla="*/ 3505200 h 6729984"/>
              <a:gd name="csX70" fmla="*/ 3286125 w 6729984"/>
              <a:gd name="csY70" fmla="*/ 583835 h 6729984"/>
              <a:gd name="csX71" fmla="*/ 3286125 w 6729984"/>
              <a:gd name="csY71" fmla="*/ 1831467 h 6729984"/>
              <a:gd name="csX72" fmla="*/ 3443859 w 6729984"/>
              <a:gd name="csY72" fmla="*/ 1831467 h 6729984"/>
              <a:gd name="csX73" fmla="*/ 3443859 w 6729984"/>
              <a:gd name="csY73" fmla="*/ 583835 h 6729984"/>
              <a:gd name="csX74" fmla="*/ 3662934 w 6729984"/>
              <a:gd name="csY74" fmla="*/ 297942 h 6729984"/>
              <a:gd name="csX75" fmla="*/ 3364992 w 6729984"/>
              <a:gd name="csY75" fmla="*/ 0 h 6729984"/>
              <a:gd name="csX76" fmla="*/ 3067050 w 6729984"/>
              <a:gd name="csY76" fmla="*/ 297942 h 6729984"/>
              <a:gd name="csX77" fmla="*/ 3286125 w 6729984"/>
              <a:gd name="csY77" fmla="*/ 583835 h 6729984"/>
              <a:gd name="csX78" fmla="*/ 3364992 w 6729984"/>
              <a:gd name="csY78" fmla="*/ 157734 h 6729984"/>
              <a:gd name="csX79" fmla="*/ 3505200 w 6729984"/>
              <a:gd name="csY79" fmla="*/ 297942 h 6729984"/>
              <a:gd name="csX80" fmla="*/ 3364992 w 6729984"/>
              <a:gd name="csY80" fmla="*/ 438150 h 6729984"/>
              <a:gd name="csX81" fmla="*/ 3224784 w 6729984"/>
              <a:gd name="csY81" fmla="*/ 297942 h 6729984"/>
              <a:gd name="csX82" fmla="*/ 3364992 w 6729984"/>
              <a:gd name="csY82" fmla="*/ 157734 h 6729984"/>
              <a:gd name="csX83" fmla="*/ 5412248 w 6729984"/>
              <a:gd name="csY83" fmla="*/ 5300520 h 6729984"/>
              <a:gd name="csX84" fmla="*/ 4516231 w 6729984"/>
              <a:gd name="csY84" fmla="*/ 4404503 h 6729984"/>
              <a:gd name="csX85" fmla="*/ 4404503 w 6729984"/>
              <a:gd name="csY85" fmla="*/ 4516231 h 6729984"/>
              <a:gd name="csX86" fmla="*/ 5300520 w 6729984"/>
              <a:gd name="csY86" fmla="*/ 5412248 h 6729984"/>
              <a:gd name="csX87" fmla="*/ 5344992 w 6729984"/>
              <a:gd name="csY87" fmla="*/ 5766492 h 6729984"/>
              <a:gd name="csX88" fmla="*/ 5555742 w 6729984"/>
              <a:gd name="csY88" fmla="*/ 5853465 h 6729984"/>
              <a:gd name="csX89" fmla="*/ 5766492 w 6729984"/>
              <a:gd name="csY89" fmla="*/ 5766492 h 6729984"/>
              <a:gd name="csX90" fmla="*/ 5766492 w 6729984"/>
              <a:gd name="csY90" fmla="*/ 5344992 h 6729984"/>
              <a:gd name="csX91" fmla="*/ 5412248 w 6729984"/>
              <a:gd name="csY91" fmla="*/ 5300520 h 6729984"/>
              <a:gd name="csX92" fmla="*/ 5654764 w 6729984"/>
              <a:gd name="csY92" fmla="*/ 5654764 h 6729984"/>
              <a:gd name="csX93" fmla="*/ 5456720 w 6729984"/>
              <a:gd name="csY93" fmla="*/ 5654764 h 6729984"/>
              <a:gd name="csX94" fmla="*/ 5456720 w 6729984"/>
              <a:gd name="csY94" fmla="*/ 5456720 h 6729984"/>
              <a:gd name="csX95" fmla="*/ 5555742 w 6729984"/>
              <a:gd name="csY95" fmla="*/ 5415534 h 6729984"/>
              <a:gd name="csX96" fmla="*/ 5654764 w 6729984"/>
              <a:gd name="csY96" fmla="*/ 5456720 h 6729984"/>
              <a:gd name="csX97" fmla="*/ 5654764 w 6729984"/>
              <a:gd name="csY97" fmla="*/ 5654764 h 6729984"/>
              <a:gd name="csX98" fmla="*/ 4516231 w 6729984"/>
              <a:gd name="csY98" fmla="*/ 2325262 h 6729984"/>
              <a:gd name="csX99" fmla="*/ 5412248 w 6729984"/>
              <a:gd name="csY99" fmla="*/ 1429245 h 6729984"/>
              <a:gd name="csX100" fmla="*/ 5555742 w 6729984"/>
              <a:gd name="csY100" fmla="*/ 1471965 h 6729984"/>
              <a:gd name="csX101" fmla="*/ 5766492 w 6729984"/>
              <a:gd name="csY101" fmla="*/ 1384773 h 6729984"/>
              <a:gd name="csX102" fmla="*/ 5766492 w 6729984"/>
              <a:gd name="csY102" fmla="*/ 963492 h 6729984"/>
              <a:gd name="csX103" fmla="*/ 5344992 w 6729984"/>
              <a:gd name="csY103" fmla="*/ 963492 h 6729984"/>
              <a:gd name="csX104" fmla="*/ 5300520 w 6729984"/>
              <a:gd name="csY104" fmla="*/ 1317736 h 6729984"/>
              <a:gd name="csX105" fmla="*/ 4404503 w 6729984"/>
              <a:gd name="csY105" fmla="*/ 2213753 h 6729984"/>
              <a:gd name="csX106" fmla="*/ 4516231 w 6729984"/>
              <a:gd name="csY106" fmla="*/ 2325262 h 6729984"/>
              <a:gd name="csX107" fmla="*/ 5456720 w 6729984"/>
              <a:gd name="csY107" fmla="*/ 1075001 h 6729984"/>
              <a:gd name="csX108" fmla="*/ 5555742 w 6729984"/>
              <a:gd name="csY108" fmla="*/ 1034034 h 6729984"/>
              <a:gd name="csX109" fmla="*/ 5654764 w 6729984"/>
              <a:gd name="csY109" fmla="*/ 1075001 h 6729984"/>
              <a:gd name="csX110" fmla="*/ 5654764 w 6729984"/>
              <a:gd name="csY110" fmla="*/ 1273264 h 6729984"/>
              <a:gd name="csX111" fmla="*/ 5456720 w 6729984"/>
              <a:gd name="csY111" fmla="*/ 1273264 h 6729984"/>
              <a:gd name="csX112" fmla="*/ 5456720 w 6729984"/>
              <a:gd name="csY112" fmla="*/ 1075001 h 6729984"/>
              <a:gd name="csX113" fmla="*/ 2213972 w 6729984"/>
              <a:gd name="csY113" fmla="*/ 4404503 h 6729984"/>
              <a:gd name="csX114" fmla="*/ 1317955 w 6729984"/>
              <a:gd name="csY114" fmla="*/ 5300520 h 6729984"/>
              <a:gd name="csX115" fmla="*/ 963711 w 6729984"/>
              <a:gd name="csY115" fmla="*/ 5344992 h 6729984"/>
              <a:gd name="csX116" fmla="*/ 963711 w 6729984"/>
              <a:gd name="csY116" fmla="*/ 5766492 h 6729984"/>
              <a:gd name="csX117" fmla="*/ 1174242 w 6729984"/>
              <a:gd name="csY117" fmla="*/ 5853465 h 6729984"/>
              <a:gd name="csX118" fmla="*/ 1384773 w 6729984"/>
              <a:gd name="csY118" fmla="*/ 5766492 h 6729984"/>
              <a:gd name="csX119" fmla="*/ 1429245 w 6729984"/>
              <a:gd name="csY119" fmla="*/ 5412248 h 6729984"/>
              <a:gd name="csX120" fmla="*/ 2325262 w 6729984"/>
              <a:gd name="csY120" fmla="*/ 4516231 h 6729984"/>
              <a:gd name="csX121" fmla="*/ 2213972 w 6729984"/>
              <a:gd name="csY121" fmla="*/ 4404503 h 6729984"/>
              <a:gd name="csX122" fmla="*/ 1273483 w 6729984"/>
              <a:gd name="csY122" fmla="*/ 5654764 h 6729984"/>
              <a:gd name="csX123" fmla="*/ 1075220 w 6729984"/>
              <a:gd name="csY123" fmla="*/ 5654764 h 6729984"/>
              <a:gd name="csX124" fmla="*/ 1075220 w 6729984"/>
              <a:gd name="csY124" fmla="*/ 5456720 h 6729984"/>
              <a:gd name="csX125" fmla="*/ 1174242 w 6729984"/>
              <a:gd name="csY125" fmla="*/ 5415534 h 6729984"/>
              <a:gd name="csX126" fmla="*/ 1273483 w 6729984"/>
              <a:gd name="csY126" fmla="*/ 5456720 h 6729984"/>
              <a:gd name="csX127" fmla="*/ 1273483 w 6729984"/>
              <a:gd name="csY127" fmla="*/ 5654764 h 6729984"/>
              <a:gd name="csX128" fmla="*/ 1831467 w 6729984"/>
              <a:gd name="csY128" fmla="*/ 3443859 h 6729984"/>
              <a:gd name="csX129" fmla="*/ 1831467 w 6729984"/>
              <a:gd name="csY129" fmla="*/ 3286125 h 6729984"/>
              <a:gd name="csX130" fmla="*/ 583835 w 6729984"/>
              <a:gd name="csY130" fmla="*/ 3286125 h 6729984"/>
              <a:gd name="csX131" fmla="*/ 297942 w 6729984"/>
              <a:gd name="csY131" fmla="*/ 3067050 h 6729984"/>
              <a:gd name="csX132" fmla="*/ 0 w 6729984"/>
              <a:gd name="csY132" fmla="*/ 3364992 h 6729984"/>
              <a:gd name="csX133" fmla="*/ 297942 w 6729984"/>
              <a:gd name="csY133" fmla="*/ 3662934 h 6729984"/>
              <a:gd name="csX134" fmla="*/ 583835 w 6729984"/>
              <a:gd name="csY134" fmla="*/ 3443859 h 6729984"/>
              <a:gd name="csX135" fmla="*/ 1831467 w 6729984"/>
              <a:gd name="csY135" fmla="*/ 3443859 h 6729984"/>
              <a:gd name="csX136" fmla="*/ 297942 w 6729984"/>
              <a:gd name="csY136" fmla="*/ 3505200 h 6729984"/>
              <a:gd name="csX137" fmla="*/ 157734 w 6729984"/>
              <a:gd name="csY137" fmla="*/ 3364992 h 6729984"/>
              <a:gd name="csX138" fmla="*/ 297942 w 6729984"/>
              <a:gd name="csY138" fmla="*/ 3224784 h 6729984"/>
              <a:gd name="csX139" fmla="*/ 438150 w 6729984"/>
              <a:gd name="csY139" fmla="*/ 3364992 h 6729984"/>
              <a:gd name="csX140" fmla="*/ 297942 w 6729984"/>
              <a:gd name="csY140" fmla="*/ 3505200 h 6729984"/>
            </a:gdLst>
            <a:ahLst/>
            <a:cxnLst/>
            <a:rect l="l" t="t" r="r" b="b"/>
            <a:pathLst>
              <a:path w="6729984" h="6729984">
                <a:moveTo>
                  <a:pt x="4162425" y="3364992"/>
                </a:moveTo>
                <a:cubicBezTo>
                  <a:pt x="4162425" y="3529298"/>
                  <a:pt x="4296061" y="3662934"/>
                  <a:pt x="4460367" y="3662934"/>
                </a:cubicBezTo>
                <a:cubicBezTo>
                  <a:pt x="4624674" y="3662934"/>
                  <a:pt x="4758309" y="3529298"/>
                  <a:pt x="4758309" y="3364992"/>
                </a:cubicBezTo>
                <a:cubicBezTo>
                  <a:pt x="4758309" y="3218650"/>
                  <a:pt x="4652058" y="3097282"/>
                  <a:pt x="4512507" y="3072308"/>
                </a:cubicBezTo>
                <a:cubicBezTo>
                  <a:pt x="4379309" y="2556824"/>
                  <a:pt x="3917719" y="2190750"/>
                  <a:pt x="3372441" y="2190750"/>
                </a:cubicBezTo>
                <a:cubicBezTo>
                  <a:pt x="2720693" y="2190750"/>
                  <a:pt x="2190531" y="2717406"/>
                  <a:pt x="2190531" y="3364992"/>
                </a:cubicBezTo>
                <a:cubicBezTo>
                  <a:pt x="2190531" y="4012359"/>
                  <a:pt x="2720693" y="4539234"/>
                  <a:pt x="3372441" y="4539234"/>
                </a:cubicBezTo>
                <a:cubicBezTo>
                  <a:pt x="3688128" y="4539234"/>
                  <a:pt x="3984755" y="4416990"/>
                  <a:pt x="4207993" y="4195506"/>
                </a:cubicBezTo>
                <a:lnTo>
                  <a:pt x="4096703" y="4083339"/>
                </a:lnTo>
                <a:cubicBezTo>
                  <a:pt x="3903260" y="4275687"/>
                  <a:pt x="3646066" y="4381281"/>
                  <a:pt x="3372441" y="4381281"/>
                </a:cubicBezTo>
                <a:cubicBezTo>
                  <a:pt x="2807665" y="4381281"/>
                  <a:pt x="2348265" y="3925386"/>
                  <a:pt x="2348265" y="3364773"/>
                </a:cubicBezTo>
                <a:cubicBezTo>
                  <a:pt x="2348265" y="2804160"/>
                  <a:pt x="2807665" y="2348265"/>
                  <a:pt x="3372441" y="2348265"/>
                </a:cubicBezTo>
                <a:cubicBezTo>
                  <a:pt x="3836442" y="2348265"/>
                  <a:pt x="4230777" y="2654094"/>
                  <a:pt x="4353897" y="3087424"/>
                </a:cubicBezTo>
                <a:cubicBezTo>
                  <a:pt x="4242168" y="3130582"/>
                  <a:pt x="4162425" y="3238148"/>
                  <a:pt x="4162425" y="3364992"/>
                </a:cubicBezTo>
                <a:close/>
                <a:moveTo>
                  <a:pt x="4460367" y="3224784"/>
                </a:moveTo>
                <a:cubicBezTo>
                  <a:pt x="4537701" y="3224784"/>
                  <a:pt x="4600575" y="3287659"/>
                  <a:pt x="4600575" y="3364992"/>
                </a:cubicBezTo>
                <a:cubicBezTo>
                  <a:pt x="4600575" y="3442326"/>
                  <a:pt x="4537701" y="3505200"/>
                  <a:pt x="4460367" y="3505200"/>
                </a:cubicBezTo>
                <a:cubicBezTo>
                  <a:pt x="4383034" y="3505200"/>
                  <a:pt x="4320159" y="3442326"/>
                  <a:pt x="4320159" y="3364992"/>
                </a:cubicBezTo>
                <a:cubicBezTo>
                  <a:pt x="4320159" y="3287659"/>
                  <a:pt x="4383034" y="3224784"/>
                  <a:pt x="4460367" y="3224784"/>
                </a:cubicBezTo>
                <a:close/>
                <a:moveTo>
                  <a:pt x="3067050" y="3364992"/>
                </a:moveTo>
                <a:cubicBezTo>
                  <a:pt x="3067050" y="3529298"/>
                  <a:pt x="3200686" y="3662934"/>
                  <a:pt x="3364992" y="3662934"/>
                </a:cubicBezTo>
                <a:cubicBezTo>
                  <a:pt x="3529298" y="3662934"/>
                  <a:pt x="3662934" y="3529298"/>
                  <a:pt x="3662934" y="3364992"/>
                </a:cubicBezTo>
                <a:cubicBezTo>
                  <a:pt x="3662934" y="3200686"/>
                  <a:pt x="3529298" y="3067050"/>
                  <a:pt x="3364992" y="3067050"/>
                </a:cubicBezTo>
                <a:cubicBezTo>
                  <a:pt x="3200686" y="3067050"/>
                  <a:pt x="3067050" y="3200686"/>
                  <a:pt x="3067050" y="3364992"/>
                </a:cubicBezTo>
                <a:close/>
                <a:moveTo>
                  <a:pt x="3505200" y="3364992"/>
                </a:moveTo>
                <a:cubicBezTo>
                  <a:pt x="3505200" y="3442326"/>
                  <a:pt x="3442326" y="3505200"/>
                  <a:pt x="3364992" y="3505200"/>
                </a:cubicBezTo>
                <a:cubicBezTo>
                  <a:pt x="3287659" y="3505200"/>
                  <a:pt x="3224784" y="3442326"/>
                  <a:pt x="3224784" y="3364992"/>
                </a:cubicBezTo>
                <a:cubicBezTo>
                  <a:pt x="3224784" y="3287659"/>
                  <a:pt x="3287659" y="3224784"/>
                  <a:pt x="3364992" y="3224784"/>
                </a:cubicBezTo>
                <a:cubicBezTo>
                  <a:pt x="3442326" y="3224784"/>
                  <a:pt x="3505200" y="3287659"/>
                  <a:pt x="3505200" y="3364992"/>
                </a:cubicBezTo>
                <a:close/>
                <a:moveTo>
                  <a:pt x="3443859" y="6145930"/>
                </a:moveTo>
                <a:lnTo>
                  <a:pt x="3443859" y="4898517"/>
                </a:lnTo>
                <a:lnTo>
                  <a:pt x="3286125" y="4898517"/>
                </a:lnTo>
                <a:lnTo>
                  <a:pt x="3286125" y="6145930"/>
                </a:lnTo>
                <a:cubicBezTo>
                  <a:pt x="3160157" y="6180763"/>
                  <a:pt x="3067050" y="6295120"/>
                  <a:pt x="3067050" y="6432042"/>
                </a:cubicBezTo>
                <a:cubicBezTo>
                  <a:pt x="3067050" y="6596349"/>
                  <a:pt x="3200686" y="6729984"/>
                  <a:pt x="3364992" y="6729984"/>
                </a:cubicBezTo>
                <a:cubicBezTo>
                  <a:pt x="3529298" y="6729984"/>
                  <a:pt x="3662934" y="6596349"/>
                  <a:pt x="3662934" y="6432042"/>
                </a:cubicBezTo>
                <a:cubicBezTo>
                  <a:pt x="3662934" y="6295120"/>
                  <a:pt x="3569827" y="6180763"/>
                  <a:pt x="3443859" y="6145930"/>
                </a:cubicBezTo>
                <a:close/>
                <a:moveTo>
                  <a:pt x="3364992" y="6572250"/>
                </a:moveTo>
                <a:cubicBezTo>
                  <a:pt x="3287659" y="6572250"/>
                  <a:pt x="3224784" y="6509376"/>
                  <a:pt x="3224784" y="6432042"/>
                </a:cubicBezTo>
                <a:cubicBezTo>
                  <a:pt x="3224784" y="6354709"/>
                  <a:pt x="3287659" y="6291834"/>
                  <a:pt x="3364992" y="6291834"/>
                </a:cubicBezTo>
                <a:cubicBezTo>
                  <a:pt x="3442326" y="6291834"/>
                  <a:pt x="3505200" y="6354709"/>
                  <a:pt x="3505200" y="6432042"/>
                </a:cubicBezTo>
                <a:cubicBezTo>
                  <a:pt x="3505200" y="6509376"/>
                  <a:pt x="3442326" y="6572250"/>
                  <a:pt x="3364992" y="6572250"/>
                </a:cubicBezTo>
                <a:close/>
                <a:moveTo>
                  <a:pt x="1174242" y="1471965"/>
                </a:moveTo>
                <a:cubicBezTo>
                  <a:pt x="1214771" y="1471965"/>
                  <a:pt x="1254643" y="1462545"/>
                  <a:pt x="1292323" y="1446114"/>
                </a:cubicBezTo>
                <a:lnTo>
                  <a:pt x="2215068" y="2326577"/>
                </a:lnTo>
                <a:lnTo>
                  <a:pt x="2323948" y="2212439"/>
                </a:lnTo>
                <a:lnTo>
                  <a:pt x="1412596" y="1343149"/>
                </a:lnTo>
                <a:cubicBezTo>
                  <a:pt x="1494311" y="1227039"/>
                  <a:pt x="1488615" y="1067553"/>
                  <a:pt x="1384773" y="963711"/>
                </a:cubicBezTo>
                <a:cubicBezTo>
                  <a:pt x="1268663" y="847601"/>
                  <a:pt x="1079602" y="847601"/>
                  <a:pt x="963492" y="963711"/>
                </a:cubicBezTo>
                <a:cubicBezTo>
                  <a:pt x="847382" y="1079821"/>
                  <a:pt x="847382" y="1268883"/>
                  <a:pt x="963492" y="1384992"/>
                </a:cubicBezTo>
                <a:cubicBezTo>
                  <a:pt x="1021766" y="1443047"/>
                  <a:pt x="1098004" y="1471965"/>
                  <a:pt x="1174242" y="1471965"/>
                </a:cubicBezTo>
                <a:close/>
                <a:moveTo>
                  <a:pt x="1075001" y="1075001"/>
                </a:moveTo>
                <a:cubicBezTo>
                  <a:pt x="1102385" y="1047836"/>
                  <a:pt x="1138314" y="1034034"/>
                  <a:pt x="1174242" y="1034034"/>
                </a:cubicBezTo>
                <a:cubicBezTo>
                  <a:pt x="1210170" y="1034034"/>
                  <a:pt x="1246099" y="1047617"/>
                  <a:pt x="1273483" y="1075001"/>
                </a:cubicBezTo>
                <a:cubicBezTo>
                  <a:pt x="1328252" y="1129770"/>
                  <a:pt x="1328252" y="1218714"/>
                  <a:pt x="1273483" y="1273264"/>
                </a:cubicBezTo>
                <a:cubicBezTo>
                  <a:pt x="1218714" y="1327814"/>
                  <a:pt x="1129989" y="1327814"/>
                  <a:pt x="1075220" y="1273264"/>
                </a:cubicBezTo>
                <a:cubicBezTo>
                  <a:pt x="1020451" y="1218714"/>
                  <a:pt x="1020451" y="1129770"/>
                  <a:pt x="1075001" y="1075001"/>
                </a:cubicBezTo>
                <a:close/>
                <a:moveTo>
                  <a:pt x="6432042" y="3067050"/>
                </a:moveTo>
                <a:cubicBezTo>
                  <a:pt x="6295120" y="3067050"/>
                  <a:pt x="6180763" y="3160157"/>
                  <a:pt x="6145930" y="3286125"/>
                </a:cubicBezTo>
                <a:lnTo>
                  <a:pt x="5117592" y="3286125"/>
                </a:lnTo>
                <a:lnTo>
                  <a:pt x="5117592" y="3443859"/>
                </a:lnTo>
                <a:lnTo>
                  <a:pt x="6145930" y="3443859"/>
                </a:lnTo>
                <a:cubicBezTo>
                  <a:pt x="6180763" y="3569827"/>
                  <a:pt x="6295120" y="3662934"/>
                  <a:pt x="6432042" y="3662934"/>
                </a:cubicBezTo>
                <a:cubicBezTo>
                  <a:pt x="6596349" y="3662934"/>
                  <a:pt x="6729984" y="3529298"/>
                  <a:pt x="6729984" y="3364992"/>
                </a:cubicBezTo>
                <a:cubicBezTo>
                  <a:pt x="6729984" y="3200686"/>
                  <a:pt x="6596349" y="3067050"/>
                  <a:pt x="6432042" y="3067050"/>
                </a:cubicBezTo>
                <a:close/>
                <a:moveTo>
                  <a:pt x="6432042" y="3505200"/>
                </a:moveTo>
                <a:cubicBezTo>
                  <a:pt x="6354709" y="3505200"/>
                  <a:pt x="6291834" y="3442326"/>
                  <a:pt x="6291834" y="3364992"/>
                </a:cubicBezTo>
                <a:cubicBezTo>
                  <a:pt x="6291834" y="3287659"/>
                  <a:pt x="6354709" y="3224784"/>
                  <a:pt x="6432042" y="3224784"/>
                </a:cubicBezTo>
                <a:cubicBezTo>
                  <a:pt x="6509376" y="3224784"/>
                  <a:pt x="6572250" y="3287659"/>
                  <a:pt x="6572250" y="3364992"/>
                </a:cubicBezTo>
                <a:cubicBezTo>
                  <a:pt x="6572250" y="3442326"/>
                  <a:pt x="6509376" y="3505200"/>
                  <a:pt x="6432042" y="3505200"/>
                </a:cubicBezTo>
                <a:close/>
                <a:moveTo>
                  <a:pt x="3286125" y="583835"/>
                </a:moveTo>
                <a:lnTo>
                  <a:pt x="3286125" y="1831467"/>
                </a:lnTo>
                <a:lnTo>
                  <a:pt x="3443859" y="1831467"/>
                </a:lnTo>
                <a:lnTo>
                  <a:pt x="3443859" y="583835"/>
                </a:lnTo>
                <a:cubicBezTo>
                  <a:pt x="3569827" y="549002"/>
                  <a:pt x="3662934" y="434645"/>
                  <a:pt x="3662934" y="297942"/>
                </a:cubicBezTo>
                <a:cubicBezTo>
                  <a:pt x="3662934" y="133636"/>
                  <a:pt x="3529298" y="0"/>
                  <a:pt x="3364992" y="0"/>
                </a:cubicBezTo>
                <a:cubicBezTo>
                  <a:pt x="3200686" y="0"/>
                  <a:pt x="3067050" y="133636"/>
                  <a:pt x="3067050" y="297942"/>
                </a:cubicBezTo>
                <a:cubicBezTo>
                  <a:pt x="3067050" y="434864"/>
                  <a:pt x="3160157" y="549002"/>
                  <a:pt x="3286125" y="583835"/>
                </a:cubicBezTo>
                <a:close/>
                <a:moveTo>
                  <a:pt x="3364992" y="157734"/>
                </a:moveTo>
                <a:cubicBezTo>
                  <a:pt x="3442326" y="157734"/>
                  <a:pt x="3505200" y="220609"/>
                  <a:pt x="3505200" y="297942"/>
                </a:cubicBezTo>
                <a:cubicBezTo>
                  <a:pt x="3505200" y="375275"/>
                  <a:pt x="3442326" y="438150"/>
                  <a:pt x="3364992" y="438150"/>
                </a:cubicBezTo>
                <a:cubicBezTo>
                  <a:pt x="3287659" y="438150"/>
                  <a:pt x="3224784" y="375275"/>
                  <a:pt x="3224784" y="297942"/>
                </a:cubicBezTo>
                <a:cubicBezTo>
                  <a:pt x="3224784" y="220609"/>
                  <a:pt x="3287659" y="157734"/>
                  <a:pt x="3364992" y="157734"/>
                </a:cubicBezTo>
                <a:close/>
                <a:moveTo>
                  <a:pt x="5412248" y="5300520"/>
                </a:moveTo>
                <a:lnTo>
                  <a:pt x="4516231" y="4404503"/>
                </a:lnTo>
                <a:lnTo>
                  <a:pt x="4404503" y="4516231"/>
                </a:lnTo>
                <a:lnTo>
                  <a:pt x="5300520" y="5412248"/>
                </a:lnTo>
                <a:cubicBezTo>
                  <a:pt x="5236988" y="5525729"/>
                  <a:pt x="5248599" y="5670099"/>
                  <a:pt x="5344992" y="5766492"/>
                </a:cubicBezTo>
                <a:cubicBezTo>
                  <a:pt x="5403266" y="5824547"/>
                  <a:pt x="5479285" y="5853465"/>
                  <a:pt x="5555742" y="5853465"/>
                </a:cubicBezTo>
                <a:cubicBezTo>
                  <a:pt x="5632200" y="5853465"/>
                  <a:pt x="5708218" y="5824328"/>
                  <a:pt x="5766492" y="5766492"/>
                </a:cubicBezTo>
                <a:cubicBezTo>
                  <a:pt x="5882602" y="5650382"/>
                  <a:pt x="5882602" y="5461102"/>
                  <a:pt x="5766492" y="5344992"/>
                </a:cubicBezTo>
                <a:cubicBezTo>
                  <a:pt x="5669880" y="5248818"/>
                  <a:pt x="5525729" y="5237207"/>
                  <a:pt x="5412248" y="5300520"/>
                </a:cubicBezTo>
                <a:close/>
                <a:moveTo>
                  <a:pt x="5654764" y="5654764"/>
                </a:moveTo>
                <a:cubicBezTo>
                  <a:pt x="5600434" y="5709533"/>
                  <a:pt x="5511051" y="5709533"/>
                  <a:pt x="5456720" y="5654764"/>
                </a:cubicBezTo>
                <a:cubicBezTo>
                  <a:pt x="5401952" y="5600214"/>
                  <a:pt x="5401952" y="5511270"/>
                  <a:pt x="5456720" y="5456720"/>
                </a:cubicBezTo>
                <a:cubicBezTo>
                  <a:pt x="5483886" y="5429336"/>
                  <a:pt x="5519814" y="5415534"/>
                  <a:pt x="5555742" y="5415534"/>
                </a:cubicBezTo>
                <a:cubicBezTo>
                  <a:pt x="5591670" y="5415534"/>
                  <a:pt x="5627599" y="5429117"/>
                  <a:pt x="5654764" y="5456720"/>
                </a:cubicBezTo>
                <a:cubicBezTo>
                  <a:pt x="5709533" y="5511270"/>
                  <a:pt x="5709533" y="5600214"/>
                  <a:pt x="5654764" y="5654764"/>
                </a:cubicBezTo>
                <a:close/>
                <a:moveTo>
                  <a:pt x="4516231" y="2325262"/>
                </a:moveTo>
                <a:lnTo>
                  <a:pt x="5412248" y="1429245"/>
                </a:lnTo>
                <a:cubicBezTo>
                  <a:pt x="5457158" y="1454658"/>
                  <a:pt x="5505355" y="1471965"/>
                  <a:pt x="5555742" y="1471965"/>
                </a:cubicBezTo>
                <a:cubicBezTo>
                  <a:pt x="5632200" y="1471965"/>
                  <a:pt x="5708218" y="1442828"/>
                  <a:pt x="5766492" y="1384773"/>
                </a:cubicBezTo>
                <a:cubicBezTo>
                  <a:pt x="5882602" y="1268663"/>
                  <a:pt x="5882602" y="1079602"/>
                  <a:pt x="5766492" y="963492"/>
                </a:cubicBezTo>
                <a:cubicBezTo>
                  <a:pt x="5650164" y="847382"/>
                  <a:pt x="5461321" y="847382"/>
                  <a:pt x="5344992" y="963492"/>
                </a:cubicBezTo>
                <a:cubicBezTo>
                  <a:pt x="5248599" y="1059885"/>
                  <a:pt x="5236988" y="1204255"/>
                  <a:pt x="5300520" y="1317736"/>
                </a:cubicBezTo>
                <a:lnTo>
                  <a:pt x="4404503" y="2213753"/>
                </a:lnTo>
                <a:lnTo>
                  <a:pt x="4516231" y="2325262"/>
                </a:lnTo>
                <a:close/>
                <a:moveTo>
                  <a:pt x="5456720" y="1075001"/>
                </a:moveTo>
                <a:cubicBezTo>
                  <a:pt x="5483886" y="1047836"/>
                  <a:pt x="5519814" y="1034034"/>
                  <a:pt x="5555742" y="1034034"/>
                </a:cubicBezTo>
                <a:cubicBezTo>
                  <a:pt x="5591670" y="1034034"/>
                  <a:pt x="5627599" y="1047617"/>
                  <a:pt x="5654764" y="1075001"/>
                </a:cubicBezTo>
                <a:cubicBezTo>
                  <a:pt x="5709533" y="1129770"/>
                  <a:pt x="5709533" y="1218714"/>
                  <a:pt x="5654764" y="1273264"/>
                </a:cubicBezTo>
                <a:cubicBezTo>
                  <a:pt x="5600434" y="1327814"/>
                  <a:pt x="5511051" y="1327814"/>
                  <a:pt x="5456720" y="1273264"/>
                </a:cubicBezTo>
                <a:cubicBezTo>
                  <a:pt x="5401952" y="1218714"/>
                  <a:pt x="5401952" y="1129770"/>
                  <a:pt x="5456720" y="1075001"/>
                </a:cubicBezTo>
                <a:close/>
                <a:moveTo>
                  <a:pt x="2213972" y="4404503"/>
                </a:moveTo>
                <a:lnTo>
                  <a:pt x="1317955" y="5300520"/>
                </a:lnTo>
                <a:cubicBezTo>
                  <a:pt x="1204474" y="5236988"/>
                  <a:pt x="1060104" y="5248599"/>
                  <a:pt x="963711" y="5344992"/>
                </a:cubicBezTo>
                <a:cubicBezTo>
                  <a:pt x="847601" y="5461102"/>
                  <a:pt x="847601" y="5650382"/>
                  <a:pt x="963711" y="5766492"/>
                </a:cubicBezTo>
                <a:cubicBezTo>
                  <a:pt x="1021766" y="5824547"/>
                  <a:pt x="1098004" y="5853465"/>
                  <a:pt x="1174242" y="5853465"/>
                </a:cubicBezTo>
                <a:cubicBezTo>
                  <a:pt x="1250480" y="5853465"/>
                  <a:pt x="1326718" y="5824328"/>
                  <a:pt x="1384773" y="5766492"/>
                </a:cubicBezTo>
                <a:cubicBezTo>
                  <a:pt x="1481166" y="5670099"/>
                  <a:pt x="1492777" y="5525729"/>
                  <a:pt x="1429245" y="5412248"/>
                </a:cubicBezTo>
                <a:lnTo>
                  <a:pt x="2325262" y="4516231"/>
                </a:lnTo>
                <a:lnTo>
                  <a:pt x="2213972" y="4404503"/>
                </a:lnTo>
                <a:close/>
                <a:moveTo>
                  <a:pt x="1273483" y="5654764"/>
                </a:moveTo>
                <a:cubicBezTo>
                  <a:pt x="1218714" y="5709533"/>
                  <a:pt x="1129989" y="5709533"/>
                  <a:pt x="1075220" y="5654764"/>
                </a:cubicBezTo>
                <a:cubicBezTo>
                  <a:pt x="1020451" y="5600214"/>
                  <a:pt x="1020451" y="5511270"/>
                  <a:pt x="1075220" y="5456720"/>
                </a:cubicBezTo>
                <a:cubicBezTo>
                  <a:pt x="1102385" y="5429336"/>
                  <a:pt x="1138314" y="5415534"/>
                  <a:pt x="1174242" y="5415534"/>
                </a:cubicBezTo>
                <a:cubicBezTo>
                  <a:pt x="1210170" y="5415534"/>
                  <a:pt x="1246099" y="5429117"/>
                  <a:pt x="1273483" y="5456720"/>
                </a:cubicBezTo>
                <a:cubicBezTo>
                  <a:pt x="1328033" y="5511270"/>
                  <a:pt x="1328033" y="5600214"/>
                  <a:pt x="1273483" y="5654764"/>
                </a:cubicBezTo>
                <a:close/>
                <a:moveTo>
                  <a:pt x="1831467" y="3443859"/>
                </a:moveTo>
                <a:lnTo>
                  <a:pt x="1831467" y="3286125"/>
                </a:lnTo>
                <a:lnTo>
                  <a:pt x="583835" y="3286125"/>
                </a:lnTo>
                <a:cubicBezTo>
                  <a:pt x="549002" y="3160157"/>
                  <a:pt x="434645" y="3067050"/>
                  <a:pt x="297942" y="3067050"/>
                </a:cubicBezTo>
                <a:cubicBezTo>
                  <a:pt x="133636" y="3067050"/>
                  <a:pt x="0" y="3200686"/>
                  <a:pt x="0" y="3364992"/>
                </a:cubicBezTo>
                <a:cubicBezTo>
                  <a:pt x="0" y="3529298"/>
                  <a:pt x="133636" y="3662934"/>
                  <a:pt x="297942" y="3662934"/>
                </a:cubicBezTo>
                <a:cubicBezTo>
                  <a:pt x="434864" y="3662934"/>
                  <a:pt x="549221" y="3569608"/>
                  <a:pt x="583835" y="3443859"/>
                </a:cubicBezTo>
                <a:lnTo>
                  <a:pt x="1831467" y="3443859"/>
                </a:lnTo>
                <a:close/>
                <a:moveTo>
                  <a:pt x="297942" y="3505200"/>
                </a:moveTo>
                <a:cubicBezTo>
                  <a:pt x="220609" y="3505200"/>
                  <a:pt x="157734" y="3442326"/>
                  <a:pt x="157734" y="3364992"/>
                </a:cubicBezTo>
                <a:cubicBezTo>
                  <a:pt x="157734" y="3287659"/>
                  <a:pt x="220609" y="3224784"/>
                  <a:pt x="297942" y="3224784"/>
                </a:cubicBezTo>
                <a:cubicBezTo>
                  <a:pt x="375275" y="3224784"/>
                  <a:pt x="438150" y="3287659"/>
                  <a:pt x="438150" y="3364992"/>
                </a:cubicBezTo>
                <a:cubicBezTo>
                  <a:pt x="438150" y="3442326"/>
                  <a:pt x="375275" y="3505200"/>
                  <a:pt x="297942" y="3505200"/>
                </a:cubicBezTo>
                <a:close/>
              </a:path>
            </a:pathLst>
          </a:custGeom>
          <a:solidFill>
            <a:srgbClr val="FF7EB6"/>
          </a:solidFill>
          <a:ln w="219075">
            <a:noFill/>
            <a:prstDash val="solid"/>
          </a:ln>
        </p:spPr>
        <p:txBody>
          <a:bodyPr/>
          <a:lstStyle/>
          <a:p>
            <a:endParaRPr/>
          </a:p>
        </p:txBody>
      </p:sp>
      <p:sp>
        <p:nvSpPr>
          <p:cNvPr id="6" name="Footer Placeholder 1">
            <a:extLst>
              <a:ext uri="{FF2B5EF4-FFF2-40B4-BE49-F238E27FC236}">
                <a16:creationId xmlns:a16="http://schemas.microsoft.com/office/drawing/2014/main" id="{B1B15D27-6D25-7BAC-8D87-A7677D746B37}"/>
              </a:ext>
            </a:extLst>
          </p:cNvPr>
          <p:cNvSpPr>
            <a:spLocks noGrp="1"/>
          </p:cNvSpPr>
          <p:nvPr>
            <p:ph type="ftr" idx="20"/>
          </p:nvPr>
        </p:nvSpPr>
        <p:spPr>
          <a:xfrm>
            <a:off x="568324" y="13272850"/>
            <a:ext cx="4956176" cy="246221"/>
          </a:xfrm>
        </p:spPr>
        <p:txBody>
          <a:bodyPr/>
          <a:lstStyle/>
          <a:p>
            <a:r>
              <a:t>IBM TechXchange | © 2026 IBM Corporation</a:t>
            </a:r>
          </a:p>
        </p:txBody>
      </p:sp>
      <p:sp>
        <p:nvSpPr>
          <p:cNvPr id="7" name="Slide Number Placeholder 3">
            <a:extLst>
              <a:ext uri="{FF2B5EF4-FFF2-40B4-BE49-F238E27FC236}">
                <a16:creationId xmlns:a16="http://schemas.microsoft.com/office/drawing/2014/main" id="{F090706D-5598-28BF-53D5-E222F172C032}"/>
              </a:ext>
            </a:extLst>
          </p:cNvPr>
          <p:cNvSpPr>
            <a:spLocks noGrp="1"/>
          </p:cNvSpPr>
          <p:nvPr>
            <p:ph type="sldNum" idx="21"/>
          </p:nvPr>
        </p:nvSpPr>
        <p:spPr>
          <a:xfrm>
            <a:off x="23541592" y="13272850"/>
            <a:ext cx="270908" cy="246221"/>
          </a:xfrm>
        </p:spPr>
        <p:txBody>
          <a:bodyPr/>
          <a:lstStyle/>
          <a:p>
            <a:fld id="{86CB4B4D-7CA3-9044-876B-883B54F8677D}" type="slidenum">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End slide 1">
    <p:bg>
      <p:bgPr>
        <a:solidFill>
          <a:schemeClr val="tx1"/>
        </a:solidFill>
        <a:effectLst/>
      </p:bgPr>
    </p:bg>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3777D056-418A-AF4E-AAAD-29642B57C019}"/>
              </a:ext>
            </a:extLst>
          </p:cNvPr>
          <p:cNvSpPr>
            <a:spLocks noGrp="1"/>
          </p:cNvSpPr>
          <p:nvPr/>
        </p:nvSpPr>
        <p:spPr>
          <a:xfrm>
            <a:off x="0" y="0"/>
            <a:ext cx="24387175" cy="13716000"/>
          </a:xfrm>
          <a:prstGeom prst="rect">
            <a:avLst/>
          </a:prstGeom>
          <a:solidFill>
            <a:schemeClr val="tx1"/>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chemeClr val="bg1"/>
              </a:solidFill>
              <a:latin typeface="+mn-lt"/>
              <a:ea typeface="+mn-lt"/>
              <a:cs typeface="+mn-lt"/>
            </a:endParaRPr>
          </a:p>
        </p:txBody>
      </p:sp>
      <p:sp>
        <p:nvSpPr>
          <p:cNvPr id="7" name="Freeform 6">
            <a:extLst>
              <a:ext uri="{FF2B5EF4-FFF2-40B4-BE49-F238E27FC236}">
                <a16:creationId xmlns:a16="http://schemas.microsoft.com/office/drawing/2014/main" id="{9F8BC23E-B518-8F4D-8A7F-4B60CAE932DC}"/>
              </a:ext>
            </a:extLst>
          </p:cNvPr>
          <p:cNvSpPr>
            <a:spLocks noGrp="1"/>
          </p:cNvSpPr>
          <p:nvPr/>
        </p:nvSpPr>
        <p:spPr>
          <a:xfrm>
            <a:off x="10456632" y="6168981"/>
            <a:ext cx="3473910" cy="1378158"/>
          </a:xfrm>
          <a:custGeom>
            <a:avLst/>
            <a:gdLst>
              <a:gd name="connsiteX0" fmla="*/ 301951 w 1552574"/>
              <a:gd name="connsiteY0" fmla="*/ 576838 h 615933"/>
              <a:gd name="connsiteX1" fmla="*/ 301951 w 1552574"/>
              <a:gd name="connsiteY1" fmla="*/ 616045 h 615933"/>
              <a:gd name="connsiteX2" fmla="*/ 62 w 1552574"/>
              <a:gd name="connsiteY2" fmla="*/ 616045 h 615933"/>
              <a:gd name="connsiteX3" fmla="*/ 62 w 1552574"/>
              <a:gd name="connsiteY3" fmla="*/ 576838 h 615933"/>
              <a:gd name="connsiteX4" fmla="*/ 301951 w 1552574"/>
              <a:gd name="connsiteY4" fmla="*/ 576838 h 615933"/>
              <a:gd name="connsiteX5" fmla="*/ 769292 w 1552574"/>
              <a:gd name="connsiteY5" fmla="*/ 576838 h 615933"/>
              <a:gd name="connsiteX6" fmla="*/ 662650 w 1552574"/>
              <a:gd name="connsiteY6" fmla="*/ 616045 h 615933"/>
              <a:gd name="connsiteX7" fmla="*/ 662650 w 1552574"/>
              <a:gd name="connsiteY7" fmla="*/ 616045 h 615933"/>
              <a:gd name="connsiteX8" fmla="*/ 345078 w 1552574"/>
              <a:gd name="connsiteY8" fmla="*/ 616045 h 615933"/>
              <a:gd name="connsiteX9" fmla="*/ 345078 w 1552574"/>
              <a:gd name="connsiteY9" fmla="*/ 576838 h 615933"/>
              <a:gd name="connsiteX10" fmla="*/ 1078239 w 1552574"/>
              <a:gd name="connsiteY10" fmla="*/ 576446 h 615933"/>
              <a:gd name="connsiteX11" fmla="*/ 1078239 w 1552574"/>
              <a:gd name="connsiteY11" fmla="*/ 615653 h 615933"/>
              <a:gd name="connsiteX12" fmla="*/ 862603 w 1552574"/>
              <a:gd name="connsiteY12" fmla="*/ 615653 h 615933"/>
              <a:gd name="connsiteX13" fmla="*/ 862603 w 1552574"/>
              <a:gd name="connsiteY13" fmla="*/ 576446 h 615933"/>
              <a:gd name="connsiteX14" fmla="*/ 1078239 w 1552574"/>
              <a:gd name="connsiteY14" fmla="*/ 576446 h 615933"/>
              <a:gd name="connsiteX15" fmla="*/ 1552637 w 1552574"/>
              <a:gd name="connsiteY15" fmla="*/ 576446 h 615933"/>
              <a:gd name="connsiteX16" fmla="*/ 1552637 w 1552574"/>
              <a:gd name="connsiteY16" fmla="*/ 615653 h 615933"/>
              <a:gd name="connsiteX17" fmla="*/ 1337001 w 1552574"/>
              <a:gd name="connsiteY17" fmla="*/ 615653 h 615933"/>
              <a:gd name="connsiteX18" fmla="*/ 1337001 w 1552574"/>
              <a:gd name="connsiteY18" fmla="*/ 576446 h 615933"/>
              <a:gd name="connsiteX19" fmla="*/ 1552637 w 1552574"/>
              <a:gd name="connsiteY19" fmla="*/ 576446 h 615933"/>
              <a:gd name="connsiteX20" fmla="*/ 1221342 w 1552574"/>
              <a:gd name="connsiteY20" fmla="*/ 576446 h 615933"/>
              <a:gd name="connsiteX21" fmla="*/ 1207620 w 1552574"/>
              <a:gd name="connsiteY21" fmla="*/ 615261 h 615933"/>
              <a:gd name="connsiteX22" fmla="*/ 1193898 w 1552574"/>
              <a:gd name="connsiteY22" fmla="*/ 576446 h 615933"/>
              <a:gd name="connsiteX23" fmla="*/ 1221342 w 1552574"/>
              <a:gd name="connsiteY23" fmla="*/ 576446 h 615933"/>
              <a:gd name="connsiteX24" fmla="*/ 821829 w 1552574"/>
              <a:gd name="connsiteY24" fmla="*/ 494505 h 615933"/>
              <a:gd name="connsiteX25" fmla="*/ 805362 w 1552574"/>
              <a:gd name="connsiteY25" fmla="*/ 533711 h 615933"/>
              <a:gd name="connsiteX26" fmla="*/ 805362 w 1552574"/>
              <a:gd name="connsiteY26" fmla="*/ 533711 h 615933"/>
              <a:gd name="connsiteX27" fmla="*/ 345078 w 1552574"/>
              <a:gd name="connsiteY27" fmla="*/ 533711 h 615933"/>
              <a:gd name="connsiteX28" fmla="*/ 345078 w 1552574"/>
              <a:gd name="connsiteY28" fmla="*/ 494505 h 615933"/>
              <a:gd name="connsiteX29" fmla="*/ 301951 w 1552574"/>
              <a:gd name="connsiteY29" fmla="*/ 494505 h 615933"/>
              <a:gd name="connsiteX30" fmla="*/ 301951 w 1552574"/>
              <a:gd name="connsiteY30" fmla="*/ 533711 h 615933"/>
              <a:gd name="connsiteX31" fmla="*/ 62 w 1552574"/>
              <a:gd name="connsiteY31" fmla="*/ 533711 h 615933"/>
              <a:gd name="connsiteX32" fmla="*/ 62 w 1552574"/>
              <a:gd name="connsiteY32" fmla="*/ 494505 h 615933"/>
              <a:gd name="connsiteX33" fmla="*/ 301951 w 1552574"/>
              <a:gd name="connsiteY33" fmla="*/ 494505 h 615933"/>
              <a:gd name="connsiteX34" fmla="*/ 1078239 w 1552574"/>
              <a:gd name="connsiteY34" fmla="*/ 494113 h 615933"/>
              <a:gd name="connsiteX35" fmla="*/ 1078239 w 1552574"/>
              <a:gd name="connsiteY35" fmla="*/ 533319 h 615933"/>
              <a:gd name="connsiteX36" fmla="*/ 862603 w 1552574"/>
              <a:gd name="connsiteY36" fmla="*/ 533319 h 615933"/>
              <a:gd name="connsiteX37" fmla="*/ 862603 w 1552574"/>
              <a:gd name="connsiteY37" fmla="*/ 494113 h 615933"/>
              <a:gd name="connsiteX38" fmla="*/ 1078239 w 1552574"/>
              <a:gd name="connsiteY38" fmla="*/ 494113 h 615933"/>
              <a:gd name="connsiteX39" fmla="*/ 1552637 w 1552574"/>
              <a:gd name="connsiteY39" fmla="*/ 494113 h 615933"/>
              <a:gd name="connsiteX40" fmla="*/ 1552637 w 1552574"/>
              <a:gd name="connsiteY40" fmla="*/ 533319 h 615933"/>
              <a:gd name="connsiteX41" fmla="*/ 1337001 w 1552574"/>
              <a:gd name="connsiteY41" fmla="*/ 533319 h 615933"/>
              <a:gd name="connsiteX42" fmla="*/ 1337001 w 1552574"/>
              <a:gd name="connsiteY42" fmla="*/ 494113 h 615933"/>
              <a:gd name="connsiteX43" fmla="*/ 1552637 w 1552574"/>
              <a:gd name="connsiteY43" fmla="*/ 494113 h 615933"/>
              <a:gd name="connsiteX44" fmla="*/ 1250355 w 1552574"/>
              <a:gd name="connsiteY44" fmla="*/ 494113 h 615933"/>
              <a:gd name="connsiteX45" fmla="*/ 1236633 w 1552574"/>
              <a:gd name="connsiteY45" fmla="*/ 533319 h 615933"/>
              <a:gd name="connsiteX46" fmla="*/ 1178607 w 1552574"/>
              <a:gd name="connsiteY46" fmla="*/ 533319 h 615933"/>
              <a:gd name="connsiteX47" fmla="*/ 1164885 w 1552574"/>
              <a:gd name="connsiteY47" fmla="*/ 494113 h 615933"/>
              <a:gd name="connsiteX48" fmla="*/ 1250355 w 1552574"/>
              <a:gd name="connsiteY48" fmla="*/ 494113 h 615933"/>
              <a:gd name="connsiteX49" fmla="*/ 215697 w 1552574"/>
              <a:gd name="connsiteY49" fmla="*/ 412171 h 615933"/>
              <a:gd name="connsiteX50" fmla="*/ 215697 w 1552574"/>
              <a:gd name="connsiteY50" fmla="*/ 451378 h 615933"/>
              <a:gd name="connsiteX51" fmla="*/ 86316 w 1552574"/>
              <a:gd name="connsiteY51" fmla="*/ 451378 h 615933"/>
              <a:gd name="connsiteX52" fmla="*/ 86316 w 1552574"/>
              <a:gd name="connsiteY52" fmla="*/ 412171 h 615933"/>
              <a:gd name="connsiteX53" fmla="*/ 215697 w 1552574"/>
              <a:gd name="connsiteY53" fmla="*/ 412171 h 615933"/>
              <a:gd name="connsiteX54" fmla="*/ 560714 w 1552574"/>
              <a:gd name="connsiteY54" fmla="*/ 412171 h 615933"/>
              <a:gd name="connsiteX55" fmla="*/ 560714 w 1552574"/>
              <a:gd name="connsiteY55" fmla="*/ 451378 h 615933"/>
              <a:gd name="connsiteX56" fmla="*/ 431332 w 1552574"/>
              <a:gd name="connsiteY56" fmla="*/ 451378 h 615933"/>
              <a:gd name="connsiteX57" fmla="*/ 431332 w 1552574"/>
              <a:gd name="connsiteY57" fmla="*/ 412171 h 615933"/>
              <a:gd name="connsiteX58" fmla="*/ 560714 w 1552574"/>
              <a:gd name="connsiteY58" fmla="*/ 412171 h 615933"/>
              <a:gd name="connsiteX59" fmla="*/ 822613 w 1552574"/>
              <a:gd name="connsiteY59" fmla="*/ 412171 h 615933"/>
              <a:gd name="connsiteX60" fmla="*/ 827317 w 1552574"/>
              <a:gd name="connsiteY60" fmla="*/ 451378 h 615933"/>
              <a:gd name="connsiteX61" fmla="*/ 827317 w 1552574"/>
              <a:gd name="connsiteY61" fmla="*/ 451378 h 615933"/>
              <a:gd name="connsiteX62" fmla="*/ 690095 w 1552574"/>
              <a:gd name="connsiteY62" fmla="*/ 451378 h 615933"/>
              <a:gd name="connsiteX63" fmla="*/ 690095 w 1552574"/>
              <a:gd name="connsiteY63" fmla="*/ 412171 h 615933"/>
              <a:gd name="connsiteX64" fmla="*/ 1078239 w 1552574"/>
              <a:gd name="connsiteY64" fmla="*/ 411779 h 615933"/>
              <a:gd name="connsiteX65" fmla="*/ 1078239 w 1552574"/>
              <a:gd name="connsiteY65" fmla="*/ 450986 h 615933"/>
              <a:gd name="connsiteX66" fmla="*/ 948857 w 1552574"/>
              <a:gd name="connsiteY66" fmla="*/ 450986 h 615933"/>
              <a:gd name="connsiteX67" fmla="*/ 948857 w 1552574"/>
              <a:gd name="connsiteY67" fmla="*/ 411779 h 615933"/>
              <a:gd name="connsiteX68" fmla="*/ 1078239 w 1552574"/>
              <a:gd name="connsiteY68" fmla="*/ 411779 h 615933"/>
              <a:gd name="connsiteX69" fmla="*/ 1466382 w 1552574"/>
              <a:gd name="connsiteY69" fmla="*/ 411779 h 615933"/>
              <a:gd name="connsiteX70" fmla="*/ 1466382 w 1552574"/>
              <a:gd name="connsiteY70" fmla="*/ 450986 h 615933"/>
              <a:gd name="connsiteX71" fmla="*/ 1337001 w 1552574"/>
              <a:gd name="connsiteY71" fmla="*/ 450986 h 615933"/>
              <a:gd name="connsiteX72" fmla="*/ 1337001 w 1552574"/>
              <a:gd name="connsiteY72" fmla="*/ 411779 h 615933"/>
              <a:gd name="connsiteX73" fmla="*/ 1466382 w 1552574"/>
              <a:gd name="connsiteY73" fmla="*/ 411779 h 615933"/>
              <a:gd name="connsiteX74" fmla="*/ 1279368 w 1552574"/>
              <a:gd name="connsiteY74" fmla="*/ 411779 h 615933"/>
              <a:gd name="connsiteX75" fmla="*/ 1265645 w 1552574"/>
              <a:gd name="connsiteY75" fmla="*/ 450986 h 615933"/>
              <a:gd name="connsiteX76" fmla="*/ 1149594 w 1552574"/>
              <a:gd name="connsiteY76" fmla="*/ 450986 h 615933"/>
              <a:gd name="connsiteX77" fmla="*/ 1135872 w 1552574"/>
              <a:gd name="connsiteY77" fmla="*/ 411779 h 615933"/>
              <a:gd name="connsiteX78" fmla="*/ 1279368 w 1552574"/>
              <a:gd name="connsiteY78" fmla="*/ 411779 h 615933"/>
              <a:gd name="connsiteX79" fmla="*/ 215697 w 1552574"/>
              <a:gd name="connsiteY79" fmla="*/ 329838 h 615933"/>
              <a:gd name="connsiteX80" fmla="*/ 215697 w 1552574"/>
              <a:gd name="connsiteY80" fmla="*/ 369044 h 615933"/>
              <a:gd name="connsiteX81" fmla="*/ 86316 w 1552574"/>
              <a:gd name="connsiteY81" fmla="*/ 369044 h 615933"/>
              <a:gd name="connsiteX82" fmla="*/ 86316 w 1552574"/>
              <a:gd name="connsiteY82" fmla="*/ 329838 h 615933"/>
              <a:gd name="connsiteX83" fmla="*/ 215697 w 1552574"/>
              <a:gd name="connsiteY83" fmla="*/ 329838 h 615933"/>
              <a:gd name="connsiteX84" fmla="*/ 773605 w 1552574"/>
              <a:gd name="connsiteY84" fmla="*/ 329838 h 615933"/>
              <a:gd name="connsiteX85" fmla="*/ 805362 w 1552574"/>
              <a:gd name="connsiteY85" fmla="*/ 369044 h 615933"/>
              <a:gd name="connsiteX86" fmla="*/ 805362 w 1552574"/>
              <a:gd name="connsiteY86" fmla="*/ 369044 h 615933"/>
              <a:gd name="connsiteX87" fmla="*/ 431332 w 1552574"/>
              <a:gd name="connsiteY87" fmla="*/ 369044 h 615933"/>
              <a:gd name="connsiteX88" fmla="*/ 431332 w 1552574"/>
              <a:gd name="connsiteY88" fmla="*/ 329838 h 615933"/>
              <a:gd name="connsiteX89" fmla="*/ 1078239 w 1552574"/>
              <a:gd name="connsiteY89" fmla="*/ 329446 h 615933"/>
              <a:gd name="connsiteX90" fmla="*/ 1078239 w 1552574"/>
              <a:gd name="connsiteY90" fmla="*/ 368652 h 615933"/>
              <a:gd name="connsiteX91" fmla="*/ 948857 w 1552574"/>
              <a:gd name="connsiteY91" fmla="*/ 368652 h 615933"/>
              <a:gd name="connsiteX92" fmla="*/ 948857 w 1552574"/>
              <a:gd name="connsiteY92" fmla="*/ 329446 h 615933"/>
              <a:gd name="connsiteX93" fmla="*/ 1078239 w 1552574"/>
              <a:gd name="connsiteY93" fmla="*/ 329446 h 615933"/>
              <a:gd name="connsiteX94" fmla="*/ 1466382 w 1552574"/>
              <a:gd name="connsiteY94" fmla="*/ 329446 h 615933"/>
              <a:gd name="connsiteX95" fmla="*/ 1466382 w 1552574"/>
              <a:gd name="connsiteY95" fmla="*/ 368652 h 615933"/>
              <a:gd name="connsiteX96" fmla="*/ 1337001 w 1552574"/>
              <a:gd name="connsiteY96" fmla="*/ 368652 h 615933"/>
              <a:gd name="connsiteX97" fmla="*/ 1337001 w 1552574"/>
              <a:gd name="connsiteY97" fmla="*/ 329446 h 615933"/>
              <a:gd name="connsiteX98" fmla="*/ 1466382 w 1552574"/>
              <a:gd name="connsiteY98" fmla="*/ 329446 h 615933"/>
              <a:gd name="connsiteX99" fmla="*/ 1308773 w 1552574"/>
              <a:gd name="connsiteY99" fmla="*/ 329446 h 615933"/>
              <a:gd name="connsiteX100" fmla="*/ 1294658 w 1552574"/>
              <a:gd name="connsiteY100" fmla="*/ 368652 h 615933"/>
              <a:gd name="connsiteX101" fmla="*/ 1120582 w 1552574"/>
              <a:gd name="connsiteY101" fmla="*/ 368652 h 615933"/>
              <a:gd name="connsiteX102" fmla="*/ 1106467 w 1552574"/>
              <a:gd name="connsiteY102" fmla="*/ 329446 h 615933"/>
              <a:gd name="connsiteX103" fmla="*/ 1308773 w 1552574"/>
              <a:gd name="connsiteY103" fmla="*/ 329446 h 615933"/>
              <a:gd name="connsiteX104" fmla="*/ 215697 w 1552574"/>
              <a:gd name="connsiteY104" fmla="*/ 247504 h 615933"/>
              <a:gd name="connsiteX105" fmla="*/ 215697 w 1552574"/>
              <a:gd name="connsiteY105" fmla="*/ 286711 h 615933"/>
              <a:gd name="connsiteX106" fmla="*/ 86316 w 1552574"/>
              <a:gd name="connsiteY106" fmla="*/ 286711 h 615933"/>
              <a:gd name="connsiteX107" fmla="*/ 86316 w 1552574"/>
              <a:gd name="connsiteY107" fmla="*/ 247504 h 615933"/>
              <a:gd name="connsiteX108" fmla="*/ 215697 w 1552574"/>
              <a:gd name="connsiteY108" fmla="*/ 247504 h 615933"/>
              <a:gd name="connsiteX109" fmla="*/ 805362 w 1552574"/>
              <a:gd name="connsiteY109" fmla="*/ 247504 h 615933"/>
              <a:gd name="connsiteX110" fmla="*/ 773605 w 1552574"/>
              <a:gd name="connsiteY110" fmla="*/ 286711 h 615933"/>
              <a:gd name="connsiteX111" fmla="*/ 773605 w 1552574"/>
              <a:gd name="connsiteY111" fmla="*/ 286711 h 615933"/>
              <a:gd name="connsiteX112" fmla="*/ 431332 w 1552574"/>
              <a:gd name="connsiteY112" fmla="*/ 286711 h 615933"/>
              <a:gd name="connsiteX113" fmla="*/ 431332 w 1552574"/>
              <a:gd name="connsiteY113" fmla="*/ 247504 h 615933"/>
              <a:gd name="connsiteX114" fmla="*/ 1466382 w 1552574"/>
              <a:gd name="connsiteY114" fmla="*/ 247112 h 615933"/>
              <a:gd name="connsiteX115" fmla="*/ 1466382 w 1552574"/>
              <a:gd name="connsiteY115" fmla="*/ 286318 h 615933"/>
              <a:gd name="connsiteX116" fmla="*/ 1337001 w 1552574"/>
              <a:gd name="connsiteY116" fmla="*/ 286318 h 615933"/>
              <a:gd name="connsiteX117" fmla="*/ 1337001 w 1552574"/>
              <a:gd name="connsiteY117" fmla="*/ 249072 h 615933"/>
              <a:gd name="connsiteX118" fmla="*/ 1323671 w 1552574"/>
              <a:gd name="connsiteY118" fmla="*/ 286318 h 615933"/>
              <a:gd name="connsiteX119" fmla="*/ 1210364 w 1552574"/>
              <a:gd name="connsiteY119" fmla="*/ 286318 h 615933"/>
              <a:gd name="connsiteX120" fmla="*/ 1223695 w 1552574"/>
              <a:gd name="connsiteY120" fmla="*/ 247112 h 615933"/>
              <a:gd name="connsiteX121" fmla="*/ 1466382 w 1552574"/>
              <a:gd name="connsiteY121" fmla="*/ 247112 h 615933"/>
              <a:gd name="connsiteX122" fmla="*/ 1191545 w 1552574"/>
              <a:gd name="connsiteY122" fmla="*/ 247112 h 615933"/>
              <a:gd name="connsiteX123" fmla="*/ 1204875 w 1552574"/>
              <a:gd name="connsiteY123" fmla="*/ 286318 h 615933"/>
              <a:gd name="connsiteX124" fmla="*/ 1091569 w 1552574"/>
              <a:gd name="connsiteY124" fmla="*/ 286318 h 615933"/>
              <a:gd name="connsiteX125" fmla="*/ 1078239 w 1552574"/>
              <a:gd name="connsiteY125" fmla="*/ 249072 h 615933"/>
              <a:gd name="connsiteX126" fmla="*/ 1078239 w 1552574"/>
              <a:gd name="connsiteY126" fmla="*/ 286318 h 615933"/>
              <a:gd name="connsiteX127" fmla="*/ 948857 w 1552574"/>
              <a:gd name="connsiteY127" fmla="*/ 286318 h 615933"/>
              <a:gd name="connsiteX128" fmla="*/ 948857 w 1552574"/>
              <a:gd name="connsiteY128" fmla="*/ 247112 h 615933"/>
              <a:gd name="connsiteX129" fmla="*/ 1191545 w 1552574"/>
              <a:gd name="connsiteY129" fmla="*/ 247112 h 615933"/>
              <a:gd name="connsiteX130" fmla="*/ 215697 w 1552574"/>
              <a:gd name="connsiteY130" fmla="*/ 165171 h 615933"/>
              <a:gd name="connsiteX131" fmla="*/ 215697 w 1552574"/>
              <a:gd name="connsiteY131" fmla="*/ 204377 h 615933"/>
              <a:gd name="connsiteX132" fmla="*/ 86316 w 1552574"/>
              <a:gd name="connsiteY132" fmla="*/ 204377 h 615933"/>
              <a:gd name="connsiteX133" fmla="*/ 86316 w 1552574"/>
              <a:gd name="connsiteY133" fmla="*/ 165171 h 615933"/>
              <a:gd name="connsiteX134" fmla="*/ 215697 w 1552574"/>
              <a:gd name="connsiteY134" fmla="*/ 165171 h 615933"/>
              <a:gd name="connsiteX135" fmla="*/ 560714 w 1552574"/>
              <a:gd name="connsiteY135" fmla="*/ 165171 h 615933"/>
              <a:gd name="connsiteX136" fmla="*/ 560714 w 1552574"/>
              <a:gd name="connsiteY136" fmla="*/ 204377 h 615933"/>
              <a:gd name="connsiteX137" fmla="*/ 431332 w 1552574"/>
              <a:gd name="connsiteY137" fmla="*/ 204377 h 615933"/>
              <a:gd name="connsiteX138" fmla="*/ 431332 w 1552574"/>
              <a:gd name="connsiteY138" fmla="*/ 165171 h 615933"/>
              <a:gd name="connsiteX139" fmla="*/ 560714 w 1552574"/>
              <a:gd name="connsiteY139" fmla="*/ 165171 h 615933"/>
              <a:gd name="connsiteX140" fmla="*/ 827317 w 1552574"/>
              <a:gd name="connsiteY140" fmla="*/ 165171 h 615933"/>
              <a:gd name="connsiteX141" fmla="*/ 822613 w 1552574"/>
              <a:gd name="connsiteY141" fmla="*/ 204377 h 615933"/>
              <a:gd name="connsiteX142" fmla="*/ 822613 w 1552574"/>
              <a:gd name="connsiteY142" fmla="*/ 204377 h 615933"/>
              <a:gd name="connsiteX143" fmla="*/ 690095 w 1552574"/>
              <a:gd name="connsiteY143" fmla="*/ 204377 h 615933"/>
              <a:gd name="connsiteX144" fmla="*/ 690095 w 1552574"/>
              <a:gd name="connsiteY144" fmla="*/ 165171 h 615933"/>
              <a:gd name="connsiteX145" fmla="*/ 1466382 w 1552574"/>
              <a:gd name="connsiteY145" fmla="*/ 164779 h 615933"/>
              <a:gd name="connsiteX146" fmla="*/ 1466382 w 1552574"/>
              <a:gd name="connsiteY146" fmla="*/ 203985 h 615933"/>
              <a:gd name="connsiteX147" fmla="*/ 1238985 w 1552574"/>
              <a:gd name="connsiteY147" fmla="*/ 203985 h 615933"/>
              <a:gd name="connsiteX148" fmla="*/ 1252315 w 1552574"/>
              <a:gd name="connsiteY148" fmla="*/ 164779 h 615933"/>
              <a:gd name="connsiteX149" fmla="*/ 1466382 w 1552574"/>
              <a:gd name="connsiteY149" fmla="*/ 164779 h 615933"/>
              <a:gd name="connsiteX150" fmla="*/ 1162925 w 1552574"/>
              <a:gd name="connsiteY150" fmla="*/ 164779 h 615933"/>
              <a:gd name="connsiteX151" fmla="*/ 1176255 w 1552574"/>
              <a:gd name="connsiteY151" fmla="*/ 203985 h 615933"/>
              <a:gd name="connsiteX152" fmla="*/ 948857 w 1552574"/>
              <a:gd name="connsiteY152" fmla="*/ 203985 h 615933"/>
              <a:gd name="connsiteX153" fmla="*/ 948857 w 1552574"/>
              <a:gd name="connsiteY153" fmla="*/ 164779 h 615933"/>
              <a:gd name="connsiteX154" fmla="*/ 1162925 w 1552574"/>
              <a:gd name="connsiteY154" fmla="*/ 164779 h 615933"/>
              <a:gd name="connsiteX155" fmla="*/ 301951 w 1552574"/>
              <a:gd name="connsiteY155" fmla="*/ 82837 h 615933"/>
              <a:gd name="connsiteX156" fmla="*/ 301951 w 1552574"/>
              <a:gd name="connsiteY156" fmla="*/ 122043 h 615933"/>
              <a:gd name="connsiteX157" fmla="*/ 62 w 1552574"/>
              <a:gd name="connsiteY157" fmla="*/ 122043 h 615933"/>
              <a:gd name="connsiteX158" fmla="*/ 62 w 1552574"/>
              <a:gd name="connsiteY158" fmla="*/ 82837 h 615933"/>
              <a:gd name="connsiteX159" fmla="*/ 301951 w 1552574"/>
              <a:gd name="connsiteY159" fmla="*/ 82837 h 615933"/>
              <a:gd name="connsiteX160" fmla="*/ 804970 w 1552574"/>
              <a:gd name="connsiteY160" fmla="*/ 82837 h 615933"/>
              <a:gd name="connsiteX161" fmla="*/ 821436 w 1552574"/>
              <a:gd name="connsiteY161" fmla="*/ 122043 h 615933"/>
              <a:gd name="connsiteX162" fmla="*/ 821436 w 1552574"/>
              <a:gd name="connsiteY162" fmla="*/ 122043 h 615933"/>
              <a:gd name="connsiteX163" fmla="*/ 345078 w 1552574"/>
              <a:gd name="connsiteY163" fmla="*/ 122043 h 615933"/>
              <a:gd name="connsiteX164" fmla="*/ 345078 w 1552574"/>
              <a:gd name="connsiteY164" fmla="*/ 82837 h 615933"/>
              <a:gd name="connsiteX165" fmla="*/ 1552637 w 1552574"/>
              <a:gd name="connsiteY165" fmla="*/ 82445 h 615933"/>
              <a:gd name="connsiteX166" fmla="*/ 1552637 w 1552574"/>
              <a:gd name="connsiteY166" fmla="*/ 121651 h 615933"/>
              <a:gd name="connsiteX167" fmla="*/ 1267214 w 1552574"/>
              <a:gd name="connsiteY167" fmla="*/ 121651 h 615933"/>
              <a:gd name="connsiteX168" fmla="*/ 1280936 w 1552574"/>
              <a:gd name="connsiteY168" fmla="*/ 82445 h 615933"/>
              <a:gd name="connsiteX169" fmla="*/ 1552637 w 1552574"/>
              <a:gd name="connsiteY169" fmla="*/ 82445 h 615933"/>
              <a:gd name="connsiteX170" fmla="*/ 1134304 w 1552574"/>
              <a:gd name="connsiteY170" fmla="*/ 82445 h 615933"/>
              <a:gd name="connsiteX171" fmla="*/ 1148026 w 1552574"/>
              <a:gd name="connsiteY171" fmla="*/ 121651 h 615933"/>
              <a:gd name="connsiteX172" fmla="*/ 862603 w 1552574"/>
              <a:gd name="connsiteY172" fmla="*/ 121651 h 615933"/>
              <a:gd name="connsiteX173" fmla="*/ 862603 w 1552574"/>
              <a:gd name="connsiteY173" fmla="*/ 82445 h 615933"/>
              <a:gd name="connsiteX174" fmla="*/ 1134304 w 1552574"/>
              <a:gd name="connsiteY174" fmla="*/ 82445 h 615933"/>
              <a:gd name="connsiteX175" fmla="*/ 301951 w 1552574"/>
              <a:gd name="connsiteY175" fmla="*/ 504 h 615933"/>
              <a:gd name="connsiteX176" fmla="*/ 301951 w 1552574"/>
              <a:gd name="connsiteY176" fmla="*/ 39710 h 615933"/>
              <a:gd name="connsiteX177" fmla="*/ 62 w 1552574"/>
              <a:gd name="connsiteY177" fmla="*/ 39710 h 615933"/>
              <a:gd name="connsiteX178" fmla="*/ 62 w 1552574"/>
              <a:gd name="connsiteY178" fmla="*/ 504 h 615933"/>
              <a:gd name="connsiteX179" fmla="*/ 301951 w 1552574"/>
              <a:gd name="connsiteY179" fmla="*/ 504 h 615933"/>
              <a:gd name="connsiteX180" fmla="*/ 662650 w 1552574"/>
              <a:gd name="connsiteY180" fmla="*/ 504 h 615933"/>
              <a:gd name="connsiteX181" fmla="*/ 666856 w 1552574"/>
              <a:gd name="connsiteY181" fmla="*/ 556 h 615933"/>
              <a:gd name="connsiteX182" fmla="*/ 769292 w 1552574"/>
              <a:gd name="connsiteY182" fmla="*/ 39710 h 615933"/>
              <a:gd name="connsiteX183" fmla="*/ 769292 w 1552574"/>
              <a:gd name="connsiteY183" fmla="*/ 39710 h 615933"/>
              <a:gd name="connsiteX184" fmla="*/ 345078 w 1552574"/>
              <a:gd name="connsiteY184" fmla="*/ 39710 h 615933"/>
              <a:gd name="connsiteX185" fmla="*/ 345078 w 1552574"/>
              <a:gd name="connsiteY185" fmla="*/ 504 h 615933"/>
              <a:gd name="connsiteX186" fmla="*/ 662650 w 1552574"/>
              <a:gd name="connsiteY186" fmla="*/ 504 h 615933"/>
              <a:gd name="connsiteX187" fmla="*/ 1552637 w 1552574"/>
              <a:gd name="connsiteY187" fmla="*/ 111 h 615933"/>
              <a:gd name="connsiteX188" fmla="*/ 1552637 w 1552574"/>
              <a:gd name="connsiteY188" fmla="*/ 39318 h 615933"/>
              <a:gd name="connsiteX189" fmla="*/ 1295834 w 1552574"/>
              <a:gd name="connsiteY189" fmla="*/ 39318 h 615933"/>
              <a:gd name="connsiteX190" fmla="*/ 1309557 w 1552574"/>
              <a:gd name="connsiteY190" fmla="*/ 111 h 615933"/>
              <a:gd name="connsiteX191" fmla="*/ 1552637 w 1552574"/>
              <a:gd name="connsiteY191" fmla="*/ 111 h 615933"/>
              <a:gd name="connsiteX192" fmla="*/ 1105683 w 1552574"/>
              <a:gd name="connsiteY192" fmla="*/ 111 h 615933"/>
              <a:gd name="connsiteX193" fmla="*/ 1119405 w 1552574"/>
              <a:gd name="connsiteY193" fmla="*/ 39318 h 615933"/>
              <a:gd name="connsiteX194" fmla="*/ 862603 w 1552574"/>
              <a:gd name="connsiteY194" fmla="*/ 39318 h 615933"/>
              <a:gd name="connsiteX195" fmla="*/ 862603 w 1552574"/>
              <a:gd name="connsiteY195" fmla="*/ 111 h 615933"/>
              <a:gd name="connsiteX196" fmla="*/ 1105683 w 1552574"/>
              <a:gd name="connsiteY196" fmla="*/ 111 h 615933"/>
            </a:gdLst>
            <a:ahLst/>
            <a:cxnLst/>
            <a:rect l="l" t="t" r="r" b="b"/>
            <a:pathLst>
              <a:path w="1552574" h="615933">
                <a:moveTo>
                  <a:pt x="301951" y="576838"/>
                </a:moveTo>
                <a:lnTo>
                  <a:pt x="301951" y="616045"/>
                </a:lnTo>
                <a:lnTo>
                  <a:pt x="62" y="616045"/>
                </a:lnTo>
                <a:lnTo>
                  <a:pt x="62" y="576838"/>
                </a:lnTo>
                <a:lnTo>
                  <a:pt x="301951" y="576838"/>
                </a:lnTo>
                <a:close/>
                <a:moveTo>
                  <a:pt x="769292" y="576838"/>
                </a:moveTo>
                <a:cubicBezTo>
                  <a:pt x="740671" y="601146"/>
                  <a:pt x="703425" y="616045"/>
                  <a:pt x="662650" y="616045"/>
                </a:cubicBezTo>
                <a:lnTo>
                  <a:pt x="662650" y="616045"/>
                </a:lnTo>
                <a:lnTo>
                  <a:pt x="345078" y="616045"/>
                </a:lnTo>
                <a:lnTo>
                  <a:pt x="345078" y="576838"/>
                </a:lnTo>
                <a:close/>
                <a:moveTo>
                  <a:pt x="1078239" y="576446"/>
                </a:moveTo>
                <a:lnTo>
                  <a:pt x="1078239" y="615653"/>
                </a:lnTo>
                <a:lnTo>
                  <a:pt x="862603" y="615653"/>
                </a:lnTo>
                <a:lnTo>
                  <a:pt x="862603" y="576446"/>
                </a:lnTo>
                <a:lnTo>
                  <a:pt x="1078239" y="576446"/>
                </a:lnTo>
                <a:close/>
                <a:moveTo>
                  <a:pt x="1552637" y="576446"/>
                </a:moveTo>
                <a:lnTo>
                  <a:pt x="1552637" y="615653"/>
                </a:lnTo>
                <a:lnTo>
                  <a:pt x="1337001" y="615653"/>
                </a:lnTo>
                <a:lnTo>
                  <a:pt x="1337001" y="576446"/>
                </a:lnTo>
                <a:lnTo>
                  <a:pt x="1552637" y="576446"/>
                </a:lnTo>
                <a:close/>
                <a:moveTo>
                  <a:pt x="1221342" y="576446"/>
                </a:moveTo>
                <a:lnTo>
                  <a:pt x="1207620" y="615261"/>
                </a:lnTo>
                <a:lnTo>
                  <a:pt x="1193898" y="576446"/>
                </a:lnTo>
                <a:lnTo>
                  <a:pt x="1221342" y="576446"/>
                </a:lnTo>
                <a:close/>
                <a:moveTo>
                  <a:pt x="821829" y="494505"/>
                </a:moveTo>
                <a:cubicBezTo>
                  <a:pt x="817908" y="508227"/>
                  <a:pt x="812419" y="521557"/>
                  <a:pt x="805362" y="533711"/>
                </a:cubicBezTo>
                <a:lnTo>
                  <a:pt x="805362" y="533711"/>
                </a:lnTo>
                <a:lnTo>
                  <a:pt x="345078" y="533711"/>
                </a:lnTo>
                <a:lnTo>
                  <a:pt x="345078" y="494505"/>
                </a:lnTo>
                <a:close/>
                <a:moveTo>
                  <a:pt x="301951" y="494505"/>
                </a:moveTo>
                <a:lnTo>
                  <a:pt x="301951" y="533711"/>
                </a:lnTo>
                <a:lnTo>
                  <a:pt x="62" y="533711"/>
                </a:lnTo>
                <a:lnTo>
                  <a:pt x="62" y="494505"/>
                </a:lnTo>
                <a:lnTo>
                  <a:pt x="301951" y="494505"/>
                </a:lnTo>
                <a:close/>
                <a:moveTo>
                  <a:pt x="1078239" y="494113"/>
                </a:moveTo>
                <a:lnTo>
                  <a:pt x="1078239" y="533319"/>
                </a:lnTo>
                <a:lnTo>
                  <a:pt x="862603" y="533319"/>
                </a:lnTo>
                <a:lnTo>
                  <a:pt x="862603" y="494113"/>
                </a:lnTo>
                <a:lnTo>
                  <a:pt x="1078239" y="494113"/>
                </a:lnTo>
                <a:close/>
                <a:moveTo>
                  <a:pt x="1552637" y="494113"/>
                </a:moveTo>
                <a:lnTo>
                  <a:pt x="1552637" y="533319"/>
                </a:lnTo>
                <a:lnTo>
                  <a:pt x="1337001" y="533319"/>
                </a:lnTo>
                <a:lnTo>
                  <a:pt x="1337001" y="494113"/>
                </a:lnTo>
                <a:lnTo>
                  <a:pt x="1552637" y="494113"/>
                </a:lnTo>
                <a:close/>
                <a:moveTo>
                  <a:pt x="1250355" y="494113"/>
                </a:moveTo>
                <a:lnTo>
                  <a:pt x="1236633" y="533319"/>
                </a:lnTo>
                <a:lnTo>
                  <a:pt x="1178607" y="533319"/>
                </a:lnTo>
                <a:lnTo>
                  <a:pt x="1164885" y="494113"/>
                </a:lnTo>
                <a:lnTo>
                  <a:pt x="1250355" y="494113"/>
                </a:lnTo>
                <a:close/>
                <a:moveTo>
                  <a:pt x="215697" y="412171"/>
                </a:moveTo>
                <a:lnTo>
                  <a:pt x="215697" y="451378"/>
                </a:lnTo>
                <a:lnTo>
                  <a:pt x="86316" y="451378"/>
                </a:lnTo>
                <a:lnTo>
                  <a:pt x="86316" y="412171"/>
                </a:lnTo>
                <a:lnTo>
                  <a:pt x="215697" y="412171"/>
                </a:lnTo>
                <a:close/>
                <a:moveTo>
                  <a:pt x="560714" y="412171"/>
                </a:moveTo>
                <a:lnTo>
                  <a:pt x="560714" y="451378"/>
                </a:lnTo>
                <a:lnTo>
                  <a:pt x="431332" y="451378"/>
                </a:lnTo>
                <a:lnTo>
                  <a:pt x="431332" y="412171"/>
                </a:lnTo>
                <a:lnTo>
                  <a:pt x="560714" y="412171"/>
                </a:lnTo>
                <a:close/>
                <a:moveTo>
                  <a:pt x="822613" y="412171"/>
                </a:moveTo>
                <a:cubicBezTo>
                  <a:pt x="825749" y="424717"/>
                  <a:pt x="827317" y="438047"/>
                  <a:pt x="827317" y="451378"/>
                </a:cubicBezTo>
                <a:lnTo>
                  <a:pt x="827317" y="451378"/>
                </a:lnTo>
                <a:lnTo>
                  <a:pt x="690095" y="451378"/>
                </a:lnTo>
                <a:lnTo>
                  <a:pt x="690095" y="412171"/>
                </a:lnTo>
                <a:close/>
                <a:moveTo>
                  <a:pt x="1078239" y="411779"/>
                </a:moveTo>
                <a:lnTo>
                  <a:pt x="1078239" y="450986"/>
                </a:lnTo>
                <a:lnTo>
                  <a:pt x="948857" y="450986"/>
                </a:lnTo>
                <a:lnTo>
                  <a:pt x="948857" y="411779"/>
                </a:lnTo>
                <a:lnTo>
                  <a:pt x="1078239" y="411779"/>
                </a:lnTo>
                <a:close/>
                <a:moveTo>
                  <a:pt x="1466382" y="411779"/>
                </a:moveTo>
                <a:lnTo>
                  <a:pt x="1466382" y="450986"/>
                </a:lnTo>
                <a:lnTo>
                  <a:pt x="1337001" y="450986"/>
                </a:lnTo>
                <a:lnTo>
                  <a:pt x="1337001" y="411779"/>
                </a:lnTo>
                <a:lnTo>
                  <a:pt x="1466382" y="411779"/>
                </a:lnTo>
                <a:close/>
                <a:moveTo>
                  <a:pt x="1279368" y="411779"/>
                </a:moveTo>
                <a:lnTo>
                  <a:pt x="1265645" y="450986"/>
                </a:lnTo>
                <a:lnTo>
                  <a:pt x="1149594" y="450986"/>
                </a:lnTo>
                <a:lnTo>
                  <a:pt x="1135872" y="411779"/>
                </a:lnTo>
                <a:lnTo>
                  <a:pt x="1279368" y="411779"/>
                </a:lnTo>
                <a:close/>
                <a:moveTo>
                  <a:pt x="215697" y="329838"/>
                </a:moveTo>
                <a:lnTo>
                  <a:pt x="215697" y="369044"/>
                </a:lnTo>
                <a:lnTo>
                  <a:pt x="86316" y="369044"/>
                </a:lnTo>
                <a:lnTo>
                  <a:pt x="86316" y="329838"/>
                </a:lnTo>
                <a:lnTo>
                  <a:pt x="215697" y="329838"/>
                </a:lnTo>
                <a:close/>
                <a:moveTo>
                  <a:pt x="773605" y="329838"/>
                </a:moveTo>
                <a:cubicBezTo>
                  <a:pt x="786151" y="340815"/>
                  <a:pt x="796736" y="354146"/>
                  <a:pt x="805362" y="369044"/>
                </a:cubicBezTo>
                <a:lnTo>
                  <a:pt x="805362" y="369044"/>
                </a:lnTo>
                <a:lnTo>
                  <a:pt x="431332" y="369044"/>
                </a:lnTo>
                <a:lnTo>
                  <a:pt x="431332" y="329838"/>
                </a:lnTo>
                <a:close/>
                <a:moveTo>
                  <a:pt x="1078239" y="329446"/>
                </a:moveTo>
                <a:lnTo>
                  <a:pt x="1078239" y="368652"/>
                </a:lnTo>
                <a:lnTo>
                  <a:pt x="948857" y="368652"/>
                </a:lnTo>
                <a:lnTo>
                  <a:pt x="948857" y="329446"/>
                </a:lnTo>
                <a:lnTo>
                  <a:pt x="1078239" y="329446"/>
                </a:lnTo>
                <a:close/>
                <a:moveTo>
                  <a:pt x="1466382" y="329446"/>
                </a:moveTo>
                <a:lnTo>
                  <a:pt x="1466382" y="368652"/>
                </a:lnTo>
                <a:lnTo>
                  <a:pt x="1337001" y="368652"/>
                </a:lnTo>
                <a:lnTo>
                  <a:pt x="1337001" y="329446"/>
                </a:lnTo>
                <a:lnTo>
                  <a:pt x="1466382" y="329446"/>
                </a:lnTo>
                <a:close/>
                <a:moveTo>
                  <a:pt x="1308773" y="329446"/>
                </a:moveTo>
                <a:lnTo>
                  <a:pt x="1294658" y="368652"/>
                </a:lnTo>
                <a:lnTo>
                  <a:pt x="1120582" y="368652"/>
                </a:lnTo>
                <a:lnTo>
                  <a:pt x="1106467" y="329446"/>
                </a:lnTo>
                <a:lnTo>
                  <a:pt x="1308773" y="329446"/>
                </a:lnTo>
                <a:close/>
                <a:moveTo>
                  <a:pt x="215697" y="247504"/>
                </a:moveTo>
                <a:lnTo>
                  <a:pt x="215697" y="286711"/>
                </a:lnTo>
                <a:lnTo>
                  <a:pt x="86316" y="286711"/>
                </a:lnTo>
                <a:lnTo>
                  <a:pt x="86316" y="247504"/>
                </a:lnTo>
                <a:lnTo>
                  <a:pt x="215697" y="247504"/>
                </a:lnTo>
                <a:close/>
                <a:moveTo>
                  <a:pt x="805362" y="247504"/>
                </a:moveTo>
                <a:cubicBezTo>
                  <a:pt x="796736" y="262010"/>
                  <a:pt x="786151" y="275341"/>
                  <a:pt x="773605" y="286711"/>
                </a:cubicBezTo>
                <a:lnTo>
                  <a:pt x="773605" y="286711"/>
                </a:lnTo>
                <a:lnTo>
                  <a:pt x="431332" y="286711"/>
                </a:lnTo>
                <a:lnTo>
                  <a:pt x="431332" y="247504"/>
                </a:lnTo>
                <a:close/>
                <a:moveTo>
                  <a:pt x="1466382" y="247112"/>
                </a:moveTo>
                <a:lnTo>
                  <a:pt x="1466382" y="286318"/>
                </a:lnTo>
                <a:lnTo>
                  <a:pt x="1337001" y="286318"/>
                </a:lnTo>
                <a:lnTo>
                  <a:pt x="1337001" y="249072"/>
                </a:lnTo>
                <a:lnTo>
                  <a:pt x="1323671" y="286318"/>
                </a:lnTo>
                <a:lnTo>
                  <a:pt x="1210364" y="286318"/>
                </a:lnTo>
                <a:lnTo>
                  <a:pt x="1223695" y="247112"/>
                </a:lnTo>
                <a:lnTo>
                  <a:pt x="1466382" y="247112"/>
                </a:lnTo>
                <a:close/>
                <a:moveTo>
                  <a:pt x="1191545" y="247112"/>
                </a:moveTo>
                <a:lnTo>
                  <a:pt x="1204875" y="286318"/>
                </a:lnTo>
                <a:lnTo>
                  <a:pt x="1091569" y="286318"/>
                </a:lnTo>
                <a:lnTo>
                  <a:pt x="1078239" y="249072"/>
                </a:lnTo>
                <a:lnTo>
                  <a:pt x="1078239" y="286318"/>
                </a:lnTo>
                <a:lnTo>
                  <a:pt x="948857" y="286318"/>
                </a:lnTo>
                <a:lnTo>
                  <a:pt x="948857" y="247112"/>
                </a:lnTo>
                <a:lnTo>
                  <a:pt x="1191545" y="247112"/>
                </a:lnTo>
                <a:close/>
                <a:moveTo>
                  <a:pt x="215697" y="165171"/>
                </a:moveTo>
                <a:lnTo>
                  <a:pt x="215697" y="204377"/>
                </a:lnTo>
                <a:lnTo>
                  <a:pt x="86316" y="204377"/>
                </a:lnTo>
                <a:lnTo>
                  <a:pt x="86316" y="165171"/>
                </a:lnTo>
                <a:lnTo>
                  <a:pt x="215697" y="165171"/>
                </a:lnTo>
                <a:close/>
                <a:moveTo>
                  <a:pt x="560714" y="165171"/>
                </a:moveTo>
                <a:lnTo>
                  <a:pt x="560714" y="204377"/>
                </a:lnTo>
                <a:lnTo>
                  <a:pt x="431332" y="204377"/>
                </a:lnTo>
                <a:lnTo>
                  <a:pt x="431332" y="165171"/>
                </a:lnTo>
                <a:lnTo>
                  <a:pt x="560714" y="165171"/>
                </a:lnTo>
                <a:close/>
                <a:moveTo>
                  <a:pt x="827317" y="165171"/>
                </a:moveTo>
                <a:cubicBezTo>
                  <a:pt x="827317" y="178501"/>
                  <a:pt x="825749" y="191831"/>
                  <a:pt x="822613" y="204377"/>
                </a:cubicBezTo>
                <a:lnTo>
                  <a:pt x="822613" y="204377"/>
                </a:lnTo>
                <a:lnTo>
                  <a:pt x="690095" y="204377"/>
                </a:lnTo>
                <a:lnTo>
                  <a:pt x="690095" y="165171"/>
                </a:lnTo>
                <a:close/>
                <a:moveTo>
                  <a:pt x="1466382" y="164779"/>
                </a:moveTo>
                <a:lnTo>
                  <a:pt x="1466382" y="203985"/>
                </a:lnTo>
                <a:lnTo>
                  <a:pt x="1238985" y="203985"/>
                </a:lnTo>
                <a:lnTo>
                  <a:pt x="1252315" y="164779"/>
                </a:lnTo>
                <a:lnTo>
                  <a:pt x="1466382" y="164779"/>
                </a:lnTo>
                <a:close/>
                <a:moveTo>
                  <a:pt x="1162925" y="164779"/>
                </a:moveTo>
                <a:lnTo>
                  <a:pt x="1176255" y="203985"/>
                </a:lnTo>
                <a:lnTo>
                  <a:pt x="948857" y="203985"/>
                </a:lnTo>
                <a:lnTo>
                  <a:pt x="948857" y="164779"/>
                </a:lnTo>
                <a:lnTo>
                  <a:pt x="1162925" y="164779"/>
                </a:lnTo>
                <a:close/>
                <a:moveTo>
                  <a:pt x="301951" y="82837"/>
                </a:moveTo>
                <a:lnTo>
                  <a:pt x="301951" y="122043"/>
                </a:lnTo>
                <a:lnTo>
                  <a:pt x="62" y="122043"/>
                </a:lnTo>
                <a:lnTo>
                  <a:pt x="62" y="82837"/>
                </a:lnTo>
                <a:lnTo>
                  <a:pt x="301951" y="82837"/>
                </a:lnTo>
                <a:close/>
                <a:moveTo>
                  <a:pt x="804970" y="82837"/>
                </a:moveTo>
                <a:cubicBezTo>
                  <a:pt x="812027" y="94991"/>
                  <a:pt x="817516" y="108321"/>
                  <a:pt x="821436" y="122043"/>
                </a:cubicBezTo>
                <a:lnTo>
                  <a:pt x="821436" y="122043"/>
                </a:lnTo>
                <a:lnTo>
                  <a:pt x="345078" y="122043"/>
                </a:lnTo>
                <a:lnTo>
                  <a:pt x="345078" y="82837"/>
                </a:lnTo>
                <a:close/>
                <a:moveTo>
                  <a:pt x="1552637" y="82445"/>
                </a:moveTo>
                <a:lnTo>
                  <a:pt x="1552637" y="121651"/>
                </a:lnTo>
                <a:lnTo>
                  <a:pt x="1267214" y="121651"/>
                </a:lnTo>
                <a:lnTo>
                  <a:pt x="1280936" y="82445"/>
                </a:lnTo>
                <a:lnTo>
                  <a:pt x="1552637" y="82445"/>
                </a:lnTo>
                <a:close/>
                <a:moveTo>
                  <a:pt x="1134304" y="82445"/>
                </a:moveTo>
                <a:lnTo>
                  <a:pt x="1148026" y="121651"/>
                </a:lnTo>
                <a:lnTo>
                  <a:pt x="862603" y="121651"/>
                </a:lnTo>
                <a:lnTo>
                  <a:pt x="862603" y="82445"/>
                </a:lnTo>
                <a:lnTo>
                  <a:pt x="1134304" y="82445"/>
                </a:lnTo>
                <a:close/>
                <a:moveTo>
                  <a:pt x="301951" y="504"/>
                </a:moveTo>
                <a:lnTo>
                  <a:pt x="301951" y="39710"/>
                </a:lnTo>
                <a:lnTo>
                  <a:pt x="62" y="39710"/>
                </a:lnTo>
                <a:lnTo>
                  <a:pt x="62" y="504"/>
                </a:lnTo>
                <a:lnTo>
                  <a:pt x="301951" y="504"/>
                </a:lnTo>
                <a:close/>
                <a:moveTo>
                  <a:pt x="662650" y="504"/>
                </a:moveTo>
                <a:lnTo>
                  <a:pt x="666856" y="556"/>
                </a:lnTo>
                <a:cubicBezTo>
                  <a:pt x="705983" y="1542"/>
                  <a:pt x="741658" y="16240"/>
                  <a:pt x="769292" y="39710"/>
                </a:cubicBezTo>
                <a:lnTo>
                  <a:pt x="769292" y="39710"/>
                </a:lnTo>
                <a:lnTo>
                  <a:pt x="345078" y="39710"/>
                </a:lnTo>
                <a:lnTo>
                  <a:pt x="345078" y="504"/>
                </a:lnTo>
                <a:lnTo>
                  <a:pt x="662650" y="504"/>
                </a:lnTo>
                <a:close/>
                <a:moveTo>
                  <a:pt x="1552637" y="111"/>
                </a:moveTo>
                <a:lnTo>
                  <a:pt x="1552637" y="39318"/>
                </a:lnTo>
                <a:lnTo>
                  <a:pt x="1295834" y="39318"/>
                </a:lnTo>
                <a:lnTo>
                  <a:pt x="1309557" y="111"/>
                </a:lnTo>
                <a:lnTo>
                  <a:pt x="1552637" y="111"/>
                </a:lnTo>
                <a:close/>
                <a:moveTo>
                  <a:pt x="1105683" y="111"/>
                </a:moveTo>
                <a:lnTo>
                  <a:pt x="1119405" y="39318"/>
                </a:lnTo>
                <a:lnTo>
                  <a:pt x="862603" y="39318"/>
                </a:lnTo>
                <a:lnTo>
                  <a:pt x="862603" y="111"/>
                </a:lnTo>
                <a:lnTo>
                  <a:pt x="1105683" y="111"/>
                </a:lnTo>
                <a:close/>
              </a:path>
            </a:pathLst>
          </a:custGeom>
          <a:solidFill>
            <a:schemeClr val="bg1"/>
          </a:solidFill>
          <a:ln w="9525">
            <a:noFill/>
            <a:prstDash val="solid"/>
          </a:ln>
        </p:spPr>
        <p:txBody>
          <a:bodyPr anchor="ct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1_Big text 1">
    <p:bg>
      <p:bgPr>
        <a:solidFill>
          <a:schemeClr val="tx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0904466-2B5F-6EA8-820B-F755AB4A7FC5}"/>
              </a:ext>
            </a:extLst>
          </p:cNvPr>
          <p:cNvSpPr>
            <a:spLocks noGrp="1"/>
          </p:cNvSpPr>
          <p:nvPr>
            <p:ph type="title"/>
          </p:nvPr>
        </p:nvSpPr>
        <p:spPr>
          <a:xfrm>
            <a:off x="577850" y="339310"/>
            <a:ext cx="11092945" cy="11657428"/>
          </a:xfrm>
        </p:spPr>
        <p:txBody>
          <a:bodyPr/>
          <a:lstStyle>
            <a:lvl1pPr>
              <a:lnSpc>
                <a:spcPct val="100000"/>
              </a:lnSpc>
              <a:buNone/>
              <a:defRPr sz="6400">
                <a:solidFill>
                  <a:schemeClr val="bg1"/>
                </a:solidFill>
              </a:defRPr>
            </a:lvl1pPr>
          </a:lstStyle>
          <a:p>
            <a:r>
              <a:t>Click to edit Master title style</a:t>
            </a:r>
          </a:p>
        </p:txBody>
      </p:sp>
      <p:sp>
        <p:nvSpPr>
          <p:cNvPr id="2" name="Footer Placeholder 1">
            <a:extLst>
              <a:ext uri="{FF2B5EF4-FFF2-40B4-BE49-F238E27FC236}">
                <a16:creationId xmlns:a16="http://schemas.microsoft.com/office/drawing/2014/main" id="{B2E58039-8735-185E-CD1A-CB29970A25D4}"/>
              </a:ext>
            </a:extLst>
          </p:cNvPr>
          <p:cNvSpPr>
            <a:spLocks noGrp="1"/>
          </p:cNvSpPr>
          <p:nvPr>
            <p:ph type="ftr" idx="10"/>
          </p:nvPr>
        </p:nvSpPr>
        <p:spPr/>
        <p:txBody>
          <a:bodyPr/>
          <a:lstStyle/>
          <a:p>
            <a:r>
              <a:t>IBM TechXchange | © 2026 IBM Corporation</a:t>
            </a:r>
          </a:p>
        </p:txBody>
      </p:sp>
      <p:sp>
        <p:nvSpPr>
          <p:cNvPr id="4" name="Slide Number Placeholder 3">
            <a:extLst>
              <a:ext uri="{FF2B5EF4-FFF2-40B4-BE49-F238E27FC236}">
                <a16:creationId xmlns:a16="http://schemas.microsoft.com/office/drawing/2014/main" id="{3A25EABB-0C59-95A3-D7FB-6C38D76B61A7}"/>
              </a:ext>
            </a:extLst>
          </p:cNvPr>
          <p:cNvSpPr>
            <a:spLocks noGrp="1"/>
          </p:cNvSpPr>
          <p:nvPr>
            <p:ph type="sldNum" idx="11"/>
          </p:nvPr>
        </p:nvSpPr>
        <p:spPr/>
        <p:txBody>
          <a:bodyPr/>
          <a:lstStyle/>
          <a:p>
            <a:fld id="{86CB4B4D-7CA3-9044-876B-883B54F8677D}" type="slidenum">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1_Title, plain">
    <p:bg>
      <p:bgPr>
        <a:solidFill>
          <a:srgbClr val="F4F4F4"/>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733F7B7-5AD6-1E43-4FD9-3C700AC2CBD0}"/>
              </a:ext>
            </a:extLst>
          </p:cNvPr>
          <p:cNvSpPr>
            <a:spLocks noGrp="1"/>
          </p:cNvSpPr>
          <p:nvPr>
            <p:ph type="title"/>
          </p:nvPr>
        </p:nvSpPr>
        <p:spPr>
          <a:xfrm>
            <a:off x="538493" y="383874"/>
            <a:ext cx="14691981" cy="2859087"/>
          </a:xfrm>
        </p:spPr>
        <p:txBody>
          <a:bodyPr rIns="457200"/>
          <a:lstStyle>
            <a:lvl1pPr>
              <a:lnSpc>
                <a:spcPct val="100000"/>
              </a:lnSpc>
              <a:buNone/>
              <a:defRPr sz="6400">
                <a:solidFill>
                  <a:schemeClr val="tx1"/>
                </a:solidFill>
              </a:defRPr>
            </a:lvl1pPr>
          </a:lstStyle>
          <a:p>
            <a:r>
              <a:t>Click to edit Master title style</a:t>
            </a:r>
          </a:p>
        </p:txBody>
      </p:sp>
      <p:sp>
        <p:nvSpPr>
          <p:cNvPr id="6" name="Rectangle 5">
            <a:extLst>
              <a:ext uri="{FF2B5EF4-FFF2-40B4-BE49-F238E27FC236}">
                <a16:creationId xmlns:a16="http://schemas.microsoft.com/office/drawing/2014/main" id="{8EC163CF-83B7-554F-9AC6-370464BAC76A}"/>
              </a:ext>
            </a:extLst>
          </p:cNvPr>
          <p:cNvSpPr>
            <a:spLocks noGrp="1"/>
          </p:cNvSpPr>
          <p:nvPr/>
        </p:nvSpPr>
        <p:spPr>
          <a:xfrm>
            <a:off x="0" y="13075920"/>
            <a:ext cx="24387175" cy="640080"/>
          </a:xfrm>
          <a:prstGeom prst="rect">
            <a:avLst/>
          </a:prstGeom>
          <a:solidFill>
            <a:srgbClr val="F4F4F4"/>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9" name="Footer Placeholder 8">
            <a:extLst>
              <a:ext uri="{FF2B5EF4-FFF2-40B4-BE49-F238E27FC236}">
                <a16:creationId xmlns:a16="http://schemas.microsoft.com/office/drawing/2014/main" id="{A52961DD-0EF9-A04B-BD32-08909E25A6F9}"/>
              </a:ext>
            </a:extLst>
          </p:cNvPr>
          <p:cNvSpPr>
            <a:spLocks noGrp="1"/>
          </p:cNvSpPr>
          <p:nvPr>
            <p:ph type="ftr" idx="10"/>
          </p:nvPr>
        </p:nvSpPr>
        <p:spPr/>
        <p:txBody>
          <a:bodyPr/>
          <a:lstStyle>
            <a:lvl1pPr>
              <a:buNone/>
              <a:defRPr>
                <a:solidFill>
                  <a:schemeClr val="tx1"/>
                </a:solidFill>
              </a:defRPr>
            </a:lvl1pPr>
          </a:lstStyle>
          <a:p>
            <a:r>
              <a:t>IBM TechXchange | © 2026 IBM Corporation</a:t>
            </a:r>
          </a:p>
        </p:txBody>
      </p:sp>
      <p:sp>
        <p:nvSpPr>
          <p:cNvPr id="10" name="Slide Number Placeholder 9">
            <a:extLst>
              <a:ext uri="{FF2B5EF4-FFF2-40B4-BE49-F238E27FC236}">
                <a16:creationId xmlns:a16="http://schemas.microsoft.com/office/drawing/2014/main" id="{B7B97F59-5C91-324B-8BCB-77A9DD83A893}"/>
              </a:ext>
            </a:extLst>
          </p:cNvPr>
          <p:cNvSpPr>
            <a:spLocks noGrp="1"/>
          </p:cNvSpPr>
          <p:nvPr>
            <p:ph type="sldNum" idx="11"/>
          </p:nvPr>
        </p:nvSpPr>
        <p:spPr/>
        <p:txBody>
          <a:bodyPr/>
          <a:lstStyle>
            <a:lvl1pPr>
              <a:buNone/>
              <a:defRPr>
                <a:solidFill>
                  <a:schemeClr val="tx1"/>
                </a:solidFill>
              </a:defRPr>
            </a:lvl1pPr>
          </a:lstStyle>
          <a:p>
            <a:fld id="{86CB4B4D-7CA3-9044-876B-883B54F8677D}" type="slidenum">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3_Title slide 1">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9ED0F45-CF91-144B-A4FC-B0E9287995A8}"/>
              </a:ext>
            </a:extLst>
          </p:cNvPr>
          <p:cNvSpPr>
            <a:spLocks noGrp="1"/>
          </p:cNvSpPr>
          <p:nvPr/>
        </p:nvSpPr>
        <p:spPr>
          <a:xfrm>
            <a:off x="-1" y="0"/>
            <a:ext cx="24387175" cy="13716000"/>
          </a:xfrm>
          <a:prstGeom prst="rect">
            <a:avLst/>
          </a:prstGeom>
          <a:solidFill>
            <a:schemeClr val="tx1"/>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chemeClr val="bg1"/>
              </a:solidFill>
              <a:latin typeface="+mn-lt"/>
              <a:ea typeface="+mn-lt"/>
              <a:cs typeface="+mn-lt"/>
            </a:endParaRPr>
          </a:p>
        </p:txBody>
      </p:sp>
      <p:sp>
        <p:nvSpPr>
          <p:cNvPr id="62" name="Text Placeholder 5">
            <a:extLst>
              <a:ext uri="{FF2B5EF4-FFF2-40B4-BE49-F238E27FC236}">
                <a16:creationId xmlns:a16="http://schemas.microsoft.com/office/drawing/2014/main" id="{CCA22637-7521-834E-B585-E724D4D30E65}"/>
              </a:ext>
            </a:extLst>
          </p:cNvPr>
          <p:cNvSpPr>
            <a:spLocks noGrp="1"/>
          </p:cNvSpPr>
          <p:nvPr>
            <p:ph type="body" idx="13" hasCustomPrompt="1"/>
          </p:nvPr>
        </p:nvSpPr>
        <p:spPr>
          <a:xfrm>
            <a:off x="525463" y="6858000"/>
            <a:ext cx="8612188" cy="2902226"/>
          </a:xfrm>
        </p:spPr>
        <p:txBody>
          <a:bodyPr/>
          <a:lstStyle>
            <a:lvl1pPr>
              <a:buNone/>
              <a:defRPr>
                <a:solidFill>
                  <a:srgbClr val="F4F4F4"/>
                </a:solidFill>
              </a:defRPr>
            </a:lvl1pPr>
          </a:lstStyle>
          <a:p>
            <a:r>
              <a:t>Session code (ID number)</a:t>
            </a:r>
            <a:br/>
            <a:r>
              <a:t>Session Title</a:t>
            </a:r>
            <a:br/>
            <a:r>
              <a:t>Firstname Lastname</a:t>
            </a:r>
            <a:br/>
            <a:r>
              <a:t>Company, Job Title</a:t>
            </a:r>
          </a:p>
        </p:txBody>
      </p:sp>
      <p:sp>
        <p:nvSpPr>
          <p:cNvPr id="63" name="Title 1">
            <a:extLst>
              <a:ext uri="{FF2B5EF4-FFF2-40B4-BE49-F238E27FC236}">
                <a16:creationId xmlns:a16="http://schemas.microsoft.com/office/drawing/2014/main" id="{D1D71252-7A4A-4A49-8C7D-CBE7A812DD2F}"/>
              </a:ext>
            </a:extLst>
          </p:cNvPr>
          <p:cNvSpPr>
            <a:spLocks noGrp="1"/>
          </p:cNvSpPr>
          <p:nvPr>
            <p:ph type="title"/>
          </p:nvPr>
        </p:nvSpPr>
        <p:spPr>
          <a:xfrm>
            <a:off x="525968" y="1452274"/>
            <a:ext cx="8611683" cy="4141712"/>
          </a:xfrm>
        </p:spPr>
        <p:txBody>
          <a:bodyPr/>
          <a:lstStyle>
            <a:lvl1pPr>
              <a:lnSpc>
                <a:spcPct val="100000"/>
              </a:lnSpc>
              <a:buNone/>
              <a:defRPr sz="8600">
                <a:solidFill>
                  <a:srgbClr val="F4F4F4"/>
                </a:solidFill>
              </a:defRPr>
            </a:lvl1pPr>
          </a:lstStyle>
          <a:p>
            <a:r>
              <a:t>Click to edit Master title style</a:t>
            </a:r>
          </a:p>
        </p:txBody>
      </p:sp>
      <p:sp>
        <p:nvSpPr>
          <p:cNvPr id="64" name="TextBox 63">
            <a:extLst>
              <a:ext uri="{FF2B5EF4-FFF2-40B4-BE49-F238E27FC236}">
                <a16:creationId xmlns:a16="http://schemas.microsoft.com/office/drawing/2014/main" id="{84D6F73F-7408-E54D-9F81-8C0B1A91D5AF}"/>
              </a:ext>
            </a:extLst>
          </p:cNvPr>
          <p:cNvSpPr>
            <a:spLocks noGrp="1"/>
          </p:cNvSpPr>
          <p:nvPr/>
        </p:nvSpPr>
        <p:spPr>
          <a:xfrm>
            <a:off x="540831" y="12363542"/>
            <a:ext cx="6800495" cy="861774"/>
          </a:xfrm>
          <a:prstGeom prst="rect">
            <a:avLst/>
          </a:prstGeom>
          <a:noFill/>
          <a:ln w="12700"/>
        </p:spPr>
        <p:txBody>
          <a:bodyPr wrap="square" lIns="0" tIns="0" rIns="0" bIns="0" anchor="b">
            <a:spAutoFit/>
          </a:bodyPr>
          <a:lstStyle/>
          <a:p>
            <a:r>
              <a:rPr sz="2800" b="0" i="0">
                <a:solidFill>
                  <a:srgbClr val="F4F4F4"/>
                </a:solidFill>
                <a:latin typeface="IBM Plex Mono Light"/>
                <a:ea typeface="IBM Plex Mono Light"/>
                <a:cs typeface="IBM Plex Mono Light"/>
              </a:rPr>
              <a:t>Georgia, AT</a:t>
            </a:r>
            <a:br/>
            <a:r>
              <a:rPr sz="2800" b="0" i="0">
                <a:solidFill>
                  <a:srgbClr val="F4F4F4"/>
                </a:solidFill>
                <a:latin typeface="IBM Plex Mono Light"/>
                <a:ea typeface="IBM Plex Mono Light"/>
                <a:cs typeface="IBM Plex Mono Light"/>
              </a:rPr>
              <a:t>October 26–29</a:t>
            </a:r>
          </a:p>
        </p:txBody>
      </p:sp>
      <p:sp>
        <p:nvSpPr>
          <p:cNvPr id="66" name="TextBox 65">
            <a:extLst>
              <a:ext uri="{FF2B5EF4-FFF2-40B4-BE49-F238E27FC236}">
                <a16:creationId xmlns:a16="http://schemas.microsoft.com/office/drawing/2014/main" id="{A9EB1C30-2E3E-C749-BE09-CEE31CFB04EC}"/>
              </a:ext>
            </a:extLst>
          </p:cNvPr>
          <p:cNvSpPr>
            <a:spLocks noGrp="1"/>
          </p:cNvSpPr>
          <p:nvPr/>
        </p:nvSpPr>
        <p:spPr>
          <a:xfrm>
            <a:off x="12522200" y="-2260600"/>
            <a:ext cx="0" cy="0"/>
          </a:xfrm>
          <a:prstGeom prst="rect">
            <a:avLst/>
          </a:prstGeom>
          <a:ln w="12700"/>
        </p:spPr>
        <p:txBody>
          <a:bodyPr wrap="none" lIns="0" tIns="0" rIns="0" bIns="0">
            <a:noAutofit/>
          </a:bodyPr>
          <a:lstStyle/>
          <a:p>
            <a:pPr algn="l" defTabSz="2438400">
              <a:spcBef>
                <a:spcPts val="2900"/>
              </a:spcBef>
              <a:buSzPct val="100000"/>
              <a:buNone/>
            </a:pPr>
            <a:endParaRPr kern="0">
              <a:solidFill>
                <a:srgbClr val="000000"/>
              </a:solidFill>
            </a:endParaRPr>
          </a:p>
        </p:txBody>
      </p:sp>
      <p:sp>
        <p:nvSpPr>
          <p:cNvPr id="99" name="Graphic 74">
            <a:extLst>
              <a:ext uri="{FF2B5EF4-FFF2-40B4-BE49-F238E27FC236}">
                <a16:creationId xmlns:a16="http://schemas.microsoft.com/office/drawing/2014/main" id="{F4E9D5DA-D7CF-1740-BEC0-55DD0706F30F}"/>
              </a:ext>
            </a:extLst>
          </p:cNvPr>
          <p:cNvSpPr>
            <a:spLocks noGrp="1"/>
          </p:cNvSpPr>
          <p:nvPr/>
        </p:nvSpPr>
        <p:spPr>
          <a:xfrm rot="5400000">
            <a:off x="13961215" y="10237695"/>
            <a:ext cx="3478305" cy="3478305"/>
          </a:xfrm>
          <a:custGeom>
            <a:avLst/>
            <a:gdLst>
              <a:gd name="connsiteX0" fmla="*/ 502430 w 3430800"/>
              <a:gd name="connsiteY0" fmla="*/ 2217830 h 3430800"/>
              <a:gd name="connsiteX1" fmla="*/ 0 w 3430800"/>
              <a:gd name="connsiteY1" fmla="*/ 3430800 h 3430800"/>
              <a:gd name="connsiteX2" fmla="*/ 1715400 w 3430800"/>
              <a:gd name="connsiteY2" fmla="*/ 3430800 h 3430800"/>
              <a:gd name="connsiteX3" fmla="*/ 3430800 w 3430800"/>
              <a:gd name="connsiteY3" fmla="*/ 3430800 h 3430800"/>
              <a:gd name="connsiteX4" fmla="*/ 2928370 w 3430800"/>
              <a:gd name="connsiteY4" fmla="*/ 2217827 h 3430800"/>
              <a:gd name="connsiteX5" fmla="*/ 1715400 w 3430800"/>
              <a:gd name="connsiteY5" fmla="*/ 1715400 h 3430800"/>
              <a:gd name="connsiteX6" fmla="*/ 502430 w 3430800"/>
              <a:gd name="connsiteY6" fmla="*/ 2217830 h 3430800"/>
              <a:gd name="connsiteX7" fmla="*/ 502430 w 3430800"/>
              <a:gd name="connsiteY7" fmla="*/ 1212970 h 3430800"/>
              <a:gd name="connsiteX8" fmla="*/ 0 w 3430800"/>
              <a:gd name="connsiteY8" fmla="*/ 0 h 3430800"/>
              <a:gd name="connsiteX9" fmla="*/ 1715400 w 3430800"/>
              <a:gd name="connsiteY9" fmla="*/ 0 h 3430800"/>
              <a:gd name="connsiteX10" fmla="*/ 3430800 w 3430800"/>
              <a:gd name="connsiteY10" fmla="*/ 1 h 3430800"/>
              <a:gd name="connsiteX11" fmla="*/ 2928370 w 3430800"/>
              <a:gd name="connsiteY11" fmla="*/ 1212970 h 3430800"/>
              <a:gd name="connsiteX12" fmla="*/ 1715400 w 3430800"/>
              <a:gd name="connsiteY12" fmla="*/ 1715400 h 3430800"/>
              <a:gd name="connsiteX13" fmla="*/ 502430 w 3430800"/>
              <a:gd name="connsiteY13" fmla="*/ 1212970 h 3430800"/>
            </a:gdLst>
            <a:ahLst/>
            <a:cxnLst/>
            <a:rect l="l" t="t" r="r" b="b"/>
            <a:pathLst>
              <a:path w="3430800" h="3430800">
                <a:moveTo>
                  <a:pt x="502430" y="2217830"/>
                </a:moveTo>
                <a:cubicBezTo>
                  <a:pt x="180729" y="2539530"/>
                  <a:pt x="0" y="2975848"/>
                  <a:pt x="0" y="3430800"/>
                </a:cubicBezTo>
                <a:lnTo>
                  <a:pt x="1715400" y="3430800"/>
                </a:lnTo>
                <a:lnTo>
                  <a:pt x="3430800" y="3430800"/>
                </a:lnTo>
                <a:cubicBezTo>
                  <a:pt x="3430800" y="2975848"/>
                  <a:pt x="3250069" y="2539530"/>
                  <a:pt x="2928370" y="2217827"/>
                </a:cubicBezTo>
                <a:cubicBezTo>
                  <a:pt x="2606671" y="1896128"/>
                  <a:pt x="2170352" y="1715400"/>
                  <a:pt x="1715400" y="1715400"/>
                </a:cubicBezTo>
                <a:cubicBezTo>
                  <a:pt x="1260449" y="1715400"/>
                  <a:pt x="824130" y="1896128"/>
                  <a:pt x="502430" y="2217830"/>
                </a:cubicBezTo>
                <a:close/>
                <a:moveTo>
                  <a:pt x="502430" y="1212970"/>
                </a:moveTo>
                <a:cubicBezTo>
                  <a:pt x="180729" y="891270"/>
                  <a:pt x="0" y="454952"/>
                  <a:pt x="0" y="0"/>
                </a:cubicBezTo>
                <a:lnTo>
                  <a:pt x="1715400" y="0"/>
                </a:lnTo>
                <a:lnTo>
                  <a:pt x="3430800" y="1"/>
                </a:lnTo>
                <a:cubicBezTo>
                  <a:pt x="3430800" y="454952"/>
                  <a:pt x="3250069" y="891270"/>
                  <a:pt x="2928370" y="1212970"/>
                </a:cubicBezTo>
                <a:cubicBezTo>
                  <a:pt x="2606671" y="1534672"/>
                  <a:pt x="2170352" y="1715400"/>
                  <a:pt x="1715400" y="1715400"/>
                </a:cubicBezTo>
                <a:cubicBezTo>
                  <a:pt x="1260449" y="1715400"/>
                  <a:pt x="824130" y="1534672"/>
                  <a:pt x="502430" y="1212970"/>
                </a:cubicBezTo>
                <a:close/>
              </a:path>
            </a:pathLst>
          </a:custGeom>
          <a:solidFill>
            <a:srgbClr val="7F4AF3"/>
          </a:solidFill>
          <a:ln w="0">
            <a:noFill/>
            <a:prstDash val="solid"/>
          </a:ln>
        </p:spPr>
        <p:txBody>
          <a:bodyPr anchor="ctr"/>
          <a:lstStyle/>
          <a:p>
            <a:endParaRPr/>
          </a:p>
        </p:txBody>
      </p:sp>
      <p:pic>
        <p:nvPicPr>
          <p:cNvPr id="108" name="Picture 5"/>
          <p:cNvPicPr>
            <a:picLocks noChangeAspect="1"/>
          </p:cNvPicPr>
          <p:nvPr/>
        </p:nvPicPr>
        <p:blipFill>
          <a:blip r:embed="rId2"/>
          <a:stretch>
            <a:fillRect/>
          </a:stretch>
        </p:blipFill>
        <p:spPr>
          <a:xfrm>
            <a:off x="-70807" y="-97188"/>
            <a:ext cx="5118898" cy="1625047"/>
          </a:xfrm>
          <a:prstGeom prst="rect">
            <a:avLst/>
          </a:prstGeom>
        </p:spPr>
      </p:pic>
      <p:sp>
        <p:nvSpPr>
          <p:cNvPr id="8" name="Freeform: Shape 14">
            <a:extLst>
              <a:ext uri="{FF2B5EF4-FFF2-40B4-BE49-F238E27FC236}">
                <a16:creationId xmlns:a16="http://schemas.microsoft.com/office/drawing/2014/main" id="{EA1BBDA6-98BE-D4CD-8ADE-B7F9F2AD8884}"/>
              </a:ext>
            </a:extLst>
          </p:cNvPr>
          <p:cNvSpPr>
            <a:spLocks noGrp="1"/>
          </p:cNvSpPr>
          <p:nvPr/>
        </p:nvSpPr>
        <p:spPr>
          <a:xfrm rot="16200000">
            <a:off x="17440507" y="6396"/>
            <a:ext cx="6947654" cy="6946629"/>
          </a:xfrm>
          <a:custGeom>
            <a:avLst/>
            <a:gdLst>
              <a:gd name="connsiteX0" fmla="*/ 1432576 w 1432576"/>
              <a:gd name="connsiteY0" fmla="*/ 1432576 h 1432576"/>
              <a:gd name="connsiteX1" fmla="*/ 716288 w 1432576"/>
              <a:gd name="connsiteY1" fmla="*/ 1432576 h 1432576"/>
              <a:gd name="connsiteX2" fmla="*/ 716288 w 1432576"/>
              <a:gd name="connsiteY2" fmla="*/ 1432576 h 1432576"/>
              <a:gd name="connsiteX3" fmla="*/ 0 w 1432576"/>
              <a:gd name="connsiteY3" fmla="*/ 1432576 h 1432576"/>
              <a:gd name="connsiteX4" fmla="*/ 716288 w 1432576"/>
              <a:gd name="connsiteY4" fmla="*/ 716288 h 1432576"/>
              <a:gd name="connsiteX5" fmla="*/ 716288 w 1432576"/>
              <a:gd name="connsiteY5" fmla="*/ 1432576 h 1432576"/>
              <a:gd name="connsiteX6" fmla="*/ 1432576 w 1432576"/>
              <a:gd name="connsiteY6" fmla="*/ 716288 h 1432576"/>
              <a:gd name="connsiteX7" fmla="*/ 1432576 w 1432576"/>
              <a:gd name="connsiteY7" fmla="*/ 1432576 h 1432576"/>
              <a:gd name="connsiteX8" fmla="*/ 716288 w 1432576"/>
              <a:gd name="connsiteY8" fmla="*/ 0 h 1432576"/>
              <a:gd name="connsiteX9" fmla="*/ 0 w 1432576"/>
              <a:gd name="connsiteY9" fmla="*/ 0 h 1432576"/>
              <a:gd name="connsiteX10" fmla="*/ 716288 w 1432576"/>
              <a:gd name="connsiteY10" fmla="*/ 716288 h 1432576"/>
              <a:gd name="connsiteX11" fmla="*/ 716288 w 1432576"/>
              <a:gd name="connsiteY11" fmla="*/ 0 h 1432576"/>
              <a:gd name="connsiteX12" fmla="*/ 1432576 w 1432576"/>
              <a:gd name="connsiteY12" fmla="*/ 716288 h 1432576"/>
              <a:gd name="connsiteX13" fmla="*/ 1432576 w 1432576"/>
              <a:gd name="connsiteY13" fmla="*/ 0 h 1432576"/>
              <a:gd name="connsiteX14" fmla="*/ 716288 w 1432576"/>
              <a:gd name="connsiteY14" fmla="*/ 0 h 1432576"/>
              <a:gd name="connsiteX15" fmla="*/ 716288 w 1432576"/>
              <a:gd name="connsiteY15" fmla="*/ 0 h 1432576"/>
            </a:gdLst>
            <a:ahLst/>
            <a:cxnLst/>
            <a:rect l="l" t="t" r="r" b="b"/>
            <a:pathLst>
              <a:path w="1432576" h="1432576">
                <a:moveTo>
                  <a:pt x="1432576" y="1432576"/>
                </a:moveTo>
                <a:lnTo>
                  <a:pt x="716288" y="1432576"/>
                </a:lnTo>
                <a:lnTo>
                  <a:pt x="716288" y="1432576"/>
                </a:lnTo>
                <a:lnTo>
                  <a:pt x="0" y="1432576"/>
                </a:lnTo>
                <a:lnTo>
                  <a:pt x="716288" y="716288"/>
                </a:lnTo>
                <a:lnTo>
                  <a:pt x="716288" y="1432576"/>
                </a:lnTo>
                <a:lnTo>
                  <a:pt x="1432576" y="716288"/>
                </a:lnTo>
                <a:lnTo>
                  <a:pt x="1432576" y="1432576"/>
                </a:lnTo>
                <a:close/>
                <a:moveTo>
                  <a:pt x="716288" y="0"/>
                </a:moveTo>
                <a:lnTo>
                  <a:pt x="0" y="0"/>
                </a:lnTo>
                <a:lnTo>
                  <a:pt x="716288" y="716288"/>
                </a:lnTo>
                <a:lnTo>
                  <a:pt x="716288" y="0"/>
                </a:lnTo>
                <a:lnTo>
                  <a:pt x="1432576" y="716288"/>
                </a:lnTo>
                <a:lnTo>
                  <a:pt x="1432576" y="0"/>
                </a:lnTo>
                <a:lnTo>
                  <a:pt x="716288" y="0"/>
                </a:lnTo>
                <a:lnTo>
                  <a:pt x="716288" y="0"/>
                </a:lnTo>
                <a:close/>
              </a:path>
            </a:pathLst>
          </a:custGeom>
          <a:gradFill>
            <a:gsLst>
              <a:gs pos="50000">
                <a:srgbClr val="D02670"/>
              </a:gs>
              <a:gs pos="10000">
                <a:srgbClr val="8A3FFC"/>
              </a:gs>
              <a:gs pos="90000">
                <a:srgbClr val="FA4D56"/>
              </a:gs>
            </a:gsLst>
            <a:lin ang="2700000" scaled="0"/>
          </a:gra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lvl="0" defTabSz="914400">
              <a:spcBef>
                <a:spcPct val="0"/>
              </a:spcBef>
              <a:spcAft>
                <a:spcPct val="0"/>
              </a:spcAft>
              <a:buNone/>
            </a:pPr>
            <a:endParaRPr sz="1400">
              <a:solidFill>
                <a:schemeClr val="bg1"/>
              </a:solidFill>
            </a:endParaRPr>
          </a:p>
        </p:txBody>
      </p:sp>
      <p:sp>
        <p:nvSpPr>
          <p:cNvPr id="13" name="Freeform 12">
            <a:extLst>
              <a:ext uri="{FF2B5EF4-FFF2-40B4-BE49-F238E27FC236}">
                <a16:creationId xmlns:a16="http://schemas.microsoft.com/office/drawing/2014/main" id="{2AE707A7-8781-129E-4909-5237533905F8}"/>
              </a:ext>
            </a:extLst>
          </p:cNvPr>
          <p:cNvSpPr>
            <a:spLocks noGrp="1"/>
          </p:cNvSpPr>
          <p:nvPr/>
        </p:nvSpPr>
        <p:spPr>
          <a:xfrm>
            <a:off x="18950680" y="-2556740"/>
            <a:ext cx="171412" cy="265792"/>
          </a:xfrm>
          <a:custGeom>
            <a:avLst/>
            <a:gdLst>
              <a:gd name="csX0" fmla="*/ 160484 w 714909"/>
              <a:gd name="csY0" fmla="*/ 1108537 h 1108536"/>
              <a:gd name="csX1" fmla="*/ 0 w 714909"/>
              <a:gd name="csY1" fmla="*/ 947737 h 1108536"/>
              <a:gd name="csX2" fmla="*/ 393311 w 714909"/>
              <a:gd name="csY2" fmla="*/ 554426 h 1108536"/>
              <a:gd name="csX3" fmla="*/ 0 w 714909"/>
              <a:gd name="csY3" fmla="*/ 160799 h 1108536"/>
              <a:gd name="csX4" fmla="*/ 160484 w 714909"/>
              <a:gd name="csY4" fmla="*/ 0 h 1108536"/>
              <a:gd name="csX5" fmla="*/ 714910 w 714909"/>
              <a:gd name="csY5" fmla="*/ 554426 h 1108536"/>
              <a:gd name="csX6" fmla="*/ 160484 w 714909"/>
              <a:gd name="csY6" fmla="*/ 1108537 h 1108536"/>
            </a:gdLst>
            <a:ahLst/>
            <a:cxnLst/>
            <a:rect l="l" t="t" r="r" b="b"/>
            <a:pathLst>
              <a:path w="714909" h="1108536">
                <a:moveTo>
                  <a:pt x="160484" y="1108537"/>
                </a:moveTo>
                <a:lnTo>
                  <a:pt x="0" y="947737"/>
                </a:lnTo>
                <a:lnTo>
                  <a:pt x="393311" y="554426"/>
                </a:lnTo>
                <a:lnTo>
                  <a:pt x="0" y="160799"/>
                </a:lnTo>
                <a:lnTo>
                  <a:pt x="160484" y="0"/>
                </a:lnTo>
                <a:lnTo>
                  <a:pt x="714910" y="554426"/>
                </a:lnTo>
                <a:lnTo>
                  <a:pt x="160484" y="1108537"/>
                </a:lnTo>
                <a:close/>
              </a:path>
            </a:pathLst>
          </a:custGeom>
          <a:solidFill>
            <a:srgbClr val="BE95FF"/>
          </a:solidFill>
          <a:ln w="315813">
            <a:noFill/>
            <a:prstDash val="solid"/>
          </a:ln>
        </p:spPr>
        <p:txBody>
          <a:bodyPr/>
          <a:lstStyle/>
          <a:p>
            <a:endParaRPr/>
          </a:p>
        </p:txBody>
      </p:sp>
      <p:sp>
        <p:nvSpPr>
          <p:cNvPr id="14" name="Freeform 13">
            <a:extLst>
              <a:ext uri="{FF2B5EF4-FFF2-40B4-BE49-F238E27FC236}">
                <a16:creationId xmlns:a16="http://schemas.microsoft.com/office/drawing/2014/main" id="{DE9B5337-AD99-4B10-A35E-FF834273D4C3}"/>
              </a:ext>
            </a:extLst>
          </p:cNvPr>
          <p:cNvSpPr>
            <a:spLocks noGrp="1"/>
          </p:cNvSpPr>
          <p:nvPr/>
        </p:nvSpPr>
        <p:spPr>
          <a:xfrm>
            <a:off x="20722225" y="-1817538"/>
            <a:ext cx="178835" cy="340629"/>
          </a:xfrm>
          <a:custGeom>
            <a:avLst/>
            <a:gdLst>
              <a:gd name="csX0" fmla="*/ 227457 w 745869"/>
              <a:gd name="csY0" fmla="*/ 1420659 h 1420658"/>
              <a:gd name="csX1" fmla="*/ 0 w 745869"/>
              <a:gd name="csY1" fmla="*/ 1420027 h 1420658"/>
              <a:gd name="csX2" fmla="*/ 1895 w 745869"/>
              <a:gd name="csY2" fmla="*/ 582859 h 1420658"/>
              <a:gd name="csX3" fmla="*/ 585070 w 745869"/>
              <a:gd name="csY3" fmla="*/ 0 h 1420658"/>
              <a:gd name="csX4" fmla="*/ 745869 w 745869"/>
              <a:gd name="csY4" fmla="*/ 160799 h 1420658"/>
              <a:gd name="csX5" fmla="*/ 229352 w 745869"/>
              <a:gd name="csY5" fmla="*/ 677316 h 1420658"/>
              <a:gd name="csX6" fmla="*/ 227457 w 745869"/>
              <a:gd name="csY6" fmla="*/ 1420659 h 1420658"/>
            </a:gdLst>
            <a:ahLst/>
            <a:cxnLst/>
            <a:rect l="l" t="t" r="r" b="b"/>
            <a:pathLst>
              <a:path w="745869" h="1420658">
                <a:moveTo>
                  <a:pt x="227457" y="1420659"/>
                </a:moveTo>
                <a:lnTo>
                  <a:pt x="0" y="1420027"/>
                </a:lnTo>
                <a:lnTo>
                  <a:pt x="1895" y="582859"/>
                </a:lnTo>
                <a:lnTo>
                  <a:pt x="585070" y="0"/>
                </a:lnTo>
                <a:lnTo>
                  <a:pt x="745869" y="160799"/>
                </a:lnTo>
                <a:lnTo>
                  <a:pt x="229352" y="677316"/>
                </a:lnTo>
                <a:lnTo>
                  <a:pt x="227457" y="1420659"/>
                </a:lnTo>
                <a:close/>
              </a:path>
            </a:pathLst>
          </a:custGeom>
          <a:solidFill>
            <a:srgbClr val="BE95FF"/>
          </a:solidFill>
          <a:ln w="315813">
            <a:noFill/>
            <a:prstDash val="solid"/>
          </a:ln>
        </p:spPr>
        <p:txBody>
          <a:bodyPr/>
          <a:lstStyle/>
          <a:p>
            <a:endParaRPr/>
          </a:p>
        </p:txBody>
      </p:sp>
      <p:sp>
        <p:nvSpPr>
          <p:cNvPr id="15" name="Freeform 14">
            <a:extLst>
              <a:ext uri="{FF2B5EF4-FFF2-40B4-BE49-F238E27FC236}">
                <a16:creationId xmlns:a16="http://schemas.microsoft.com/office/drawing/2014/main" id="{0FAC76D9-C086-B1A1-A4DD-CC5DF0AA7D8B}"/>
              </a:ext>
            </a:extLst>
          </p:cNvPr>
          <p:cNvSpPr>
            <a:spLocks noGrp="1"/>
          </p:cNvSpPr>
          <p:nvPr/>
        </p:nvSpPr>
        <p:spPr>
          <a:xfrm>
            <a:off x="18932047" y="-2840409"/>
            <a:ext cx="1514917" cy="1742155"/>
          </a:xfrm>
          <a:custGeom>
            <a:avLst/>
            <a:gdLst>
              <a:gd name="csX0" fmla="*/ 315913 w 6318250"/>
              <a:gd name="csY0" fmla="*/ 157956 h 7265987"/>
              <a:gd name="csX1" fmla="*/ 157956 w 6318250"/>
              <a:gd name="csY1" fmla="*/ 315913 h 7265987"/>
              <a:gd name="csX2" fmla="*/ 0 w 6318250"/>
              <a:gd name="csY2" fmla="*/ 157956 h 7265987"/>
              <a:gd name="csX3" fmla="*/ 157956 w 6318250"/>
              <a:gd name="csY3" fmla="*/ 0 h 7265987"/>
              <a:gd name="csX4" fmla="*/ 315913 w 6318250"/>
              <a:gd name="csY4" fmla="*/ 157956 h 7265987"/>
              <a:gd name="csX5" fmla="*/ 789781 w 6318250"/>
              <a:gd name="csY5" fmla="*/ 0 h 7265987"/>
              <a:gd name="csX6" fmla="*/ 631825 w 6318250"/>
              <a:gd name="csY6" fmla="*/ 157956 h 7265987"/>
              <a:gd name="csX7" fmla="*/ 789781 w 6318250"/>
              <a:gd name="csY7" fmla="*/ 315913 h 7265987"/>
              <a:gd name="csX8" fmla="*/ 947738 w 6318250"/>
              <a:gd name="csY8" fmla="*/ 157956 h 7265987"/>
              <a:gd name="csX9" fmla="*/ 789781 w 6318250"/>
              <a:gd name="csY9" fmla="*/ 0 h 7265987"/>
              <a:gd name="csX10" fmla="*/ 1421606 w 6318250"/>
              <a:gd name="csY10" fmla="*/ 0 h 7265987"/>
              <a:gd name="csX11" fmla="*/ 1263650 w 6318250"/>
              <a:gd name="csY11" fmla="*/ 157956 h 7265987"/>
              <a:gd name="csX12" fmla="*/ 1421606 w 6318250"/>
              <a:gd name="csY12" fmla="*/ 315913 h 7265987"/>
              <a:gd name="csX13" fmla="*/ 1579563 w 6318250"/>
              <a:gd name="csY13" fmla="*/ 157956 h 7265987"/>
              <a:gd name="csX14" fmla="*/ 1421606 w 6318250"/>
              <a:gd name="csY14" fmla="*/ 0 h 7265987"/>
              <a:gd name="csX15" fmla="*/ 4896644 w 6318250"/>
              <a:gd name="csY15" fmla="*/ 1263650 h 7265987"/>
              <a:gd name="csX16" fmla="*/ 4738688 w 6318250"/>
              <a:gd name="csY16" fmla="*/ 1421606 h 7265987"/>
              <a:gd name="csX17" fmla="*/ 4896644 w 6318250"/>
              <a:gd name="csY17" fmla="*/ 1579562 h 7265987"/>
              <a:gd name="csX18" fmla="*/ 5054600 w 6318250"/>
              <a:gd name="csY18" fmla="*/ 1421606 h 7265987"/>
              <a:gd name="csX19" fmla="*/ 4896644 w 6318250"/>
              <a:gd name="csY19" fmla="*/ 1263650 h 7265987"/>
              <a:gd name="csX20" fmla="*/ 5528469 w 6318250"/>
              <a:gd name="csY20" fmla="*/ 1263650 h 7265987"/>
              <a:gd name="csX21" fmla="*/ 5370513 w 6318250"/>
              <a:gd name="csY21" fmla="*/ 1421606 h 7265987"/>
              <a:gd name="csX22" fmla="*/ 5528469 w 6318250"/>
              <a:gd name="csY22" fmla="*/ 1579562 h 7265987"/>
              <a:gd name="csX23" fmla="*/ 5686425 w 6318250"/>
              <a:gd name="csY23" fmla="*/ 1421606 h 7265987"/>
              <a:gd name="csX24" fmla="*/ 5528469 w 6318250"/>
              <a:gd name="csY24" fmla="*/ 1263650 h 7265987"/>
              <a:gd name="csX25" fmla="*/ 6160294 w 6318250"/>
              <a:gd name="csY25" fmla="*/ 1263650 h 7265987"/>
              <a:gd name="csX26" fmla="*/ 6002338 w 6318250"/>
              <a:gd name="csY26" fmla="*/ 1421606 h 7265987"/>
              <a:gd name="csX27" fmla="*/ 6160294 w 6318250"/>
              <a:gd name="csY27" fmla="*/ 1579562 h 7265987"/>
              <a:gd name="csX28" fmla="*/ 6318250 w 6318250"/>
              <a:gd name="csY28" fmla="*/ 1421606 h 7265987"/>
              <a:gd name="csX29" fmla="*/ 6160294 w 6318250"/>
              <a:gd name="csY29" fmla="*/ 1263650 h 7265987"/>
              <a:gd name="csX30" fmla="*/ 789781 w 6318250"/>
              <a:gd name="csY30" fmla="*/ 6950075 h 7265987"/>
              <a:gd name="csX31" fmla="*/ 631825 w 6318250"/>
              <a:gd name="csY31" fmla="*/ 7108032 h 7265987"/>
              <a:gd name="csX32" fmla="*/ 789781 w 6318250"/>
              <a:gd name="csY32" fmla="*/ 7265988 h 7265987"/>
              <a:gd name="csX33" fmla="*/ 947738 w 6318250"/>
              <a:gd name="csY33" fmla="*/ 7108032 h 7265987"/>
              <a:gd name="csX34" fmla="*/ 789781 w 6318250"/>
              <a:gd name="csY34" fmla="*/ 6950075 h 7265987"/>
            </a:gdLst>
            <a:ahLst/>
            <a:cxnLst/>
            <a:rect l="l" t="t" r="r" b="b"/>
            <a:pathLst>
              <a:path w="6318250" h="7265987">
                <a:moveTo>
                  <a:pt x="315913" y="157956"/>
                </a:moveTo>
                <a:cubicBezTo>
                  <a:pt x="315913" y="245148"/>
                  <a:pt x="245148" y="315913"/>
                  <a:pt x="157956" y="315913"/>
                </a:cubicBezTo>
                <a:cubicBezTo>
                  <a:pt x="70764" y="315913"/>
                  <a:pt x="0" y="245148"/>
                  <a:pt x="0" y="157956"/>
                </a:cubicBezTo>
                <a:cubicBezTo>
                  <a:pt x="0" y="70764"/>
                  <a:pt x="70764" y="0"/>
                  <a:pt x="157956" y="0"/>
                </a:cubicBezTo>
                <a:cubicBezTo>
                  <a:pt x="245148" y="0"/>
                  <a:pt x="315913" y="70764"/>
                  <a:pt x="315913" y="157956"/>
                </a:cubicBezTo>
                <a:close/>
                <a:moveTo>
                  <a:pt x="789781" y="0"/>
                </a:moveTo>
                <a:cubicBezTo>
                  <a:pt x="702589" y="0"/>
                  <a:pt x="631825" y="70764"/>
                  <a:pt x="631825" y="157956"/>
                </a:cubicBezTo>
                <a:cubicBezTo>
                  <a:pt x="631825" y="245148"/>
                  <a:pt x="702589" y="315913"/>
                  <a:pt x="789781" y="315913"/>
                </a:cubicBezTo>
                <a:cubicBezTo>
                  <a:pt x="876973" y="315913"/>
                  <a:pt x="947738" y="245148"/>
                  <a:pt x="947738" y="157956"/>
                </a:cubicBezTo>
                <a:cubicBezTo>
                  <a:pt x="947738" y="70764"/>
                  <a:pt x="876973" y="0"/>
                  <a:pt x="789781" y="0"/>
                </a:cubicBezTo>
                <a:close/>
                <a:moveTo>
                  <a:pt x="1421606" y="0"/>
                </a:moveTo>
                <a:cubicBezTo>
                  <a:pt x="1334414" y="0"/>
                  <a:pt x="1263650" y="70764"/>
                  <a:pt x="1263650" y="157956"/>
                </a:cubicBezTo>
                <a:cubicBezTo>
                  <a:pt x="1263650" y="245148"/>
                  <a:pt x="1334414" y="315913"/>
                  <a:pt x="1421606" y="315913"/>
                </a:cubicBezTo>
                <a:cubicBezTo>
                  <a:pt x="1508798" y="315913"/>
                  <a:pt x="1579563" y="245148"/>
                  <a:pt x="1579563" y="157956"/>
                </a:cubicBezTo>
                <a:cubicBezTo>
                  <a:pt x="1579563" y="70764"/>
                  <a:pt x="1508798" y="0"/>
                  <a:pt x="1421606" y="0"/>
                </a:cubicBezTo>
                <a:close/>
                <a:moveTo>
                  <a:pt x="4896644" y="1263650"/>
                </a:moveTo>
                <a:cubicBezTo>
                  <a:pt x="4809452" y="1263650"/>
                  <a:pt x="4738688" y="1334414"/>
                  <a:pt x="4738688" y="1421606"/>
                </a:cubicBezTo>
                <a:cubicBezTo>
                  <a:pt x="4738688" y="1508798"/>
                  <a:pt x="4809452" y="1579562"/>
                  <a:pt x="4896644" y="1579562"/>
                </a:cubicBezTo>
                <a:cubicBezTo>
                  <a:pt x="4983836" y="1579562"/>
                  <a:pt x="5054600" y="1508798"/>
                  <a:pt x="5054600" y="1421606"/>
                </a:cubicBezTo>
                <a:cubicBezTo>
                  <a:pt x="5054600" y="1334414"/>
                  <a:pt x="4983836" y="1263650"/>
                  <a:pt x="4896644" y="1263650"/>
                </a:cubicBezTo>
                <a:close/>
                <a:moveTo>
                  <a:pt x="5528469" y="1263650"/>
                </a:moveTo>
                <a:cubicBezTo>
                  <a:pt x="5441277" y="1263650"/>
                  <a:pt x="5370513" y="1334414"/>
                  <a:pt x="5370513" y="1421606"/>
                </a:cubicBezTo>
                <a:cubicBezTo>
                  <a:pt x="5370513" y="1508798"/>
                  <a:pt x="5441277" y="1579562"/>
                  <a:pt x="5528469" y="1579562"/>
                </a:cubicBezTo>
                <a:cubicBezTo>
                  <a:pt x="5615661" y="1579562"/>
                  <a:pt x="5686425" y="1508798"/>
                  <a:pt x="5686425" y="1421606"/>
                </a:cubicBezTo>
                <a:cubicBezTo>
                  <a:pt x="5686425" y="1334414"/>
                  <a:pt x="5615661" y="1263650"/>
                  <a:pt x="5528469" y="1263650"/>
                </a:cubicBezTo>
                <a:close/>
                <a:moveTo>
                  <a:pt x="6160294" y="1263650"/>
                </a:moveTo>
                <a:cubicBezTo>
                  <a:pt x="6073102" y="1263650"/>
                  <a:pt x="6002338" y="1334414"/>
                  <a:pt x="6002338" y="1421606"/>
                </a:cubicBezTo>
                <a:cubicBezTo>
                  <a:pt x="6002338" y="1508798"/>
                  <a:pt x="6073102" y="1579562"/>
                  <a:pt x="6160294" y="1579562"/>
                </a:cubicBezTo>
                <a:cubicBezTo>
                  <a:pt x="6247486" y="1579562"/>
                  <a:pt x="6318250" y="1508798"/>
                  <a:pt x="6318250" y="1421606"/>
                </a:cubicBezTo>
                <a:cubicBezTo>
                  <a:pt x="6318250" y="1334414"/>
                  <a:pt x="6247486" y="1263650"/>
                  <a:pt x="6160294" y="1263650"/>
                </a:cubicBezTo>
                <a:close/>
                <a:moveTo>
                  <a:pt x="789781" y="6950075"/>
                </a:moveTo>
                <a:cubicBezTo>
                  <a:pt x="702589" y="6950075"/>
                  <a:pt x="631825" y="7020840"/>
                  <a:pt x="631825" y="7108032"/>
                </a:cubicBezTo>
                <a:cubicBezTo>
                  <a:pt x="631825" y="7195223"/>
                  <a:pt x="702589" y="7265988"/>
                  <a:pt x="789781" y="7265988"/>
                </a:cubicBezTo>
                <a:cubicBezTo>
                  <a:pt x="876973" y="7265988"/>
                  <a:pt x="947738" y="7195223"/>
                  <a:pt x="947738" y="7108032"/>
                </a:cubicBezTo>
                <a:cubicBezTo>
                  <a:pt x="947738" y="7020840"/>
                  <a:pt x="876973" y="6950075"/>
                  <a:pt x="789781" y="6950075"/>
                </a:cubicBezTo>
                <a:close/>
              </a:path>
            </a:pathLst>
          </a:custGeom>
          <a:solidFill>
            <a:srgbClr val="BE95FF"/>
          </a:solidFill>
          <a:ln w="315813">
            <a:noFill/>
            <a:prstDash val="solid"/>
          </a:ln>
        </p:spPr>
        <p:txBody>
          <a:bodyPr/>
          <a:lstStyle/>
          <a:p>
            <a:endParaRPr/>
          </a:p>
        </p:txBody>
      </p:sp>
      <p:sp>
        <p:nvSpPr>
          <p:cNvPr id="16" name="Freeform 15">
            <a:extLst>
              <a:ext uri="{FF2B5EF4-FFF2-40B4-BE49-F238E27FC236}">
                <a16:creationId xmlns:a16="http://schemas.microsoft.com/office/drawing/2014/main" id="{1E6F9B4D-94B1-3C45-40A9-2C635C52D757}"/>
              </a:ext>
            </a:extLst>
          </p:cNvPr>
          <p:cNvSpPr>
            <a:spLocks noGrp="1"/>
          </p:cNvSpPr>
          <p:nvPr/>
        </p:nvSpPr>
        <p:spPr>
          <a:xfrm>
            <a:off x="18791159" y="-2943423"/>
            <a:ext cx="2327064" cy="2299796"/>
          </a:xfrm>
          <a:custGeom>
            <a:avLst/>
            <a:gdLst>
              <a:gd name="csX0" fmla="*/ 6950075 w 9705463"/>
              <a:gd name="csY0" fmla="*/ 9591419 h 9591735"/>
              <a:gd name="csX1" fmla="*/ 6950075 w 9705463"/>
              <a:gd name="csY1" fmla="*/ 9426197 h 9591735"/>
              <a:gd name="csX2" fmla="*/ 5343660 w 9705463"/>
              <a:gd name="csY2" fmla="*/ 7388562 h 9591735"/>
              <a:gd name="csX3" fmla="*/ 5257100 w 9705463"/>
              <a:gd name="csY3" fmla="*/ 7288417 h 9591735"/>
              <a:gd name="csX4" fmla="*/ 5323758 w 9705463"/>
              <a:gd name="csY4" fmla="*/ 7174057 h 9591735"/>
              <a:gd name="csX5" fmla="*/ 6008024 w 9705463"/>
              <a:gd name="csY5" fmla="*/ 6121121 h 9591735"/>
              <a:gd name="csX6" fmla="*/ 4852732 w 9705463"/>
              <a:gd name="csY6" fmla="*/ 4965829 h 9591735"/>
              <a:gd name="csX7" fmla="*/ 3696492 w 9705463"/>
              <a:gd name="csY7" fmla="*/ 6121121 h 9591735"/>
              <a:gd name="csX8" fmla="*/ 4380759 w 9705463"/>
              <a:gd name="csY8" fmla="*/ 7174057 h 9591735"/>
              <a:gd name="csX9" fmla="*/ 4447417 w 9705463"/>
              <a:gd name="csY9" fmla="*/ 7288417 h 9591735"/>
              <a:gd name="csX10" fmla="*/ 4360856 w 9705463"/>
              <a:gd name="csY10" fmla="*/ 7388562 h 9591735"/>
              <a:gd name="csX11" fmla="*/ 2754757 w 9705463"/>
              <a:gd name="csY11" fmla="*/ 9425881 h 9591735"/>
              <a:gd name="csX12" fmla="*/ 2754757 w 9705463"/>
              <a:gd name="csY12" fmla="*/ 9590787 h 9591735"/>
              <a:gd name="csX13" fmla="*/ 2527932 w 9705463"/>
              <a:gd name="csY13" fmla="*/ 9591419 h 9591735"/>
              <a:gd name="csX14" fmla="*/ 2527932 w 9705463"/>
              <a:gd name="csY14" fmla="*/ 9426197 h 9591735"/>
              <a:gd name="csX15" fmla="*/ 4049682 w 9705463"/>
              <a:gd name="csY15" fmla="*/ 7245138 h 9591735"/>
              <a:gd name="csX16" fmla="*/ 3469351 w 9705463"/>
              <a:gd name="csY16" fmla="*/ 6121121 h 9591735"/>
              <a:gd name="csX17" fmla="*/ 4739320 w 9705463"/>
              <a:gd name="csY17" fmla="*/ 4743111 h 9591735"/>
              <a:gd name="csX18" fmla="*/ 4739320 w 9705463"/>
              <a:gd name="csY18" fmla="*/ 1377379 h 9591735"/>
              <a:gd name="csX19" fmla="*/ 4853048 w 9705463"/>
              <a:gd name="csY19" fmla="*/ 1263650 h 9591735"/>
              <a:gd name="csX20" fmla="*/ 9591736 w 9705463"/>
              <a:gd name="csY20" fmla="*/ 1263650 h 9591735"/>
              <a:gd name="csX21" fmla="*/ 9705464 w 9705463"/>
              <a:gd name="csY21" fmla="*/ 1377379 h 9591735"/>
              <a:gd name="csX22" fmla="*/ 9705464 w 9705463"/>
              <a:gd name="csY22" fmla="*/ 6747891 h 9591735"/>
              <a:gd name="csX23" fmla="*/ 9591736 w 9705463"/>
              <a:gd name="csY23" fmla="*/ 6861620 h 9591735"/>
              <a:gd name="csX24" fmla="*/ 6019081 w 9705463"/>
              <a:gd name="csY24" fmla="*/ 6861620 h 9591735"/>
              <a:gd name="csX25" fmla="*/ 5655150 w 9705463"/>
              <a:gd name="csY25" fmla="*/ 7245453 h 9591735"/>
              <a:gd name="csX26" fmla="*/ 7177532 w 9705463"/>
              <a:gd name="csY26" fmla="*/ 9426197 h 9591735"/>
              <a:gd name="csX27" fmla="*/ 7177532 w 9705463"/>
              <a:gd name="csY27" fmla="*/ 9591104 h 9591735"/>
              <a:gd name="csX28" fmla="*/ 6950707 w 9705463"/>
              <a:gd name="csY28" fmla="*/ 9591735 h 9591735"/>
              <a:gd name="csX29" fmla="*/ 6135653 w 9705463"/>
              <a:gd name="csY29" fmla="*/ 6634163 h 9591735"/>
              <a:gd name="csX30" fmla="*/ 9477375 w 9705463"/>
              <a:gd name="csY30" fmla="*/ 6634163 h 9591735"/>
              <a:gd name="csX31" fmla="*/ 9477375 w 9705463"/>
              <a:gd name="csY31" fmla="*/ 2438845 h 9591735"/>
              <a:gd name="csX32" fmla="*/ 4966145 w 9705463"/>
              <a:gd name="csY32" fmla="*/ 2438845 h 9591735"/>
              <a:gd name="csX33" fmla="*/ 4966145 w 9705463"/>
              <a:gd name="csY33" fmla="*/ 4743426 h 9591735"/>
              <a:gd name="csX34" fmla="*/ 6235166 w 9705463"/>
              <a:gd name="csY34" fmla="*/ 6121436 h 9591735"/>
              <a:gd name="csX35" fmla="*/ 6135653 w 9705463"/>
              <a:gd name="csY35" fmla="*/ 6634163 h 9591735"/>
              <a:gd name="csX36" fmla="*/ 4966145 w 9705463"/>
              <a:gd name="csY36" fmla="*/ 2211388 h 9591735"/>
              <a:gd name="csX37" fmla="*/ 9477375 w 9705463"/>
              <a:gd name="csY37" fmla="*/ 2211388 h 9591735"/>
              <a:gd name="csX38" fmla="*/ 9477375 w 9705463"/>
              <a:gd name="csY38" fmla="*/ 1491107 h 9591735"/>
              <a:gd name="csX39" fmla="*/ 4966145 w 9705463"/>
              <a:gd name="csY39" fmla="*/ 1491107 h 9591735"/>
              <a:gd name="csX40" fmla="*/ 4966145 w 9705463"/>
              <a:gd name="csY40" fmla="*/ 2211388 h 9591735"/>
              <a:gd name="csX41" fmla="*/ 2140623 w 9705463"/>
              <a:gd name="csY41" fmla="*/ 8125270 h 9591735"/>
              <a:gd name="csX42" fmla="*/ 614134 w 9705463"/>
              <a:gd name="csY42" fmla="*/ 8125270 h 9591735"/>
              <a:gd name="csX43" fmla="*/ 315913 w 9705463"/>
              <a:gd name="csY43" fmla="*/ 7827048 h 9591735"/>
              <a:gd name="csX44" fmla="*/ 315913 w 9705463"/>
              <a:gd name="csY44" fmla="*/ 5352822 h 9591735"/>
              <a:gd name="csX45" fmla="*/ 614134 w 9705463"/>
              <a:gd name="csY45" fmla="*/ 5054600 h 9591735"/>
              <a:gd name="csX46" fmla="*/ 2140623 w 9705463"/>
              <a:gd name="csY46" fmla="*/ 5054600 h 9591735"/>
              <a:gd name="csX47" fmla="*/ 2438845 w 9705463"/>
              <a:gd name="csY47" fmla="*/ 5352822 h 9591735"/>
              <a:gd name="csX48" fmla="*/ 2438845 w 9705463"/>
              <a:gd name="csY48" fmla="*/ 7827048 h 9591735"/>
              <a:gd name="csX49" fmla="*/ 2140623 w 9705463"/>
              <a:gd name="csY49" fmla="*/ 8125270 h 9591735"/>
              <a:gd name="csX50" fmla="*/ 543370 w 9705463"/>
              <a:gd name="csY50" fmla="*/ 7177532 h 9591735"/>
              <a:gd name="csX51" fmla="*/ 543370 w 9705463"/>
              <a:gd name="csY51" fmla="*/ 7827048 h 9591735"/>
              <a:gd name="csX52" fmla="*/ 614134 w 9705463"/>
              <a:gd name="csY52" fmla="*/ 7897813 h 9591735"/>
              <a:gd name="csX53" fmla="*/ 2140623 w 9705463"/>
              <a:gd name="csY53" fmla="*/ 7897813 h 9591735"/>
              <a:gd name="csX54" fmla="*/ 2211388 w 9705463"/>
              <a:gd name="csY54" fmla="*/ 7827048 h 9591735"/>
              <a:gd name="csX55" fmla="*/ 2211388 w 9705463"/>
              <a:gd name="csY55" fmla="*/ 7177532 h 9591735"/>
              <a:gd name="csX56" fmla="*/ 543370 w 9705463"/>
              <a:gd name="csY56" fmla="*/ 7177532 h 9591735"/>
              <a:gd name="csX57" fmla="*/ 543370 w 9705463"/>
              <a:gd name="csY57" fmla="*/ 6950075 h 9591735"/>
              <a:gd name="csX58" fmla="*/ 2211388 w 9705463"/>
              <a:gd name="csY58" fmla="*/ 6950075 h 9591735"/>
              <a:gd name="csX59" fmla="*/ 2211388 w 9705463"/>
              <a:gd name="csY59" fmla="*/ 5352822 h 9591735"/>
              <a:gd name="csX60" fmla="*/ 2140623 w 9705463"/>
              <a:gd name="csY60" fmla="*/ 5282057 h 9591735"/>
              <a:gd name="csX61" fmla="*/ 614134 w 9705463"/>
              <a:gd name="csY61" fmla="*/ 5282057 h 9591735"/>
              <a:gd name="csX62" fmla="*/ 543370 w 9705463"/>
              <a:gd name="csY62" fmla="*/ 5352822 h 9591735"/>
              <a:gd name="csX63" fmla="*/ 543370 w 9705463"/>
              <a:gd name="csY63" fmla="*/ 6950075 h 9591735"/>
              <a:gd name="csX64" fmla="*/ 1851247 w 9705463"/>
              <a:gd name="csY64" fmla="*/ 6545707 h 9591735"/>
              <a:gd name="csX65" fmla="*/ 903510 w 9705463"/>
              <a:gd name="csY65" fmla="*/ 6545707 h 9591735"/>
              <a:gd name="csX66" fmla="*/ 903510 w 9705463"/>
              <a:gd name="csY66" fmla="*/ 6318250 h 9591735"/>
              <a:gd name="csX67" fmla="*/ 1851247 w 9705463"/>
              <a:gd name="csY67" fmla="*/ 6318250 h 9591735"/>
              <a:gd name="csX68" fmla="*/ 1851247 w 9705463"/>
              <a:gd name="csY68" fmla="*/ 6545707 h 9591735"/>
              <a:gd name="csX69" fmla="*/ 8169498 w 9705463"/>
              <a:gd name="csY69" fmla="*/ 6229795 h 9591735"/>
              <a:gd name="csX70" fmla="*/ 7265988 w 9705463"/>
              <a:gd name="csY70" fmla="*/ 5326285 h 9591735"/>
              <a:gd name="csX71" fmla="*/ 8169498 w 9705463"/>
              <a:gd name="csY71" fmla="*/ 4422775 h 9591735"/>
              <a:gd name="csX72" fmla="*/ 9073007 w 9705463"/>
              <a:gd name="csY72" fmla="*/ 5326285 h 9591735"/>
              <a:gd name="csX73" fmla="*/ 8169498 w 9705463"/>
              <a:gd name="csY73" fmla="*/ 6229795 h 9591735"/>
              <a:gd name="csX74" fmla="*/ 8169498 w 9705463"/>
              <a:gd name="csY74" fmla="*/ 4650232 h 9591735"/>
              <a:gd name="csX75" fmla="*/ 7493445 w 9705463"/>
              <a:gd name="csY75" fmla="*/ 5326285 h 9591735"/>
              <a:gd name="csX76" fmla="*/ 8169498 w 9705463"/>
              <a:gd name="csY76" fmla="*/ 6002338 h 9591735"/>
              <a:gd name="csX77" fmla="*/ 8845550 w 9705463"/>
              <a:gd name="csY77" fmla="*/ 5326285 h 9591735"/>
              <a:gd name="csX78" fmla="*/ 8169498 w 9705463"/>
              <a:gd name="csY78" fmla="*/ 4650232 h 9591735"/>
              <a:gd name="csX79" fmla="*/ 1851247 w 9705463"/>
              <a:gd name="csY79" fmla="*/ 5913882 h 9591735"/>
              <a:gd name="csX80" fmla="*/ 903510 w 9705463"/>
              <a:gd name="csY80" fmla="*/ 5913882 h 9591735"/>
              <a:gd name="csX81" fmla="*/ 903510 w 9705463"/>
              <a:gd name="csY81" fmla="*/ 5686425 h 9591735"/>
              <a:gd name="csX82" fmla="*/ 1851247 w 9705463"/>
              <a:gd name="csY82" fmla="*/ 5686425 h 9591735"/>
              <a:gd name="csX83" fmla="*/ 1851247 w 9705463"/>
              <a:gd name="csY83" fmla="*/ 5913882 h 9591735"/>
              <a:gd name="csX84" fmla="*/ 6747891 w 9705463"/>
              <a:gd name="csY84" fmla="*/ 4334320 h 9591735"/>
              <a:gd name="csX85" fmla="*/ 5484241 w 9705463"/>
              <a:gd name="csY85" fmla="*/ 4334320 h 9591735"/>
              <a:gd name="csX86" fmla="*/ 5484241 w 9705463"/>
              <a:gd name="csY86" fmla="*/ 4106863 h 9591735"/>
              <a:gd name="csX87" fmla="*/ 6747891 w 9705463"/>
              <a:gd name="csY87" fmla="*/ 4106863 h 9591735"/>
              <a:gd name="csX88" fmla="*/ 6747891 w 9705463"/>
              <a:gd name="csY88" fmla="*/ 4334320 h 9591735"/>
              <a:gd name="csX89" fmla="*/ 3904679 w 9705463"/>
              <a:gd name="csY89" fmla="*/ 4334320 h 9591735"/>
              <a:gd name="csX90" fmla="*/ 113729 w 9705463"/>
              <a:gd name="csY90" fmla="*/ 4334320 h 9591735"/>
              <a:gd name="csX91" fmla="*/ 0 w 9705463"/>
              <a:gd name="csY91" fmla="*/ 4220591 h 9591735"/>
              <a:gd name="csX92" fmla="*/ 0 w 9705463"/>
              <a:gd name="csY92" fmla="*/ 113728 h 9591735"/>
              <a:gd name="csX93" fmla="*/ 113729 w 9705463"/>
              <a:gd name="csY93" fmla="*/ 0 h 9591735"/>
              <a:gd name="csX94" fmla="*/ 3904679 w 9705463"/>
              <a:gd name="csY94" fmla="*/ 0 h 9591735"/>
              <a:gd name="csX95" fmla="*/ 4018407 w 9705463"/>
              <a:gd name="csY95" fmla="*/ 113728 h 9591735"/>
              <a:gd name="csX96" fmla="*/ 4018407 w 9705463"/>
              <a:gd name="csY96" fmla="*/ 4220591 h 9591735"/>
              <a:gd name="csX97" fmla="*/ 3904679 w 9705463"/>
              <a:gd name="csY97" fmla="*/ 4334320 h 9591735"/>
              <a:gd name="csX98" fmla="*/ 227457 w 9705463"/>
              <a:gd name="csY98" fmla="*/ 4106863 h 9591735"/>
              <a:gd name="csX99" fmla="*/ 3790950 w 9705463"/>
              <a:gd name="csY99" fmla="*/ 4106863 h 9591735"/>
              <a:gd name="csX100" fmla="*/ 3790950 w 9705463"/>
              <a:gd name="csY100" fmla="*/ 1175195 h 9591735"/>
              <a:gd name="csX101" fmla="*/ 227457 w 9705463"/>
              <a:gd name="csY101" fmla="*/ 1175195 h 9591735"/>
              <a:gd name="csX102" fmla="*/ 227457 w 9705463"/>
              <a:gd name="csY102" fmla="*/ 4106863 h 9591735"/>
              <a:gd name="csX103" fmla="*/ 227457 w 9705463"/>
              <a:gd name="csY103" fmla="*/ 947738 h 9591735"/>
              <a:gd name="csX104" fmla="*/ 3790950 w 9705463"/>
              <a:gd name="csY104" fmla="*/ 947738 h 9591735"/>
              <a:gd name="csX105" fmla="*/ 3790950 w 9705463"/>
              <a:gd name="csY105" fmla="*/ 227457 h 9591735"/>
              <a:gd name="csX106" fmla="*/ 227457 w 9705463"/>
              <a:gd name="csY106" fmla="*/ 227457 h 9591735"/>
              <a:gd name="csX107" fmla="*/ 227457 w 9705463"/>
              <a:gd name="csY107" fmla="*/ 947738 h 9591735"/>
              <a:gd name="csX108" fmla="*/ 8959279 w 9705463"/>
              <a:gd name="csY108" fmla="*/ 3702495 h 9591735"/>
              <a:gd name="csX109" fmla="*/ 7695629 w 9705463"/>
              <a:gd name="csY109" fmla="*/ 3702495 h 9591735"/>
              <a:gd name="csX110" fmla="*/ 7695629 w 9705463"/>
              <a:gd name="csY110" fmla="*/ 3475038 h 9591735"/>
              <a:gd name="csX111" fmla="*/ 8959279 w 9705463"/>
              <a:gd name="csY111" fmla="*/ 3475038 h 9591735"/>
              <a:gd name="csX112" fmla="*/ 8959279 w 9705463"/>
              <a:gd name="csY112" fmla="*/ 3702495 h 9591735"/>
              <a:gd name="csX113" fmla="*/ 6747891 w 9705463"/>
              <a:gd name="csY113" fmla="*/ 3702495 h 9591735"/>
              <a:gd name="csX114" fmla="*/ 5484241 w 9705463"/>
              <a:gd name="csY114" fmla="*/ 3702495 h 9591735"/>
              <a:gd name="csX115" fmla="*/ 5484241 w 9705463"/>
              <a:gd name="csY115" fmla="*/ 3475038 h 9591735"/>
              <a:gd name="csX116" fmla="*/ 6747891 w 9705463"/>
              <a:gd name="csY116" fmla="*/ 3475038 h 9591735"/>
              <a:gd name="csX117" fmla="*/ 6747891 w 9705463"/>
              <a:gd name="csY117" fmla="*/ 3702495 h 9591735"/>
              <a:gd name="csX118" fmla="*/ 8959279 w 9705463"/>
              <a:gd name="csY118" fmla="*/ 3070670 h 9591735"/>
              <a:gd name="csX119" fmla="*/ 7695629 w 9705463"/>
              <a:gd name="csY119" fmla="*/ 3070670 h 9591735"/>
              <a:gd name="csX120" fmla="*/ 7695629 w 9705463"/>
              <a:gd name="csY120" fmla="*/ 2843213 h 9591735"/>
              <a:gd name="csX121" fmla="*/ 8959279 w 9705463"/>
              <a:gd name="csY121" fmla="*/ 2843213 h 9591735"/>
              <a:gd name="csX122" fmla="*/ 8959279 w 9705463"/>
              <a:gd name="csY122" fmla="*/ 3070670 h 9591735"/>
              <a:gd name="csX123" fmla="*/ 6747891 w 9705463"/>
              <a:gd name="csY123" fmla="*/ 3070670 h 9591735"/>
              <a:gd name="csX124" fmla="*/ 5484241 w 9705463"/>
              <a:gd name="csY124" fmla="*/ 3070670 h 9591735"/>
              <a:gd name="csX125" fmla="*/ 5484241 w 9705463"/>
              <a:gd name="csY125" fmla="*/ 2843213 h 9591735"/>
              <a:gd name="csX126" fmla="*/ 6747891 w 9705463"/>
              <a:gd name="csY126" fmla="*/ 2843213 h 9591735"/>
              <a:gd name="csX127" fmla="*/ 6747891 w 9705463"/>
              <a:gd name="csY127" fmla="*/ 3070670 h 9591735"/>
              <a:gd name="csX128" fmla="*/ 2325116 w 9705463"/>
              <a:gd name="csY128" fmla="*/ 3070670 h 9591735"/>
              <a:gd name="csX129" fmla="*/ 1377379 w 9705463"/>
              <a:gd name="csY129" fmla="*/ 3070670 h 9591735"/>
              <a:gd name="csX130" fmla="*/ 1377379 w 9705463"/>
              <a:gd name="csY130" fmla="*/ 2843213 h 9591735"/>
              <a:gd name="csX131" fmla="*/ 2325116 w 9705463"/>
              <a:gd name="csY131" fmla="*/ 2843213 h 9591735"/>
              <a:gd name="csX132" fmla="*/ 2325116 w 9705463"/>
              <a:gd name="csY132" fmla="*/ 3070670 h 9591735"/>
            </a:gdLst>
            <a:ahLst/>
            <a:cxnLst/>
            <a:rect l="l" t="t" r="r" b="b"/>
            <a:pathLst>
              <a:path w="9705463" h="9591735">
                <a:moveTo>
                  <a:pt x="6950075" y="9591419"/>
                </a:moveTo>
                <a:lnTo>
                  <a:pt x="6950075" y="9426197"/>
                </a:lnTo>
                <a:cubicBezTo>
                  <a:pt x="6949759" y="8453819"/>
                  <a:pt x="6289186" y="7616019"/>
                  <a:pt x="5343660" y="7388562"/>
                </a:cubicBezTo>
                <a:cubicBezTo>
                  <a:pt x="5296274" y="7377189"/>
                  <a:pt x="5261523" y="7337068"/>
                  <a:pt x="5257100" y="7288417"/>
                </a:cubicBezTo>
                <a:cubicBezTo>
                  <a:pt x="5252677" y="7240083"/>
                  <a:pt x="5279214" y="7193960"/>
                  <a:pt x="5323758" y="7174057"/>
                </a:cubicBezTo>
                <a:cubicBezTo>
                  <a:pt x="5739499" y="6987353"/>
                  <a:pt x="6008024" y="6574139"/>
                  <a:pt x="6008024" y="6121121"/>
                </a:cubicBezTo>
                <a:cubicBezTo>
                  <a:pt x="6008024" y="5484241"/>
                  <a:pt x="5489612" y="4965829"/>
                  <a:pt x="4852732" y="4965829"/>
                </a:cubicBezTo>
                <a:cubicBezTo>
                  <a:pt x="4215852" y="4965829"/>
                  <a:pt x="3696492" y="5483925"/>
                  <a:pt x="3696492" y="6121121"/>
                </a:cubicBezTo>
                <a:cubicBezTo>
                  <a:pt x="3696492" y="6574139"/>
                  <a:pt x="3965018" y="6987669"/>
                  <a:pt x="4380759" y="7174057"/>
                </a:cubicBezTo>
                <a:cubicBezTo>
                  <a:pt x="4425302" y="7193960"/>
                  <a:pt x="4451839" y="7239767"/>
                  <a:pt x="4447417" y="7288417"/>
                </a:cubicBezTo>
                <a:cubicBezTo>
                  <a:pt x="4442994" y="7337068"/>
                  <a:pt x="4407927" y="7377189"/>
                  <a:pt x="4360856" y="7388562"/>
                </a:cubicBezTo>
                <a:cubicBezTo>
                  <a:pt x="3415330" y="7616019"/>
                  <a:pt x="2754757" y="8453819"/>
                  <a:pt x="2754757" y="9425881"/>
                </a:cubicBezTo>
                <a:lnTo>
                  <a:pt x="2754757" y="9590787"/>
                </a:lnTo>
                <a:cubicBezTo>
                  <a:pt x="2754757" y="9590787"/>
                  <a:pt x="2527932" y="9591419"/>
                  <a:pt x="2527932" y="9591419"/>
                </a:cubicBezTo>
                <a:lnTo>
                  <a:pt x="2527932" y="9426197"/>
                </a:lnTo>
                <a:cubicBezTo>
                  <a:pt x="2527616" y="8438970"/>
                  <a:pt x="3141434" y="7577162"/>
                  <a:pt x="4049682" y="7245138"/>
                </a:cubicBezTo>
                <a:cubicBezTo>
                  <a:pt x="3690490" y="6988617"/>
                  <a:pt x="3469351" y="6571296"/>
                  <a:pt x="3469351" y="6121121"/>
                </a:cubicBezTo>
                <a:cubicBezTo>
                  <a:pt x="3469351" y="5397049"/>
                  <a:pt x="4029148" y="4800922"/>
                  <a:pt x="4739320" y="4743111"/>
                </a:cubicBezTo>
                <a:lnTo>
                  <a:pt x="4739320" y="1377379"/>
                </a:lnTo>
                <a:cubicBezTo>
                  <a:pt x="4739320" y="1314512"/>
                  <a:pt x="4790182" y="1263650"/>
                  <a:pt x="4853048" y="1263650"/>
                </a:cubicBezTo>
                <a:lnTo>
                  <a:pt x="9591736" y="1263650"/>
                </a:lnTo>
                <a:cubicBezTo>
                  <a:pt x="9654602" y="1263650"/>
                  <a:pt x="9705464" y="1314512"/>
                  <a:pt x="9705464" y="1377379"/>
                </a:cubicBezTo>
                <a:lnTo>
                  <a:pt x="9705464" y="6747891"/>
                </a:lnTo>
                <a:cubicBezTo>
                  <a:pt x="9705464" y="6810758"/>
                  <a:pt x="9654602" y="6861620"/>
                  <a:pt x="9591736" y="6861620"/>
                </a:cubicBezTo>
                <a:lnTo>
                  <a:pt x="6019081" y="6861620"/>
                </a:lnTo>
                <a:cubicBezTo>
                  <a:pt x="5924307" y="7010415"/>
                  <a:pt x="5801102" y="7141202"/>
                  <a:pt x="5655150" y="7245453"/>
                </a:cubicBezTo>
                <a:cubicBezTo>
                  <a:pt x="6563714" y="7577162"/>
                  <a:pt x="7177532" y="8439287"/>
                  <a:pt x="7177532" y="9426197"/>
                </a:cubicBezTo>
                <a:lnTo>
                  <a:pt x="7177532" y="9591104"/>
                </a:lnTo>
                <a:cubicBezTo>
                  <a:pt x="7177532" y="9591104"/>
                  <a:pt x="6950707" y="9591735"/>
                  <a:pt x="6950707" y="9591735"/>
                </a:cubicBezTo>
                <a:close/>
                <a:moveTo>
                  <a:pt x="6135653" y="6634163"/>
                </a:moveTo>
                <a:lnTo>
                  <a:pt x="9477375" y="6634163"/>
                </a:lnTo>
                <a:lnTo>
                  <a:pt x="9477375" y="2438845"/>
                </a:lnTo>
                <a:lnTo>
                  <a:pt x="4966145" y="2438845"/>
                </a:lnTo>
                <a:lnTo>
                  <a:pt x="4966145" y="4743426"/>
                </a:lnTo>
                <a:cubicBezTo>
                  <a:pt x="5675685" y="4801554"/>
                  <a:pt x="6235166" y="5397365"/>
                  <a:pt x="6235166" y="6121436"/>
                </a:cubicBezTo>
                <a:cubicBezTo>
                  <a:pt x="6235166" y="6300243"/>
                  <a:pt x="6200415" y="6473679"/>
                  <a:pt x="6135653" y="6634163"/>
                </a:cubicBezTo>
                <a:close/>
                <a:moveTo>
                  <a:pt x="4966145" y="2211388"/>
                </a:moveTo>
                <a:lnTo>
                  <a:pt x="9477375" y="2211388"/>
                </a:lnTo>
                <a:lnTo>
                  <a:pt x="9477375" y="1491107"/>
                </a:lnTo>
                <a:lnTo>
                  <a:pt x="4966145" y="1491107"/>
                </a:lnTo>
                <a:lnTo>
                  <a:pt x="4966145" y="2211388"/>
                </a:lnTo>
                <a:close/>
                <a:moveTo>
                  <a:pt x="2140623" y="8125270"/>
                </a:moveTo>
                <a:lnTo>
                  <a:pt x="614134" y="8125270"/>
                </a:lnTo>
                <a:cubicBezTo>
                  <a:pt x="449543" y="8125270"/>
                  <a:pt x="315913" y="7991323"/>
                  <a:pt x="315913" y="7827048"/>
                </a:cubicBezTo>
                <a:lnTo>
                  <a:pt x="315913" y="5352822"/>
                </a:lnTo>
                <a:cubicBezTo>
                  <a:pt x="315913" y="5188231"/>
                  <a:pt x="449543" y="5054600"/>
                  <a:pt x="614134" y="5054600"/>
                </a:cubicBezTo>
                <a:lnTo>
                  <a:pt x="2140623" y="5054600"/>
                </a:lnTo>
                <a:cubicBezTo>
                  <a:pt x="2305214" y="5054600"/>
                  <a:pt x="2438845" y="5188547"/>
                  <a:pt x="2438845" y="5352822"/>
                </a:cubicBezTo>
                <a:lnTo>
                  <a:pt x="2438845" y="7827048"/>
                </a:lnTo>
                <a:cubicBezTo>
                  <a:pt x="2438845" y="7991638"/>
                  <a:pt x="2305214" y="8125270"/>
                  <a:pt x="2140623" y="8125270"/>
                </a:cubicBezTo>
                <a:close/>
                <a:moveTo>
                  <a:pt x="543370" y="7177532"/>
                </a:moveTo>
                <a:lnTo>
                  <a:pt x="543370" y="7827048"/>
                </a:lnTo>
                <a:cubicBezTo>
                  <a:pt x="543370" y="7866221"/>
                  <a:pt x="575277" y="7897813"/>
                  <a:pt x="614134" y="7897813"/>
                </a:cubicBezTo>
                <a:lnTo>
                  <a:pt x="2140623" y="7897813"/>
                </a:lnTo>
                <a:cubicBezTo>
                  <a:pt x="2179796" y="7897813"/>
                  <a:pt x="2211388" y="7865906"/>
                  <a:pt x="2211388" y="7827048"/>
                </a:cubicBezTo>
                <a:lnTo>
                  <a:pt x="2211388" y="7177532"/>
                </a:lnTo>
                <a:lnTo>
                  <a:pt x="543370" y="7177532"/>
                </a:lnTo>
                <a:close/>
                <a:moveTo>
                  <a:pt x="543370" y="6950075"/>
                </a:moveTo>
                <a:lnTo>
                  <a:pt x="2211388" y="6950075"/>
                </a:lnTo>
                <a:lnTo>
                  <a:pt x="2211388" y="5352822"/>
                </a:lnTo>
                <a:cubicBezTo>
                  <a:pt x="2211388" y="5313648"/>
                  <a:pt x="2179480" y="5282057"/>
                  <a:pt x="2140623" y="5282057"/>
                </a:cubicBezTo>
                <a:lnTo>
                  <a:pt x="614134" y="5282057"/>
                </a:lnTo>
                <a:cubicBezTo>
                  <a:pt x="574961" y="5282057"/>
                  <a:pt x="543370" y="5313964"/>
                  <a:pt x="543370" y="5352822"/>
                </a:cubicBezTo>
                <a:lnTo>
                  <a:pt x="543370" y="6950075"/>
                </a:lnTo>
                <a:close/>
                <a:moveTo>
                  <a:pt x="1851247" y="6545707"/>
                </a:moveTo>
                <a:lnTo>
                  <a:pt x="903510" y="6545707"/>
                </a:lnTo>
                <a:lnTo>
                  <a:pt x="903510" y="6318250"/>
                </a:lnTo>
                <a:lnTo>
                  <a:pt x="1851247" y="6318250"/>
                </a:lnTo>
                <a:lnTo>
                  <a:pt x="1851247" y="6545707"/>
                </a:lnTo>
                <a:close/>
                <a:moveTo>
                  <a:pt x="8169498" y="6229795"/>
                </a:moveTo>
                <a:cubicBezTo>
                  <a:pt x="7671304" y="6229795"/>
                  <a:pt x="7265988" y="5824479"/>
                  <a:pt x="7265988" y="5326285"/>
                </a:cubicBezTo>
                <a:cubicBezTo>
                  <a:pt x="7265988" y="4828091"/>
                  <a:pt x="7671304" y="4422775"/>
                  <a:pt x="8169498" y="4422775"/>
                </a:cubicBezTo>
                <a:cubicBezTo>
                  <a:pt x="8667691" y="4422775"/>
                  <a:pt x="9073007" y="4828091"/>
                  <a:pt x="9073007" y="5326285"/>
                </a:cubicBezTo>
                <a:cubicBezTo>
                  <a:pt x="9073007" y="5824479"/>
                  <a:pt x="8667691" y="6229795"/>
                  <a:pt x="8169498" y="6229795"/>
                </a:cubicBezTo>
                <a:close/>
                <a:moveTo>
                  <a:pt x="8169498" y="4650232"/>
                </a:moveTo>
                <a:cubicBezTo>
                  <a:pt x="7796721" y="4650232"/>
                  <a:pt x="7493445" y="4953508"/>
                  <a:pt x="7493445" y="5326285"/>
                </a:cubicBezTo>
                <a:cubicBezTo>
                  <a:pt x="7493445" y="5699061"/>
                  <a:pt x="7796721" y="6002338"/>
                  <a:pt x="8169498" y="6002338"/>
                </a:cubicBezTo>
                <a:cubicBezTo>
                  <a:pt x="8542274" y="6002338"/>
                  <a:pt x="8845550" y="5699061"/>
                  <a:pt x="8845550" y="5326285"/>
                </a:cubicBezTo>
                <a:cubicBezTo>
                  <a:pt x="8845550" y="4953508"/>
                  <a:pt x="8542274" y="4650232"/>
                  <a:pt x="8169498" y="4650232"/>
                </a:cubicBezTo>
                <a:close/>
                <a:moveTo>
                  <a:pt x="1851247" y="5913882"/>
                </a:moveTo>
                <a:lnTo>
                  <a:pt x="903510" y="5913882"/>
                </a:lnTo>
                <a:lnTo>
                  <a:pt x="903510" y="5686425"/>
                </a:lnTo>
                <a:lnTo>
                  <a:pt x="1851247" y="5686425"/>
                </a:lnTo>
                <a:lnTo>
                  <a:pt x="1851247" y="5913882"/>
                </a:lnTo>
                <a:close/>
                <a:moveTo>
                  <a:pt x="6747891" y="4334320"/>
                </a:moveTo>
                <a:lnTo>
                  <a:pt x="5484241" y="4334320"/>
                </a:lnTo>
                <a:lnTo>
                  <a:pt x="5484241" y="4106863"/>
                </a:lnTo>
                <a:lnTo>
                  <a:pt x="6747891" y="4106863"/>
                </a:lnTo>
                <a:lnTo>
                  <a:pt x="6747891" y="4334320"/>
                </a:lnTo>
                <a:close/>
                <a:moveTo>
                  <a:pt x="3904679" y="4334320"/>
                </a:moveTo>
                <a:lnTo>
                  <a:pt x="113729" y="4334320"/>
                </a:lnTo>
                <a:cubicBezTo>
                  <a:pt x="50862" y="4334320"/>
                  <a:pt x="0" y="4283458"/>
                  <a:pt x="0" y="4220591"/>
                </a:cubicBezTo>
                <a:lnTo>
                  <a:pt x="0" y="113728"/>
                </a:lnTo>
                <a:cubicBezTo>
                  <a:pt x="0" y="50862"/>
                  <a:pt x="50862" y="0"/>
                  <a:pt x="113729" y="0"/>
                </a:cubicBezTo>
                <a:lnTo>
                  <a:pt x="3904679" y="0"/>
                </a:lnTo>
                <a:cubicBezTo>
                  <a:pt x="3967545" y="0"/>
                  <a:pt x="4018407" y="50862"/>
                  <a:pt x="4018407" y="113728"/>
                </a:cubicBezTo>
                <a:lnTo>
                  <a:pt x="4018407" y="4220591"/>
                </a:lnTo>
                <a:cubicBezTo>
                  <a:pt x="4018407" y="4283458"/>
                  <a:pt x="3967545" y="4334320"/>
                  <a:pt x="3904679" y="4334320"/>
                </a:cubicBezTo>
                <a:close/>
                <a:moveTo>
                  <a:pt x="227457" y="4106863"/>
                </a:moveTo>
                <a:lnTo>
                  <a:pt x="3790950" y="4106863"/>
                </a:lnTo>
                <a:lnTo>
                  <a:pt x="3790950" y="1175195"/>
                </a:lnTo>
                <a:lnTo>
                  <a:pt x="227457" y="1175195"/>
                </a:lnTo>
                <a:lnTo>
                  <a:pt x="227457" y="4106863"/>
                </a:lnTo>
                <a:close/>
                <a:moveTo>
                  <a:pt x="227457" y="947738"/>
                </a:moveTo>
                <a:lnTo>
                  <a:pt x="3790950" y="947738"/>
                </a:lnTo>
                <a:lnTo>
                  <a:pt x="3790950" y="227457"/>
                </a:lnTo>
                <a:lnTo>
                  <a:pt x="227457" y="227457"/>
                </a:lnTo>
                <a:lnTo>
                  <a:pt x="227457" y="947738"/>
                </a:lnTo>
                <a:close/>
                <a:moveTo>
                  <a:pt x="8959279" y="3702495"/>
                </a:moveTo>
                <a:lnTo>
                  <a:pt x="7695629" y="3702495"/>
                </a:lnTo>
                <a:lnTo>
                  <a:pt x="7695629" y="3475038"/>
                </a:lnTo>
                <a:lnTo>
                  <a:pt x="8959279" y="3475038"/>
                </a:lnTo>
                <a:lnTo>
                  <a:pt x="8959279" y="3702495"/>
                </a:lnTo>
                <a:close/>
                <a:moveTo>
                  <a:pt x="6747891" y="3702495"/>
                </a:moveTo>
                <a:lnTo>
                  <a:pt x="5484241" y="3702495"/>
                </a:lnTo>
                <a:lnTo>
                  <a:pt x="5484241" y="3475038"/>
                </a:lnTo>
                <a:lnTo>
                  <a:pt x="6747891" y="3475038"/>
                </a:lnTo>
                <a:lnTo>
                  <a:pt x="6747891" y="3702495"/>
                </a:lnTo>
                <a:close/>
                <a:moveTo>
                  <a:pt x="8959279" y="3070670"/>
                </a:moveTo>
                <a:lnTo>
                  <a:pt x="7695629" y="3070670"/>
                </a:lnTo>
                <a:lnTo>
                  <a:pt x="7695629" y="2843213"/>
                </a:lnTo>
                <a:lnTo>
                  <a:pt x="8959279" y="2843213"/>
                </a:lnTo>
                <a:lnTo>
                  <a:pt x="8959279" y="3070670"/>
                </a:lnTo>
                <a:close/>
                <a:moveTo>
                  <a:pt x="6747891" y="3070670"/>
                </a:moveTo>
                <a:lnTo>
                  <a:pt x="5484241" y="3070670"/>
                </a:lnTo>
                <a:lnTo>
                  <a:pt x="5484241" y="2843213"/>
                </a:lnTo>
                <a:lnTo>
                  <a:pt x="6747891" y="2843213"/>
                </a:lnTo>
                <a:lnTo>
                  <a:pt x="6747891" y="3070670"/>
                </a:lnTo>
                <a:close/>
                <a:moveTo>
                  <a:pt x="2325116" y="3070670"/>
                </a:moveTo>
                <a:lnTo>
                  <a:pt x="1377379" y="3070670"/>
                </a:lnTo>
                <a:lnTo>
                  <a:pt x="1377379" y="2843213"/>
                </a:lnTo>
                <a:lnTo>
                  <a:pt x="2325116" y="2843213"/>
                </a:lnTo>
                <a:lnTo>
                  <a:pt x="2325116" y="3070670"/>
                </a:lnTo>
                <a:close/>
              </a:path>
            </a:pathLst>
          </a:custGeom>
          <a:solidFill>
            <a:srgbClr val="BE95FF"/>
          </a:solidFill>
          <a:ln w="315813">
            <a:noFill/>
            <a:prstDash val="solid"/>
          </a:ln>
        </p:spPr>
        <p:txBody>
          <a:bodyPr/>
          <a:lstStyle/>
          <a:p>
            <a:endParaRPr/>
          </a:p>
        </p:txBody>
      </p:sp>
      <p:sp>
        <p:nvSpPr>
          <p:cNvPr id="17" name="Rectangle 16">
            <a:extLst>
              <a:ext uri="{FF2B5EF4-FFF2-40B4-BE49-F238E27FC236}">
                <a16:creationId xmlns:a16="http://schemas.microsoft.com/office/drawing/2014/main" id="{B387184D-8C74-3DB6-27F5-0ABF838B4901}"/>
              </a:ext>
            </a:extLst>
          </p:cNvPr>
          <p:cNvSpPr>
            <a:spLocks noGrp="1"/>
          </p:cNvSpPr>
          <p:nvPr/>
        </p:nvSpPr>
        <p:spPr>
          <a:xfrm>
            <a:off x="18742682" y="-2992052"/>
            <a:ext cx="2423868" cy="2423868"/>
          </a:xfrm>
          <a:prstGeom prst="rect">
            <a:avLst/>
          </a:prstGeom>
          <a:noFill/>
          <a:ln w="315813">
            <a:noFill/>
            <a:prstDash val="solid"/>
          </a:ln>
        </p:spPr>
        <p:txBody>
          <a:bodyPr/>
          <a:lstStyle/>
          <a:p>
            <a:endParaRPr/>
          </a:p>
        </p:txBody>
      </p:sp>
      <p:pic>
        <p:nvPicPr>
          <p:cNvPr id="115" name="Picture 19"/>
          <p:cNvPicPr>
            <a:picLocks noChangeAspect="1"/>
          </p:cNvPicPr>
          <p:nvPr/>
        </p:nvPicPr>
        <p:blipFill>
          <a:blip r:embed="rId3"/>
          <a:srcRect l="16667" r="16667"/>
          <a:stretch/>
        </p:blipFill>
        <p:spPr>
          <a:xfrm>
            <a:off x="17534586" y="6982015"/>
            <a:ext cx="6852588" cy="6852588"/>
          </a:xfrm>
          <a:prstGeom prst="rect">
            <a:avLst/>
          </a:prstGeom>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2_Title slide 2">
    <p:bg>
      <p:bgPr>
        <a:solidFill>
          <a:schemeClr val="tx1"/>
        </a:solidFill>
        <a:effectLst/>
      </p:bgPr>
    </p:bg>
    <p:spTree>
      <p:nvGrpSpPr>
        <p:cNvPr id="1" name=""/>
        <p:cNvGrpSpPr/>
        <p:nvPr/>
      </p:nvGrpSpPr>
      <p:grpSpPr>
        <a:xfrm>
          <a:off x="0" y="0"/>
          <a:ext cx="0" cy="0"/>
          <a:chOff x="0" y="0"/>
          <a:chExt cx="0" cy="0"/>
        </a:xfrm>
      </p:grpSpPr>
      <p:sp>
        <p:nvSpPr>
          <p:cNvPr id="8" name="Text Placeholder 5">
            <a:extLst>
              <a:ext uri="{FF2B5EF4-FFF2-40B4-BE49-F238E27FC236}">
                <a16:creationId xmlns:a16="http://schemas.microsoft.com/office/drawing/2014/main" id="{03F79CF1-BB23-64AA-9C92-5A1EAE747F93}"/>
              </a:ext>
            </a:extLst>
          </p:cNvPr>
          <p:cNvSpPr>
            <a:spLocks noGrp="1"/>
          </p:cNvSpPr>
          <p:nvPr>
            <p:ph type="body" idx="13" hasCustomPrompt="1"/>
          </p:nvPr>
        </p:nvSpPr>
        <p:spPr>
          <a:xfrm>
            <a:off x="18288000" y="3629079"/>
            <a:ext cx="5516563" cy="3168107"/>
          </a:xfrm>
        </p:spPr>
        <p:txBody>
          <a:bodyPr/>
          <a:lstStyle>
            <a:lvl1pPr>
              <a:buNone/>
              <a:defRPr>
                <a:solidFill>
                  <a:srgbClr val="F4F4F4"/>
                </a:solidFill>
              </a:defRPr>
            </a:lvl1pPr>
          </a:lstStyle>
          <a:p>
            <a:r>
              <a:t>Session code (ID number)</a:t>
            </a:r>
            <a:br/>
            <a:r>
              <a:t>Session Title</a:t>
            </a:r>
            <a:br/>
            <a:r>
              <a:t>Firstname Lastname</a:t>
            </a:r>
            <a:br/>
            <a:r>
              <a:t>Company, Job Title</a:t>
            </a:r>
          </a:p>
        </p:txBody>
      </p:sp>
      <p:sp>
        <p:nvSpPr>
          <p:cNvPr id="10" name="Title 1">
            <a:extLst>
              <a:ext uri="{FF2B5EF4-FFF2-40B4-BE49-F238E27FC236}">
                <a16:creationId xmlns:a16="http://schemas.microsoft.com/office/drawing/2014/main" id="{C20F0B5B-6B52-3139-61A7-7B7287D7127D}"/>
              </a:ext>
            </a:extLst>
          </p:cNvPr>
          <p:cNvSpPr>
            <a:spLocks noGrp="1"/>
          </p:cNvSpPr>
          <p:nvPr>
            <p:ph type="title"/>
          </p:nvPr>
        </p:nvSpPr>
        <p:spPr>
          <a:xfrm>
            <a:off x="525967" y="3532827"/>
            <a:ext cx="14103644" cy="3264359"/>
          </a:xfrm>
        </p:spPr>
        <p:txBody>
          <a:bodyPr/>
          <a:lstStyle>
            <a:lvl1pPr>
              <a:lnSpc>
                <a:spcPct val="100000"/>
              </a:lnSpc>
              <a:buNone/>
              <a:defRPr sz="8600">
                <a:solidFill>
                  <a:srgbClr val="F4F4F4"/>
                </a:solidFill>
              </a:defRPr>
            </a:lvl1pPr>
          </a:lstStyle>
          <a:p>
            <a:r>
              <a:t>Click to edit Master title style</a:t>
            </a:r>
          </a:p>
        </p:txBody>
      </p:sp>
      <p:sp>
        <p:nvSpPr>
          <p:cNvPr id="84" name="TextBox 83">
            <a:extLst>
              <a:ext uri="{FF2B5EF4-FFF2-40B4-BE49-F238E27FC236}">
                <a16:creationId xmlns:a16="http://schemas.microsoft.com/office/drawing/2014/main" id="{8E5AEF9C-5462-6B4C-8E20-CC8A53B19D1B}"/>
              </a:ext>
            </a:extLst>
          </p:cNvPr>
          <p:cNvSpPr>
            <a:spLocks noGrp="1"/>
          </p:cNvSpPr>
          <p:nvPr/>
        </p:nvSpPr>
        <p:spPr>
          <a:xfrm>
            <a:off x="18288001" y="446440"/>
            <a:ext cx="3048000" cy="861774"/>
          </a:xfrm>
          <a:prstGeom prst="rect">
            <a:avLst/>
          </a:prstGeom>
          <a:noFill/>
          <a:ln w="12700"/>
        </p:spPr>
        <p:txBody>
          <a:bodyPr wrap="square" lIns="0" tIns="0" rIns="0" bIns="0">
            <a:spAutoFit/>
          </a:bodyPr>
          <a:lstStyle/>
          <a:p>
            <a:r>
              <a:rPr sz="2800">
                <a:solidFill>
                  <a:srgbClr val="F4F4F4"/>
                </a:solidFill>
                <a:latin typeface="IBM Plex Mono Light"/>
                <a:ea typeface="IBM Plex Mono Light"/>
                <a:cs typeface="IBM Plex Mono Light"/>
              </a:rPr>
              <a:t>Georgia, AT</a:t>
            </a:r>
          </a:p>
          <a:p>
            <a:r>
              <a:rPr sz="2800">
                <a:solidFill>
                  <a:srgbClr val="F4F4F4"/>
                </a:solidFill>
                <a:latin typeface="IBM Plex Mono Light"/>
                <a:ea typeface="IBM Plex Mono Light"/>
                <a:cs typeface="IBM Plex Mono Light"/>
              </a:rPr>
              <a:t>October 26–29</a:t>
            </a:r>
          </a:p>
        </p:txBody>
      </p:sp>
      <p:sp>
        <p:nvSpPr>
          <p:cNvPr id="90" name="Freeform: Shape 14">
            <a:extLst>
              <a:ext uri="{FF2B5EF4-FFF2-40B4-BE49-F238E27FC236}">
                <a16:creationId xmlns:a16="http://schemas.microsoft.com/office/drawing/2014/main" id="{871E5A42-0ACE-C648-9C10-A8FED77F3709}"/>
              </a:ext>
            </a:extLst>
          </p:cNvPr>
          <p:cNvSpPr>
            <a:spLocks noGrp="1"/>
          </p:cNvSpPr>
          <p:nvPr/>
        </p:nvSpPr>
        <p:spPr>
          <a:xfrm rot="16200000">
            <a:off x="4915299" y="11292559"/>
            <a:ext cx="2449992" cy="2449992"/>
          </a:xfrm>
          <a:custGeom>
            <a:avLst/>
            <a:gdLst>
              <a:gd name="connsiteX0" fmla="*/ 1432576 w 1432576"/>
              <a:gd name="connsiteY0" fmla="*/ 1432576 h 1432576"/>
              <a:gd name="connsiteX1" fmla="*/ 716288 w 1432576"/>
              <a:gd name="connsiteY1" fmla="*/ 1432576 h 1432576"/>
              <a:gd name="connsiteX2" fmla="*/ 716288 w 1432576"/>
              <a:gd name="connsiteY2" fmla="*/ 1432576 h 1432576"/>
              <a:gd name="connsiteX3" fmla="*/ 0 w 1432576"/>
              <a:gd name="connsiteY3" fmla="*/ 1432576 h 1432576"/>
              <a:gd name="connsiteX4" fmla="*/ 716288 w 1432576"/>
              <a:gd name="connsiteY4" fmla="*/ 716288 h 1432576"/>
              <a:gd name="connsiteX5" fmla="*/ 716288 w 1432576"/>
              <a:gd name="connsiteY5" fmla="*/ 1432576 h 1432576"/>
              <a:gd name="connsiteX6" fmla="*/ 1432576 w 1432576"/>
              <a:gd name="connsiteY6" fmla="*/ 716288 h 1432576"/>
              <a:gd name="connsiteX7" fmla="*/ 1432576 w 1432576"/>
              <a:gd name="connsiteY7" fmla="*/ 1432576 h 1432576"/>
              <a:gd name="connsiteX8" fmla="*/ 716288 w 1432576"/>
              <a:gd name="connsiteY8" fmla="*/ 0 h 1432576"/>
              <a:gd name="connsiteX9" fmla="*/ 0 w 1432576"/>
              <a:gd name="connsiteY9" fmla="*/ 0 h 1432576"/>
              <a:gd name="connsiteX10" fmla="*/ 716288 w 1432576"/>
              <a:gd name="connsiteY10" fmla="*/ 716288 h 1432576"/>
              <a:gd name="connsiteX11" fmla="*/ 716288 w 1432576"/>
              <a:gd name="connsiteY11" fmla="*/ 0 h 1432576"/>
              <a:gd name="connsiteX12" fmla="*/ 1432576 w 1432576"/>
              <a:gd name="connsiteY12" fmla="*/ 716288 h 1432576"/>
              <a:gd name="connsiteX13" fmla="*/ 1432576 w 1432576"/>
              <a:gd name="connsiteY13" fmla="*/ 0 h 1432576"/>
              <a:gd name="connsiteX14" fmla="*/ 716288 w 1432576"/>
              <a:gd name="connsiteY14" fmla="*/ 0 h 1432576"/>
              <a:gd name="connsiteX15" fmla="*/ 716288 w 1432576"/>
              <a:gd name="connsiteY15" fmla="*/ 0 h 1432576"/>
            </a:gdLst>
            <a:ahLst/>
            <a:cxnLst/>
            <a:rect l="l" t="t" r="r" b="b"/>
            <a:pathLst>
              <a:path w="1432576" h="1432576">
                <a:moveTo>
                  <a:pt x="1432576" y="1432576"/>
                </a:moveTo>
                <a:lnTo>
                  <a:pt x="716288" y="1432576"/>
                </a:lnTo>
                <a:lnTo>
                  <a:pt x="716288" y="1432576"/>
                </a:lnTo>
                <a:lnTo>
                  <a:pt x="0" y="1432576"/>
                </a:lnTo>
                <a:lnTo>
                  <a:pt x="716288" y="716288"/>
                </a:lnTo>
                <a:lnTo>
                  <a:pt x="716288" y="1432576"/>
                </a:lnTo>
                <a:lnTo>
                  <a:pt x="1432576" y="716288"/>
                </a:lnTo>
                <a:lnTo>
                  <a:pt x="1432576" y="1432576"/>
                </a:lnTo>
                <a:close/>
                <a:moveTo>
                  <a:pt x="716288" y="0"/>
                </a:moveTo>
                <a:lnTo>
                  <a:pt x="0" y="0"/>
                </a:lnTo>
                <a:lnTo>
                  <a:pt x="716288" y="716288"/>
                </a:lnTo>
                <a:lnTo>
                  <a:pt x="716288" y="0"/>
                </a:lnTo>
                <a:lnTo>
                  <a:pt x="1432576" y="716288"/>
                </a:lnTo>
                <a:lnTo>
                  <a:pt x="1432576" y="0"/>
                </a:lnTo>
                <a:lnTo>
                  <a:pt x="716288" y="0"/>
                </a:lnTo>
                <a:lnTo>
                  <a:pt x="716288" y="0"/>
                </a:lnTo>
                <a:close/>
              </a:path>
            </a:pathLst>
          </a:custGeom>
          <a:solidFill>
            <a:srgbClr val="D02670"/>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defTabSz="914400">
              <a:spcBef>
                <a:spcPct val="0"/>
              </a:spcBef>
              <a:spcAft>
                <a:spcPct val="0"/>
              </a:spcAft>
              <a:buNone/>
            </a:pPr>
            <a:endParaRPr sz="1400">
              <a:solidFill>
                <a:schemeClr val="bg1"/>
              </a:solidFill>
            </a:endParaRPr>
          </a:p>
        </p:txBody>
      </p:sp>
      <p:sp>
        <p:nvSpPr>
          <p:cNvPr id="97" name="Freeform: Shape 71">
            <a:extLst>
              <a:ext uri="{FF2B5EF4-FFF2-40B4-BE49-F238E27FC236}">
                <a16:creationId xmlns:a16="http://schemas.microsoft.com/office/drawing/2014/main" id="{06C83EA9-FD17-1B4E-A699-160E6EF52BD7}"/>
              </a:ext>
            </a:extLst>
          </p:cNvPr>
          <p:cNvSpPr>
            <a:spLocks noGrp="1"/>
          </p:cNvSpPr>
          <p:nvPr/>
        </p:nvSpPr>
        <p:spPr>
          <a:xfrm>
            <a:off x="7310688" y="8834400"/>
            <a:ext cx="2440800" cy="2440800"/>
          </a:xfrm>
          <a:custGeom>
            <a:avLst/>
            <a:gdLst>
              <a:gd name="connsiteX0" fmla="*/ 0 w 952500"/>
              <a:gd name="connsiteY0" fmla="*/ 0 h 952500"/>
              <a:gd name="connsiteX1" fmla="*/ 952500 w 952500"/>
              <a:gd name="connsiteY1" fmla="*/ 0 h 952500"/>
              <a:gd name="connsiteX2" fmla="*/ 952500 w 952500"/>
              <a:gd name="connsiteY2" fmla="*/ 952500 h 952500"/>
              <a:gd name="connsiteX3" fmla="*/ 0 w 952500"/>
              <a:gd name="connsiteY3" fmla="*/ 952500 h 952500"/>
            </a:gdLst>
            <a:ahLst/>
            <a:cxnLst/>
            <a:rect l="l" t="t" r="r" b="b"/>
            <a:pathLst>
              <a:path w="952500" h="952500">
                <a:moveTo>
                  <a:pt x="0" y="0"/>
                </a:moveTo>
                <a:lnTo>
                  <a:pt x="952500" y="0"/>
                </a:lnTo>
                <a:lnTo>
                  <a:pt x="952500" y="952500"/>
                </a:lnTo>
                <a:lnTo>
                  <a:pt x="0" y="952500"/>
                </a:lnTo>
                <a:close/>
              </a:path>
            </a:pathLst>
          </a:custGeom>
          <a:noFill/>
          <a:ln w="9525">
            <a:noFill/>
            <a:prstDash val="solid"/>
          </a:ln>
        </p:spPr>
        <p:txBody>
          <a:bodyPr anchor="ctr"/>
          <a:lstStyle/>
          <a:p>
            <a:endParaRPr/>
          </a:p>
        </p:txBody>
      </p:sp>
      <p:pic>
        <p:nvPicPr>
          <p:cNvPr id="106" name="Picture 1"/>
          <p:cNvPicPr>
            <a:picLocks noChangeAspect="1"/>
          </p:cNvPicPr>
          <p:nvPr/>
        </p:nvPicPr>
        <p:blipFill>
          <a:blip r:embed="rId2"/>
          <a:stretch>
            <a:fillRect/>
          </a:stretch>
        </p:blipFill>
        <p:spPr>
          <a:xfrm>
            <a:off x="-70807" y="-97188"/>
            <a:ext cx="5118898" cy="1625047"/>
          </a:xfrm>
          <a:prstGeom prst="rect">
            <a:avLst/>
          </a:prstGeom>
        </p:spPr>
      </p:pic>
      <p:pic>
        <p:nvPicPr>
          <p:cNvPr id="107" name="Graphic 3"/>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041187" y="6705600"/>
            <a:ext cx="304800" cy="304800"/>
          </a:xfrm>
          <a:prstGeom prst="rect">
            <a:avLst/>
          </a:prstGeom>
        </p:spPr>
      </p:pic>
      <p:sp>
        <p:nvSpPr>
          <p:cNvPr id="17" name="Freeform: Shape 12">
            <a:extLst>
              <a:ext uri="{FF2B5EF4-FFF2-40B4-BE49-F238E27FC236}">
                <a16:creationId xmlns:a16="http://schemas.microsoft.com/office/drawing/2014/main" id="{C77EDECA-03B5-7F98-39DF-7E37A0D94C96}"/>
              </a:ext>
            </a:extLst>
          </p:cNvPr>
          <p:cNvSpPr>
            <a:spLocks noGrp="1"/>
          </p:cNvSpPr>
          <p:nvPr/>
        </p:nvSpPr>
        <p:spPr>
          <a:xfrm>
            <a:off x="7367152" y="8851758"/>
            <a:ext cx="2440835" cy="2440800"/>
          </a:xfrm>
          <a:custGeom>
            <a:avLst/>
            <a:gdLst>
              <a:gd name="connsiteX0" fmla="*/ 19639 w 628511"/>
              <a:gd name="connsiteY0" fmla="*/ 176770 h 628502"/>
              <a:gd name="connsiteX1" fmla="*/ 314254 w 628511"/>
              <a:gd name="connsiteY1" fmla="*/ 0 h 628502"/>
              <a:gd name="connsiteX2" fmla="*/ 608869 w 628511"/>
              <a:gd name="connsiteY2" fmla="*/ 176770 h 628502"/>
              <a:gd name="connsiteX3" fmla="*/ 608869 w 628511"/>
              <a:gd name="connsiteY3" fmla="*/ 235693 h 628502"/>
              <a:gd name="connsiteX4" fmla="*/ 314254 w 628511"/>
              <a:gd name="connsiteY4" fmla="*/ 98206 h 628502"/>
              <a:gd name="connsiteX5" fmla="*/ 19639 w 628511"/>
              <a:gd name="connsiteY5" fmla="*/ 235693 h 628502"/>
              <a:gd name="connsiteX6" fmla="*/ 19639 w 628511"/>
              <a:gd name="connsiteY6" fmla="*/ 176770 h 628502"/>
              <a:gd name="connsiteX7" fmla="*/ 628512 w 628511"/>
              <a:gd name="connsiteY7" fmla="*/ 412451 h 628502"/>
              <a:gd name="connsiteX8" fmla="*/ 314255 w 628511"/>
              <a:gd name="connsiteY8" fmla="*/ 628502 h 628502"/>
              <a:gd name="connsiteX9" fmla="*/ 0 w 628511"/>
              <a:gd name="connsiteY9" fmla="*/ 412451 h 628502"/>
              <a:gd name="connsiteX10" fmla="*/ 314255 w 628511"/>
              <a:gd name="connsiteY10" fmla="*/ 196399 h 628502"/>
              <a:gd name="connsiteX11" fmla="*/ 628512 w 628511"/>
              <a:gd name="connsiteY11" fmla="*/ 412451 h 628502"/>
              <a:gd name="connsiteX12" fmla="*/ 491024 w 628511"/>
              <a:gd name="connsiteY12" fmla="*/ 412451 h 628502"/>
              <a:gd name="connsiteX13" fmla="*/ 314255 w 628511"/>
              <a:gd name="connsiteY13" fmla="*/ 235681 h 628502"/>
              <a:gd name="connsiteX14" fmla="*/ 137487 w 628511"/>
              <a:gd name="connsiteY14" fmla="*/ 412451 h 628502"/>
              <a:gd name="connsiteX15" fmla="*/ 314255 w 628511"/>
              <a:gd name="connsiteY15" fmla="*/ 589220 h 628502"/>
              <a:gd name="connsiteX16" fmla="*/ 491024 w 628511"/>
              <a:gd name="connsiteY16" fmla="*/ 412451 h 628502"/>
              <a:gd name="connsiteX17" fmla="*/ 314255 w 628511"/>
              <a:gd name="connsiteY17" fmla="*/ 491023 h 628502"/>
              <a:gd name="connsiteX18" fmla="*/ 392819 w 628511"/>
              <a:gd name="connsiteY18" fmla="*/ 412458 h 628502"/>
              <a:gd name="connsiteX19" fmla="*/ 314255 w 628511"/>
              <a:gd name="connsiteY19" fmla="*/ 333894 h 628502"/>
              <a:gd name="connsiteX20" fmla="*/ 235690 w 628511"/>
              <a:gd name="connsiteY20" fmla="*/ 412458 h 628502"/>
              <a:gd name="connsiteX21" fmla="*/ 314255 w 628511"/>
              <a:gd name="connsiteY21" fmla="*/ 491023 h 628502"/>
            </a:gdLst>
            <a:ahLst/>
            <a:cxnLst/>
            <a:rect l="l" t="t" r="r" b="b"/>
            <a:pathLst>
              <a:path w="628511" h="628502">
                <a:moveTo>
                  <a:pt x="19639" y="176770"/>
                </a:moveTo>
                <a:cubicBezTo>
                  <a:pt x="78774" y="71056"/>
                  <a:pt x="188545" y="0"/>
                  <a:pt x="314254" y="0"/>
                </a:cubicBezTo>
                <a:cubicBezTo>
                  <a:pt x="439962" y="0"/>
                  <a:pt x="549733" y="71056"/>
                  <a:pt x="608869" y="176770"/>
                </a:cubicBezTo>
                <a:lnTo>
                  <a:pt x="608869" y="235693"/>
                </a:lnTo>
                <a:cubicBezTo>
                  <a:pt x="538498" y="151682"/>
                  <a:pt x="432652" y="98206"/>
                  <a:pt x="314254" y="98206"/>
                </a:cubicBezTo>
                <a:cubicBezTo>
                  <a:pt x="195854" y="98206"/>
                  <a:pt x="90009" y="151682"/>
                  <a:pt x="19639" y="235693"/>
                </a:cubicBezTo>
                <a:lnTo>
                  <a:pt x="19639" y="176770"/>
                </a:lnTo>
                <a:close/>
                <a:moveTo>
                  <a:pt x="628512" y="412451"/>
                </a:moveTo>
                <a:cubicBezTo>
                  <a:pt x="576773" y="539407"/>
                  <a:pt x="455551" y="628502"/>
                  <a:pt x="314255" y="628502"/>
                </a:cubicBezTo>
                <a:cubicBezTo>
                  <a:pt x="172960" y="628502"/>
                  <a:pt x="51739" y="539407"/>
                  <a:pt x="0" y="412451"/>
                </a:cubicBezTo>
                <a:cubicBezTo>
                  <a:pt x="51739" y="285494"/>
                  <a:pt x="172960" y="196399"/>
                  <a:pt x="314255" y="196399"/>
                </a:cubicBezTo>
                <a:cubicBezTo>
                  <a:pt x="455551" y="196399"/>
                  <a:pt x="576773" y="285494"/>
                  <a:pt x="628512" y="412451"/>
                </a:cubicBezTo>
                <a:close/>
                <a:moveTo>
                  <a:pt x="491024" y="412451"/>
                </a:moveTo>
                <a:cubicBezTo>
                  <a:pt x="491024" y="314823"/>
                  <a:pt x="411883" y="235681"/>
                  <a:pt x="314255" y="235681"/>
                </a:cubicBezTo>
                <a:cubicBezTo>
                  <a:pt x="216628" y="235681"/>
                  <a:pt x="137487" y="314823"/>
                  <a:pt x="137487" y="412451"/>
                </a:cubicBezTo>
                <a:cubicBezTo>
                  <a:pt x="137487" y="510078"/>
                  <a:pt x="216628" y="589220"/>
                  <a:pt x="314255" y="589220"/>
                </a:cubicBezTo>
                <a:cubicBezTo>
                  <a:pt x="411883" y="589220"/>
                  <a:pt x="491024" y="510078"/>
                  <a:pt x="491024" y="412451"/>
                </a:cubicBezTo>
                <a:close/>
                <a:moveTo>
                  <a:pt x="314255" y="491023"/>
                </a:moveTo>
                <a:cubicBezTo>
                  <a:pt x="357645" y="491023"/>
                  <a:pt x="392819" y="455848"/>
                  <a:pt x="392819" y="412458"/>
                </a:cubicBezTo>
                <a:cubicBezTo>
                  <a:pt x="392819" y="369069"/>
                  <a:pt x="357645" y="333894"/>
                  <a:pt x="314255" y="333894"/>
                </a:cubicBezTo>
                <a:cubicBezTo>
                  <a:pt x="270865" y="333894"/>
                  <a:pt x="235690" y="369069"/>
                  <a:pt x="235690" y="412458"/>
                </a:cubicBezTo>
                <a:cubicBezTo>
                  <a:pt x="235690" y="455848"/>
                  <a:pt x="270865" y="491023"/>
                  <a:pt x="314255" y="491023"/>
                </a:cubicBezTo>
                <a:close/>
              </a:path>
            </a:pathLst>
          </a:custGeom>
          <a:solidFill>
            <a:srgbClr val="FA4D56"/>
          </a:solidFill>
          <a:ln w="33950">
            <a:noFill/>
            <a:prstDash val="solid"/>
          </a:ln>
        </p:spPr>
        <p:txBody>
          <a:bodyPr anchor="ctr"/>
          <a:lstStyle/>
          <a:p>
            <a:endParaRPr>
              <a:solidFill>
                <a:schemeClr val="tx1"/>
              </a:solidFill>
            </a:endParaRPr>
          </a:p>
        </p:txBody>
      </p:sp>
      <p:sp>
        <p:nvSpPr>
          <p:cNvPr id="30" name="Freeform 29">
            <a:extLst>
              <a:ext uri="{FF2B5EF4-FFF2-40B4-BE49-F238E27FC236}">
                <a16:creationId xmlns:a16="http://schemas.microsoft.com/office/drawing/2014/main" id="{980F93DE-5DBB-19D7-3194-B756DB91F27A}"/>
              </a:ext>
            </a:extLst>
          </p:cNvPr>
          <p:cNvSpPr>
            <a:spLocks noGrp="1"/>
          </p:cNvSpPr>
          <p:nvPr/>
        </p:nvSpPr>
        <p:spPr>
          <a:xfrm>
            <a:off x="5089475" y="9186079"/>
            <a:ext cx="1986460" cy="1727806"/>
          </a:xfrm>
          <a:custGeom>
            <a:avLst/>
            <a:gdLst>
              <a:gd name="csX0" fmla="*/ 7192274 w 9665207"/>
              <a:gd name="csY0" fmla="*/ 8406718 h 8406717"/>
              <a:gd name="csX1" fmla="*/ 2472934 w 9665207"/>
              <a:gd name="csY1" fmla="*/ 8406718 h 8406717"/>
              <a:gd name="csX2" fmla="*/ 2374772 w 9665207"/>
              <a:gd name="csY2" fmla="*/ 8350086 h 8406717"/>
              <a:gd name="csX3" fmla="*/ 15102 w 9665207"/>
              <a:gd name="csY3" fmla="*/ 4256845 h 8406717"/>
              <a:gd name="csX4" fmla="*/ 15102 w 9665207"/>
              <a:gd name="csY4" fmla="*/ 4143581 h 8406717"/>
              <a:gd name="csX5" fmla="*/ 2374772 w 9665207"/>
              <a:gd name="csY5" fmla="*/ 56632 h 8406717"/>
              <a:gd name="csX6" fmla="*/ 2472934 w 9665207"/>
              <a:gd name="csY6" fmla="*/ 0 h 8406717"/>
              <a:gd name="csX7" fmla="*/ 7192274 w 9665207"/>
              <a:gd name="csY7" fmla="*/ 0 h 8406717"/>
              <a:gd name="csX8" fmla="*/ 7290437 w 9665207"/>
              <a:gd name="csY8" fmla="*/ 56632 h 8406717"/>
              <a:gd name="csX9" fmla="*/ 9650106 w 9665207"/>
              <a:gd name="csY9" fmla="*/ 4143581 h 8406717"/>
              <a:gd name="csX10" fmla="*/ 9650106 w 9665207"/>
              <a:gd name="csY10" fmla="*/ 4256845 h 8406717"/>
              <a:gd name="csX11" fmla="*/ 7290437 w 9665207"/>
              <a:gd name="csY11" fmla="*/ 8350086 h 8406717"/>
              <a:gd name="csX12" fmla="*/ 7192274 w 9665207"/>
              <a:gd name="csY12" fmla="*/ 8406718 h 8406717"/>
              <a:gd name="csX13" fmla="*/ 2669259 w 9665207"/>
              <a:gd name="csY13" fmla="*/ 8180189 h 8406717"/>
              <a:gd name="csX14" fmla="*/ 6996265 w 9665207"/>
              <a:gd name="csY14" fmla="*/ 8180189 h 8406717"/>
              <a:gd name="csX15" fmla="*/ 4832919 w 9665207"/>
              <a:gd name="csY15" fmla="*/ 4429887 h 8406717"/>
              <a:gd name="csX16" fmla="*/ 2669573 w 9665207"/>
              <a:gd name="csY16" fmla="*/ 8180189 h 8406717"/>
              <a:gd name="csX17" fmla="*/ 5027041 w 9665207"/>
              <a:gd name="csY17" fmla="*/ 4313477 h 8406717"/>
              <a:gd name="csX18" fmla="*/ 7192274 w 9665207"/>
              <a:gd name="csY18" fmla="*/ 8066610 h 8406717"/>
              <a:gd name="csX19" fmla="*/ 9355934 w 9665207"/>
              <a:gd name="csY19" fmla="*/ 4313477 h 8406717"/>
              <a:gd name="csX20" fmla="*/ 5027041 w 9665207"/>
              <a:gd name="csY20" fmla="*/ 4313477 h 8406717"/>
              <a:gd name="csX21" fmla="*/ 309274 w 9665207"/>
              <a:gd name="csY21" fmla="*/ 4313477 h 8406717"/>
              <a:gd name="csX22" fmla="*/ 2472934 w 9665207"/>
              <a:gd name="csY22" fmla="*/ 8066610 h 8406717"/>
              <a:gd name="csX23" fmla="*/ 4638167 w 9665207"/>
              <a:gd name="csY23" fmla="*/ 4313477 h 8406717"/>
              <a:gd name="csX24" fmla="*/ 309274 w 9665207"/>
              <a:gd name="csY24" fmla="*/ 4313477 h 8406717"/>
              <a:gd name="csX25" fmla="*/ 5030502 w 9665207"/>
              <a:gd name="csY25" fmla="*/ 4086948 h 8406717"/>
              <a:gd name="csX26" fmla="*/ 9355934 w 9665207"/>
              <a:gd name="csY26" fmla="*/ 4086948 h 8406717"/>
              <a:gd name="csX27" fmla="*/ 7192589 w 9665207"/>
              <a:gd name="csY27" fmla="*/ 339792 h 8406717"/>
              <a:gd name="csX28" fmla="*/ 5030816 w 9665207"/>
              <a:gd name="csY28" fmla="*/ 4086948 h 8406717"/>
              <a:gd name="csX29" fmla="*/ 309589 w 9665207"/>
              <a:gd name="csY29" fmla="*/ 4086948 h 8406717"/>
              <a:gd name="csX30" fmla="*/ 4635021 w 9665207"/>
              <a:gd name="csY30" fmla="*/ 4086948 h 8406717"/>
              <a:gd name="csX31" fmla="*/ 2472934 w 9665207"/>
              <a:gd name="csY31" fmla="*/ 339792 h 8406717"/>
              <a:gd name="csX32" fmla="*/ 309589 w 9665207"/>
              <a:gd name="csY32" fmla="*/ 4086948 h 8406717"/>
              <a:gd name="csX33" fmla="*/ 2669259 w 9665207"/>
              <a:gd name="csY33" fmla="*/ 226528 h 8406717"/>
              <a:gd name="csX34" fmla="*/ 4832604 w 9665207"/>
              <a:gd name="csY34" fmla="*/ 3976830 h 8406717"/>
              <a:gd name="csX35" fmla="*/ 6995949 w 9665207"/>
              <a:gd name="csY35" fmla="*/ 226528 h 8406717"/>
              <a:gd name="csX36" fmla="*/ 2668944 w 9665207"/>
              <a:gd name="csY36" fmla="*/ 226528 h 8406717"/>
            </a:gdLst>
            <a:ahLst/>
            <a:cxnLst/>
            <a:rect l="l" t="t" r="r" b="b"/>
            <a:pathLst>
              <a:path w="9665207" h="8406717">
                <a:moveTo>
                  <a:pt x="7192274" y="8406718"/>
                </a:moveTo>
                <a:lnTo>
                  <a:pt x="2472934" y="8406718"/>
                </a:lnTo>
                <a:cubicBezTo>
                  <a:pt x="2432348" y="8406718"/>
                  <a:pt x="2394908" y="8385009"/>
                  <a:pt x="2374772" y="8350086"/>
                </a:cubicBezTo>
                <a:lnTo>
                  <a:pt x="15102" y="4256845"/>
                </a:lnTo>
                <a:cubicBezTo>
                  <a:pt x="-5034" y="4221922"/>
                  <a:pt x="-5034" y="4178503"/>
                  <a:pt x="15102" y="4143581"/>
                </a:cubicBezTo>
                <a:lnTo>
                  <a:pt x="2374772" y="56632"/>
                </a:lnTo>
                <a:cubicBezTo>
                  <a:pt x="2394908" y="21709"/>
                  <a:pt x="2432662" y="0"/>
                  <a:pt x="2472934" y="0"/>
                </a:cubicBezTo>
                <a:lnTo>
                  <a:pt x="7192274" y="0"/>
                </a:lnTo>
                <a:cubicBezTo>
                  <a:pt x="7232546" y="0"/>
                  <a:pt x="7270300" y="21709"/>
                  <a:pt x="7290437" y="56632"/>
                </a:cubicBezTo>
                <a:lnTo>
                  <a:pt x="9650106" y="4143581"/>
                </a:lnTo>
                <a:cubicBezTo>
                  <a:pt x="9670242" y="4178503"/>
                  <a:pt x="9670242" y="4221922"/>
                  <a:pt x="9650106" y="4256845"/>
                </a:cubicBezTo>
                <a:lnTo>
                  <a:pt x="7290437" y="8350086"/>
                </a:lnTo>
                <a:cubicBezTo>
                  <a:pt x="7270300" y="8385009"/>
                  <a:pt x="7232860" y="8406718"/>
                  <a:pt x="7192274" y="8406718"/>
                </a:cubicBezTo>
                <a:close/>
                <a:moveTo>
                  <a:pt x="2669259" y="8180189"/>
                </a:moveTo>
                <a:lnTo>
                  <a:pt x="6996265" y="8180189"/>
                </a:lnTo>
                <a:lnTo>
                  <a:pt x="4832919" y="4429887"/>
                </a:lnTo>
                <a:lnTo>
                  <a:pt x="2669573" y="8180189"/>
                </a:lnTo>
                <a:close/>
                <a:moveTo>
                  <a:pt x="5027041" y="4313477"/>
                </a:moveTo>
                <a:lnTo>
                  <a:pt x="7192274" y="8066610"/>
                </a:lnTo>
                <a:lnTo>
                  <a:pt x="9355934" y="4313477"/>
                </a:lnTo>
                <a:lnTo>
                  <a:pt x="5027041" y="4313477"/>
                </a:lnTo>
                <a:close/>
                <a:moveTo>
                  <a:pt x="309274" y="4313477"/>
                </a:moveTo>
                <a:lnTo>
                  <a:pt x="2472934" y="8066610"/>
                </a:lnTo>
                <a:lnTo>
                  <a:pt x="4638167" y="4313477"/>
                </a:lnTo>
                <a:lnTo>
                  <a:pt x="309274" y="4313477"/>
                </a:lnTo>
                <a:close/>
                <a:moveTo>
                  <a:pt x="5030502" y="4086948"/>
                </a:moveTo>
                <a:lnTo>
                  <a:pt x="9355934" y="4086948"/>
                </a:lnTo>
                <a:lnTo>
                  <a:pt x="7192589" y="339792"/>
                </a:lnTo>
                <a:lnTo>
                  <a:pt x="5030816" y="4086948"/>
                </a:lnTo>
                <a:close/>
                <a:moveTo>
                  <a:pt x="309589" y="4086948"/>
                </a:moveTo>
                <a:lnTo>
                  <a:pt x="4635021" y="4086948"/>
                </a:lnTo>
                <a:lnTo>
                  <a:pt x="2472934" y="339792"/>
                </a:lnTo>
                <a:lnTo>
                  <a:pt x="309589" y="4086948"/>
                </a:lnTo>
                <a:close/>
                <a:moveTo>
                  <a:pt x="2669259" y="226528"/>
                </a:moveTo>
                <a:lnTo>
                  <a:pt x="4832604" y="3976830"/>
                </a:lnTo>
                <a:lnTo>
                  <a:pt x="6995949" y="226528"/>
                </a:lnTo>
                <a:lnTo>
                  <a:pt x="2668944" y="226528"/>
                </a:lnTo>
                <a:close/>
              </a:path>
            </a:pathLst>
          </a:custGeom>
          <a:solidFill>
            <a:srgbClr val="BE95FF"/>
          </a:solidFill>
          <a:ln w="314623">
            <a:noFill/>
            <a:prstDash val="solid"/>
          </a:ln>
        </p:spPr>
        <p:txBody>
          <a:bodyPr/>
          <a:lstStyle/>
          <a:p>
            <a:endParaRPr/>
          </a:p>
        </p:txBody>
      </p:sp>
      <p:sp>
        <p:nvSpPr>
          <p:cNvPr id="31" name="Rectangle 30">
            <a:extLst>
              <a:ext uri="{FF2B5EF4-FFF2-40B4-BE49-F238E27FC236}">
                <a16:creationId xmlns:a16="http://schemas.microsoft.com/office/drawing/2014/main" id="{0B592ABD-7ECB-A34D-6E73-3E0EAF6A09E5}"/>
              </a:ext>
            </a:extLst>
          </p:cNvPr>
          <p:cNvSpPr>
            <a:spLocks noGrp="1"/>
          </p:cNvSpPr>
          <p:nvPr/>
        </p:nvSpPr>
        <p:spPr>
          <a:xfrm>
            <a:off x="5048091" y="9015368"/>
            <a:ext cx="2069229" cy="2069229"/>
          </a:xfrm>
          <a:prstGeom prst="rect">
            <a:avLst/>
          </a:prstGeom>
          <a:noFill/>
          <a:ln w="314623">
            <a:noFill/>
            <a:prstDash val="solid"/>
          </a:ln>
        </p:spPr>
        <p:txBody>
          <a:bodyPr/>
          <a:lstStyle/>
          <a:p>
            <a:endParaRPr/>
          </a:p>
        </p:txBody>
      </p:sp>
      <p:sp>
        <p:nvSpPr>
          <p:cNvPr id="3" name="Graphic 15">
            <a:extLst>
              <a:ext uri="{FF2B5EF4-FFF2-40B4-BE49-F238E27FC236}">
                <a16:creationId xmlns:a16="http://schemas.microsoft.com/office/drawing/2014/main" id="{32B90E74-6DDD-3D48-1F6D-44754E635C67}"/>
              </a:ext>
            </a:extLst>
          </p:cNvPr>
          <p:cNvSpPr>
            <a:spLocks noGrp="1"/>
          </p:cNvSpPr>
          <p:nvPr/>
        </p:nvSpPr>
        <p:spPr>
          <a:xfrm>
            <a:off x="41151" y="8832011"/>
            <a:ext cx="4874148" cy="4874148"/>
          </a:xfrm>
          <a:custGeom>
            <a:avLst/>
            <a:gdLst>
              <a:gd name="csX0" fmla="*/ 2437074 w 4874148"/>
              <a:gd name="csY0" fmla="*/ 0 h 4874148"/>
              <a:gd name="csX1" fmla="*/ 2437074 w 4874148"/>
              <a:gd name="csY1" fmla="*/ 0 h 4874148"/>
              <a:gd name="csX2" fmla="*/ 0 w 4874148"/>
              <a:gd name="csY2" fmla="*/ 0 h 4874148"/>
              <a:gd name="csX3" fmla="*/ 2437074 w 4874148"/>
              <a:gd name="csY3" fmla="*/ 2437074 h 4874148"/>
              <a:gd name="csX4" fmla="*/ 0 w 4874148"/>
              <a:gd name="csY4" fmla="*/ 4874148 h 4874148"/>
              <a:gd name="csX5" fmla="*/ 2437074 w 4874148"/>
              <a:gd name="csY5" fmla="*/ 4874148 h 4874148"/>
              <a:gd name="csX6" fmla="*/ 2437074 w 4874148"/>
              <a:gd name="csY6" fmla="*/ 4874148 h 4874148"/>
              <a:gd name="csX7" fmla="*/ 4874148 w 4874148"/>
              <a:gd name="csY7" fmla="*/ 2437074 h 4874148"/>
              <a:gd name="csX8" fmla="*/ 2437074 w 4874148"/>
              <a:gd name="csY8" fmla="*/ 2437074 h 4874148"/>
              <a:gd name="csX9" fmla="*/ 2437074 w 4874148"/>
              <a:gd name="csY9" fmla="*/ 2437074 h 4874148"/>
              <a:gd name="csX10" fmla="*/ 4874148 w 4874148"/>
              <a:gd name="csY10" fmla="*/ 2437074 h 4874148"/>
              <a:gd name="csX11" fmla="*/ 2437074 w 4874148"/>
              <a:gd name="csY11" fmla="*/ 0 h 4874148"/>
            </a:gdLst>
            <a:ahLst/>
            <a:cxnLst/>
            <a:rect l="l" t="t" r="r" b="b"/>
            <a:pathLst>
              <a:path w="4874148" h="4874148">
                <a:moveTo>
                  <a:pt x="2437074" y="0"/>
                </a:moveTo>
                <a:lnTo>
                  <a:pt x="2437074" y="0"/>
                </a:lnTo>
                <a:lnTo>
                  <a:pt x="0" y="0"/>
                </a:lnTo>
                <a:lnTo>
                  <a:pt x="2437074" y="2437074"/>
                </a:lnTo>
                <a:lnTo>
                  <a:pt x="0" y="4874148"/>
                </a:lnTo>
                <a:lnTo>
                  <a:pt x="2437074" y="4874148"/>
                </a:lnTo>
                <a:lnTo>
                  <a:pt x="2437074" y="4874148"/>
                </a:lnTo>
                <a:lnTo>
                  <a:pt x="4874148" y="2437074"/>
                </a:lnTo>
                <a:lnTo>
                  <a:pt x="2437074" y="2437074"/>
                </a:lnTo>
                <a:lnTo>
                  <a:pt x="2437074" y="2437074"/>
                </a:lnTo>
                <a:lnTo>
                  <a:pt x="4874148" y="2437074"/>
                </a:lnTo>
                <a:lnTo>
                  <a:pt x="2437074" y="0"/>
                </a:lnTo>
                <a:close/>
              </a:path>
            </a:pathLst>
          </a:custGeom>
          <a:gradFill>
            <a:gsLst>
              <a:gs pos="50000">
                <a:srgbClr val="D02670"/>
              </a:gs>
              <a:gs pos="10000">
                <a:srgbClr val="8A3FFC"/>
              </a:gs>
              <a:gs pos="90000">
                <a:srgbClr val="FA4D56"/>
              </a:gs>
            </a:gsLst>
            <a:lin ang="18900000" scaled="0"/>
          </a:gradFill>
          <a:ln w="24960">
            <a:noFill/>
            <a:prstDash val="solid"/>
          </a:ln>
        </p:spPr>
        <p:txBody>
          <a:bodyPr/>
          <a:lstStyle/>
          <a:p>
            <a:endParaRPr/>
          </a:p>
        </p:txBody>
      </p:sp>
      <p:pic>
        <p:nvPicPr>
          <p:cNvPr id="112" name="Picture 4"/>
          <p:cNvPicPr>
            <a:picLocks noChangeAspect="1"/>
          </p:cNvPicPr>
          <p:nvPr/>
        </p:nvPicPr>
        <p:blipFill>
          <a:blip r:embed="rId4"/>
          <a:srcRect l="4485" t="25798" r="46047"/>
          <a:stretch>
            <a:fillRect/>
          </a:stretch>
        </p:blipFill>
        <p:spPr>
          <a:xfrm>
            <a:off x="9775013" y="8833105"/>
            <a:ext cx="4881600" cy="4881600"/>
          </a:xfrm>
          <a:prstGeom prst="rect">
            <a:avLst/>
          </a:prstGeom>
        </p:spPr>
      </p:pic>
      <p:sp>
        <p:nvSpPr>
          <p:cNvPr id="6" name="TextBox 5">
            <a:extLst>
              <a:ext uri="{FF2B5EF4-FFF2-40B4-BE49-F238E27FC236}">
                <a16:creationId xmlns:a16="http://schemas.microsoft.com/office/drawing/2014/main" id="{13D1A398-92AA-57A4-3DDD-05095C9ADC6D}"/>
              </a:ext>
            </a:extLst>
          </p:cNvPr>
          <p:cNvSpPr>
            <a:spLocks noGrp="1"/>
          </p:cNvSpPr>
          <p:nvPr/>
        </p:nvSpPr>
        <p:spPr>
          <a:xfrm>
            <a:off x="13136137" y="14920332"/>
            <a:ext cx="0" cy="0"/>
          </a:xfrm>
          <a:prstGeom prst="rect">
            <a:avLst/>
          </a:prstGeom>
          <a:ln w="12700"/>
        </p:spPr>
        <p:txBody>
          <a:bodyPr wrap="none" lIns="0" tIns="0" rIns="0" bIns="0">
            <a:noAutofit/>
          </a:bodyPr>
          <a:lstStyle/>
          <a:p>
            <a:pPr algn="l" defTabSz="2438400">
              <a:spcBef>
                <a:spcPts val="2900"/>
              </a:spcBef>
              <a:buSzPct val="100000"/>
              <a:buNone/>
            </a:pPr>
            <a:endParaRPr kern="0">
              <a:solidFill>
                <a:srgbClr val="000000"/>
              </a:solidFill>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2_Title slide 3">
    <p:bg>
      <p:bgPr>
        <a:solidFill>
          <a:schemeClr val="tx1"/>
        </a:solidFill>
        <a:effectLst/>
      </p:bgPr>
    </p:bg>
    <p:spTree>
      <p:nvGrpSpPr>
        <p:cNvPr id="1" name=""/>
        <p:cNvGrpSpPr/>
        <p:nvPr/>
      </p:nvGrpSpPr>
      <p:grpSpPr>
        <a:xfrm>
          <a:off x="0" y="0"/>
          <a:ext cx="0" cy="0"/>
          <a:chOff x="0" y="0"/>
          <a:chExt cx="0" cy="0"/>
        </a:xfrm>
      </p:grpSpPr>
      <p:sp>
        <p:nvSpPr>
          <p:cNvPr id="162" name="Rectangle 161">
            <a:extLst>
              <a:ext uri="{FF2B5EF4-FFF2-40B4-BE49-F238E27FC236}">
                <a16:creationId xmlns:a16="http://schemas.microsoft.com/office/drawing/2014/main" id="{E5C023F2-DA57-5A4A-BA9F-3C40C2FA9DA1}"/>
              </a:ext>
            </a:extLst>
          </p:cNvPr>
          <p:cNvSpPr>
            <a:spLocks noGrp="1"/>
          </p:cNvSpPr>
          <p:nvPr/>
        </p:nvSpPr>
        <p:spPr>
          <a:xfrm>
            <a:off x="-1" y="0"/>
            <a:ext cx="24387175" cy="13716000"/>
          </a:xfrm>
          <a:prstGeom prst="rect">
            <a:avLst/>
          </a:prstGeom>
          <a:solidFill>
            <a:schemeClr val="tx1"/>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chemeClr val="bg1"/>
              </a:solidFill>
              <a:latin typeface="+mn-lt"/>
              <a:ea typeface="+mn-lt"/>
              <a:cs typeface="+mn-lt"/>
            </a:endParaRPr>
          </a:p>
        </p:txBody>
      </p:sp>
      <p:sp>
        <p:nvSpPr>
          <p:cNvPr id="62" name="TextBox 61">
            <a:extLst>
              <a:ext uri="{FF2B5EF4-FFF2-40B4-BE49-F238E27FC236}">
                <a16:creationId xmlns:a16="http://schemas.microsoft.com/office/drawing/2014/main" id="{95478347-FC62-EB41-AE54-7EC35B136205}"/>
              </a:ext>
            </a:extLst>
          </p:cNvPr>
          <p:cNvSpPr>
            <a:spLocks noGrp="1"/>
          </p:cNvSpPr>
          <p:nvPr/>
        </p:nvSpPr>
        <p:spPr>
          <a:xfrm>
            <a:off x="18288001" y="446440"/>
            <a:ext cx="3048000" cy="861774"/>
          </a:xfrm>
          <a:prstGeom prst="rect">
            <a:avLst/>
          </a:prstGeom>
          <a:noFill/>
          <a:ln w="12700"/>
        </p:spPr>
        <p:txBody>
          <a:bodyPr wrap="square" lIns="0" tIns="0" rIns="0" bIns="0">
            <a:spAutoFit/>
          </a:bodyPr>
          <a:lstStyle/>
          <a:p>
            <a:r>
              <a:rPr sz="2800">
                <a:solidFill>
                  <a:srgbClr val="F4F4F4"/>
                </a:solidFill>
                <a:latin typeface="IBM Plex Mono Light"/>
                <a:ea typeface="IBM Plex Mono Light"/>
                <a:cs typeface="IBM Plex Mono Light"/>
              </a:rPr>
              <a:t>Georgia, AT</a:t>
            </a:r>
          </a:p>
          <a:p>
            <a:r>
              <a:rPr sz="2800">
                <a:solidFill>
                  <a:srgbClr val="F4F4F4"/>
                </a:solidFill>
                <a:latin typeface="IBM Plex Mono Light"/>
                <a:ea typeface="IBM Plex Mono Light"/>
                <a:cs typeface="IBM Plex Mono Light"/>
              </a:rPr>
              <a:t>October 26–29</a:t>
            </a:r>
          </a:p>
        </p:txBody>
      </p:sp>
      <p:sp>
        <p:nvSpPr>
          <p:cNvPr id="122" name="Freeform: Shape 10">
            <a:extLst>
              <a:ext uri="{FF2B5EF4-FFF2-40B4-BE49-F238E27FC236}">
                <a16:creationId xmlns:a16="http://schemas.microsoft.com/office/drawing/2014/main" id="{33D30FEF-7361-274D-8077-ACA3D6B6AB6D}"/>
              </a:ext>
            </a:extLst>
          </p:cNvPr>
          <p:cNvSpPr>
            <a:spLocks noGrp="1"/>
          </p:cNvSpPr>
          <p:nvPr/>
        </p:nvSpPr>
        <p:spPr>
          <a:xfrm>
            <a:off x="0" y="8834400"/>
            <a:ext cx="4878610" cy="4878610"/>
          </a:xfrm>
          <a:custGeom>
            <a:avLst/>
            <a:gdLst>
              <a:gd name="connsiteX0" fmla="*/ 716288 w 1432576"/>
              <a:gd name="connsiteY0" fmla="*/ 1432576 h 1432576"/>
              <a:gd name="connsiteX1" fmla="*/ 0 w 1432576"/>
              <a:gd name="connsiteY1" fmla="*/ 716288 h 1432576"/>
              <a:gd name="connsiteX2" fmla="*/ 0 w 1432576"/>
              <a:gd name="connsiteY2" fmla="*/ 1432576 h 1432576"/>
              <a:gd name="connsiteX3" fmla="*/ 716288 w 1432576"/>
              <a:gd name="connsiteY3" fmla="*/ 1432576 h 1432576"/>
              <a:gd name="connsiteX4" fmla="*/ 716288 w 1432576"/>
              <a:gd name="connsiteY4" fmla="*/ 1432576 h 1432576"/>
              <a:gd name="connsiteX5" fmla="*/ 1432577 w 1432576"/>
              <a:gd name="connsiteY5" fmla="*/ 716288 h 1432576"/>
              <a:gd name="connsiteX6" fmla="*/ 1432577 w 1432576"/>
              <a:gd name="connsiteY6" fmla="*/ 1432576 h 1432576"/>
              <a:gd name="connsiteX7" fmla="*/ 716288 w 1432576"/>
              <a:gd name="connsiteY7" fmla="*/ 1432576 h 1432576"/>
              <a:gd name="connsiteX8" fmla="*/ 1432577 w 1432576"/>
              <a:gd name="connsiteY8" fmla="*/ 0 h 1432576"/>
              <a:gd name="connsiteX9" fmla="*/ 1432577 w 1432576"/>
              <a:gd name="connsiteY9" fmla="*/ 716288 h 1432576"/>
              <a:gd name="connsiteX10" fmla="*/ 716288 w 1432576"/>
              <a:gd name="connsiteY10" fmla="*/ 0 h 1432576"/>
              <a:gd name="connsiteX11" fmla="*/ 0 w 1432576"/>
              <a:gd name="connsiteY11" fmla="*/ 716288 h 1432576"/>
              <a:gd name="connsiteX12" fmla="*/ 0 w 1432576"/>
              <a:gd name="connsiteY12" fmla="*/ 0 h 1432576"/>
              <a:gd name="connsiteX13" fmla="*/ 716288 w 1432576"/>
              <a:gd name="connsiteY13" fmla="*/ 0 h 1432576"/>
              <a:gd name="connsiteX14" fmla="*/ 716288 w 1432576"/>
              <a:gd name="connsiteY14" fmla="*/ 0 h 1432576"/>
              <a:gd name="connsiteX15" fmla="*/ 1432577 w 1432576"/>
              <a:gd name="connsiteY15" fmla="*/ 0 h 1432576"/>
            </a:gdLst>
            <a:ahLst/>
            <a:cxnLst/>
            <a:rect l="l" t="t" r="r" b="b"/>
            <a:pathLst>
              <a:path w="1432576" h="1432576">
                <a:moveTo>
                  <a:pt x="716288" y="1432576"/>
                </a:moveTo>
                <a:lnTo>
                  <a:pt x="0" y="716288"/>
                </a:lnTo>
                <a:lnTo>
                  <a:pt x="0" y="1432576"/>
                </a:lnTo>
                <a:lnTo>
                  <a:pt x="716288" y="1432576"/>
                </a:lnTo>
                <a:close/>
                <a:moveTo>
                  <a:pt x="716288" y="1432576"/>
                </a:moveTo>
                <a:lnTo>
                  <a:pt x="1432577" y="716288"/>
                </a:lnTo>
                <a:lnTo>
                  <a:pt x="1432577" y="1432576"/>
                </a:lnTo>
                <a:lnTo>
                  <a:pt x="716288" y="1432576"/>
                </a:lnTo>
                <a:close/>
                <a:moveTo>
                  <a:pt x="1432577" y="0"/>
                </a:moveTo>
                <a:lnTo>
                  <a:pt x="1432577" y="716288"/>
                </a:lnTo>
                <a:lnTo>
                  <a:pt x="716288" y="0"/>
                </a:lnTo>
                <a:lnTo>
                  <a:pt x="0" y="716288"/>
                </a:lnTo>
                <a:lnTo>
                  <a:pt x="0" y="0"/>
                </a:lnTo>
                <a:lnTo>
                  <a:pt x="716288" y="0"/>
                </a:lnTo>
                <a:lnTo>
                  <a:pt x="716288" y="0"/>
                </a:lnTo>
                <a:lnTo>
                  <a:pt x="1432577" y="0"/>
                </a:lnTo>
                <a:close/>
              </a:path>
            </a:pathLst>
          </a:custGeom>
          <a:gradFill>
            <a:gsLst>
              <a:gs pos="50000">
                <a:srgbClr val="0F62FE"/>
              </a:gs>
              <a:gs pos="10000">
                <a:srgbClr val="8A3FFC"/>
              </a:gs>
              <a:gs pos="90000">
                <a:srgbClr val="33B1FF"/>
              </a:gs>
            </a:gsLst>
            <a:lin ang="18900000" scaled="0"/>
          </a:gra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defTabSz="914400">
              <a:spcBef>
                <a:spcPct val="0"/>
              </a:spcBef>
              <a:spcAft>
                <a:spcPct val="0"/>
              </a:spcAft>
              <a:buNone/>
            </a:pPr>
            <a:endParaRPr sz="1400">
              <a:solidFill>
                <a:schemeClr val="bg1"/>
              </a:solidFill>
            </a:endParaRPr>
          </a:p>
        </p:txBody>
      </p:sp>
      <p:sp>
        <p:nvSpPr>
          <p:cNvPr id="126" name="Freeform: Shape 14">
            <a:extLst>
              <a:ext uri="{FF2B5EF4-FFF2-40B4-BE49-F238E27FC236}">
                <a16:creationId xmlns:a16="http://schemas.microsoft.com/office/drawing/2014/main" id="{CAC1CFF8-5599-8447-AD46-1DBD80829300}"/>
              </a:ext>
            </a:extLst>
          </p:cNvPr>
          <p:cNvSpPr>
            <a:spLocks noGrp="1"/>
          </p:cNvSpPr>
          <p:nvPr/>
        </p:nvSpPr>
        <p:spPr>
          <a:xfrm rot="16200000">
            <a:off x="12220181" y="11274553"/>
            <a:ext cx="2440800" cy="2440800"/>
          </a:xfrm>
          <a:custGeom>
            <a:avLst/>
            <a:gdLst>
              <a:gd name="connsiteX0" fmla="*/ 1432576 w 1432576"/>
              <a:gd name="connsiteY0" fmla="*/ 1432576 h 1432576"/>
              <a:gd name="connsiteX1" fmla="*/ 716288 w 1432576"/>
              <a:gd name="connsiteY1" fmla="*/ 1432576 h 1432576"/>
              <a:gd name="connsiteX2" fmla="*/ 716288 w 1432576"/>
              <a:gd name="connsiteY2" fmla="*/ 1432576 h 1432576"/>
              <a:gd name="connsiteX3" fmla="*/ 0 w 1432576"/>
              <a:gd name="connsiteY3" fmla="*/ 1432576 h 1432576"/>
              <a:gd name="connsiteX4" fmla="*/ 716288 w 1432576"/>
              <a:gd name="connsiteY4" fmla="*/ 716288 h 1432576"/>
              <a:gd name="connsiteX5" fmla="*/ 716288 w 1432576"/>
              <a:gd name="connsiteY5" fmla="*/ 1432576 h 1432576"/>
              <a:gd name="connsiteX6" fmla="*/ 1432576 w 1432576"/>
              <a:gd name="connsiteY6" fmla="*/ 716288 h 1432576"/>
              <a:gd name="connsiteX7" fmla="*/ 1432576 w 1432576"/>
              <a:gd name="connsiteY7" fmla="*/ 1432576 h 1432576"/>
              <a:gd name="connsiteX8" fmla="*/ 716288 w 1432576"/>
              <a:gd name="connsiteY8" fmla="*/ 0 h 1432576"/>
              <a:gd name="connsiteX9" fmla="*/ 0 w 1432576"/>
              <a:gd name="connsiteY9" fmla="*/ 0 h 1432576"/>
              <a:gd name="connsiteX10" fmla="*/ 716288 w 1432576"/>
              <a:gd name="connsiteY10" fmla="*/ 716288 h 1432576"/>
              <a:gd name="connsiteX11" fmla="*/ 716288 w 1432576"/>
              <a:gd name="connsiteY11" fmla="*/ 0 h 1432576"/>
              <a:gd name="connsiteX12" fmla="*/ 1432576 w 1432576"/>
              <a:gd name="connsiteY12" fmla="*/ 716288 h 1432576"/>
              <a:gd name="connsiteX13" fmla="*/ 1432576 w 1432576"/>
              <a:gd name="connsiteY13" fmla="*/ 0 h 1432576"/>
              <a:gd name="connsiteX14" fmla="*/ 716288 w 1432576"/>
              <a:gd name="connsiteY14" fmla="*/ 0 h 1432576"/>
              <a:gd name="connsiteX15" fmla="*/ 716288 w 1432576"/>
              <a:gd name="connsiteY15" fmla="*/ 0 h 1432576"/>
            </a:gdLst>
            <a:ahLst/>
            <a:cxnLst/>
            <a:rect l="l" t="t" r="r" b="b"/>
            <a:pathLst>
              <a:path w="1432576" h="1432576">
                <a:moveTo>
                  <a:pt x="1432576" y="1432576"/>
                </a:moveTo>
                <a:lnTo>
                  <a:pt x="716288" y="1432576"/>
                </a:lnTo>
                <a:lnTo>
                  <a:pt x="716288" y="1432576"/>
                </a:lnTo>
                <a:lnTo>
                  <a:pt x="0" y="1432576"/>
                </a:lnTo>
                <a:lnTo>
                  <a:pt x="716288" y="716288"/>
                </a:lnTo>
                <a:lnTo>
                  <a:pt x="716288" y="1432576"/>
                </a:lnTo>
                <a:lnTo>
                  <a:pt x="1432576" y="716288"/>
                </a:lnTo>
                <a:lnTo>
                  <a:pt x="1432576" y="1432576"/>
                </a:lnTo>
                <a:close/>
                <a:moveTo>
                  <a:pt x="716288" y="0"/>
                </a:moveTo>
                <a:lnTo>
                  <a:pt x="0" y="0"/>
                </a:lnTo>
                <a:lnTo>
                  <a:pt x="716288" y="716288"/>
                </a:lnTo>
                <a:lnTo>
                  <a:pt x="716288" y="0"/>
                </a:lnTo>
                <a:lnTo>
                  <a:pt x="1432576" y="716288"/>
                </a:lnTo>
                <a:lnTo>
                  <a:pt x="1432576" y="0"/>
                </a:lnTo>
                <a:lnTo>
                  <a:pt x="716288" y="0"/>
                </a:lnTo>
                <a:lnTo>
                  <a:pt x="716288" y="0"/>
                </a:lnTo>
                <a:close/>
              </a:path>
            </a:pathLst>
          </a:custGeom>
          <a:solidFill>
            <a:srgbClr val="32B1FE"/>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defTabSz="914400">
              <a:spcBef>
                <a:spcPct val="0"/>
              </a:spcBef>
              <a:spcAft>
                <a:spcPct val="0"/>
              </a:spcAft>
              <a:buNone/>
            </a:pPr>
            <a:endParaRPr sz="1400">
              <a:solidFill>
                <a:schemeClr val="bg1"/>
              </a:solidFill>
            </a:endParaRPr>
          </a:p>
        </p:txBody>
      </p:sp>
      <p:sp>
        <p:nvSpPr>
          <p:cNvPr id="131" name="Freeform: Shape 8">
            <a:extLst>
              <a:ext uri="{FF2B5EF4-FFF2-40B4-BE49-F238E27FC236}">
                <a16:creationId xmlns:a16="http://schemas.microsoft.com/office/drawing/2014/main" id="{19453066-BEEE-1B49-8229-B34926335F4D}"/>
              </a:ext>
            </a:extLst>
          </p:cNvPr>
          <p:cNvSpPr>
            <a:spLocks noGrp="1"/>
          </p:cNvSpPr>
          <p:nvPr/>
        </p:nvSpPr>
        <p:spPr>
          <a:xfrm rot="16200000">
            <a:off x="9766600" y="8834401"/>
            <a:ext cx="2440800" cy="2440800"/>
          </a:xfrm>
          <a:custGeom>
            <a:avLst/>
            <a:gdLst>
              <a:gd name="connsiteX0" fmla="*/ 210111 w 1432576"/>
              <a:gd name="connsiteY0" fmla="*/ 926399 h 1432576"/>
              <a:gd name="connsiteX1" fmla="*/ 0 w 1432576"/>
              <a:gd name="connsiteY1" fmla="*/ 1432576 h 1432576"/>
              <a:gd name="connsiteX2" fmla="*/ 716288 w 1432576"/>
              <a:gd name="connsiteY2" fmla="*/ 1432576 h 1432576"/>
              <a:gd name="connsiteX3" fmla="*/ 1432577 w 1432576"/>
              <a:gd name="connsiteY3" fmla="*/ 1432576 h 1432576"/>
              <a:gd name="connsiteX4" fmla="*/ 1222465 w 1432576"/>
              <a:gd name="connsiteY4" fmla="*/ 926399 h 1432576"/>
              <a:gd name="connsiteX5" fmla="*/ 716288 w 1432576"/>
              <a:gd name="connsiteY5" fmla="*/ 716288 h 1432576"/>
              <a:gd name="connsiteX6" fmla="*/ 210111 w 1432576"/>
              <a:gd name="connsiteY6" fmla="*/ 926399 h 1432576"/>
              <a:gd name="connsiteX7" fmla="*/ 210111 w 1432576"/>
              <a:gd name="connsiteY7" fmla="*/ 506912 h 1432576"/>
              <a:gd name="connsiteX8" fmla="*/ 0 w 1432576"/>
              <a:gd name="connsiteY8" fmla="*/ 0 h 1432576"/>
              <a:gd name="connsiteX9" fmla="*/ 716288 w 1432576"/>
              <a:gd name="connsiteY9" fmla="*/ 0 h 1432576"/>
              <a:gd name="connsiteX10" fmla="*/ 1432577 w 1432576"/>
              <a:gd name="connsiteY10" fmla="*/ 0 h 1432576"/>
              <a:gd name="connsiteX11" fmla="*/ 1222465 w 1432576"/>
              <a:gd name="connsiteY11" fmla="*/ 506177 h 1432576"/>
              <a:gd name="connsiteX12" fmla="*/ 716288 w 1432576"/>
              <a:gd name="connsiteY12" fmla="*/ 716288 h 1432576"/>
              <a:gd name="connsiteX13" fmla="*/ 210111 w 1432576"/>
              <a:gd name="connsiteY13" fmla="*/ 506912 h 1432576"/>
            </a:gdLst>
            <a:ahLst/>
            <a:cxnLst/>
            <a:rect l="l" t="t" r="r" b="b"/>
            <a:pathLst>
              <a:path w="1432576" h="1432576">
                <a:moveTo>
                  <a:pt x="210111" y="926399"/>
                </a:moveTo>
                <a:cubicBezTo>
                  <a:pt x="75669" y="1060841"/>
                  <a:pt x="0" y="1243035"/>
                  <a:pt x="0" y="1432576"/>
                </a:cubicBezTo>
                <a:lnTo>
                  <a:pt x="716288" y="1432576"/>
                </a:lnTo>
                <a:lnTo>
                  <a:pt x="1432577" y="1432576"/>
                </a:lnTo>
                <a:cubicBezTo>
                  <a:pt x="1432577" y="1242301"/>
                  <a:pt x="1356907" y="1060106"/>
                  <a:pt x="1222465" y="926399"/>
                </a:cubicBezTo>
                <a:cubicBezTo>
                  <a:pt x="1088024" y="792692"/>
                  <a:pt x="905829" y="716288"/>
                  <a:pt x="716288" y="716288"/>
                </a:cubicBezTo>
                <a:cubicBezTo>
                  <a:pt x="526747" y="716288"/>
                  <a:pt x="343818" y="791957"/>
                  <a:pt x="210111" y="926399"/>
                </a:cubicBezTo>
                <a:close/>
                <a:moveTo>
                  <a:pt x="210111" y="506912"/>
                </a:moveTo>
                <a:cubicBezTo>
                  <a:pt x="75669" y="372470"/>
                  <a:pt x="0" y="190276"/>
                  <a:pt x="0" y="0"/>
                </a:cubicBezTo>
                <a:lnTo>
                  <a:pt x="716288" y="0"/>
                </a:lnTo>
                <a:lnTo>
                  <a:pt x="1432577" y="0"/>
                </a:lnTo>
                <a:cubicBezTo>
                  <a:pt x="1432577" y="190276"/>
                  <a:pt x="1356907" y="372470"/>
                  <a:pt x="1222465" y="506177"/>
                </a:cubicBezTo>
                <a:cubicBezTo>
                  <a:pt x="1088024" y="639884"/>
                  <a:pt x="905829" y="716288"/>
                  <a:pt x="716288" y="716288"/>
                </a:cubicBezTo>
                <a:cubicBezTo>
                  <a:pt x="526747" y="716288"/>
                  <a:pt x="343818" y="641353"/>
                  <a:pt x="210111" y="506912"/>
                </a:cubicBezTo>
                <a:close/>
              </a:path>
            </a:pathLst>
          </a:custGeom>
          <a:solidFill>
            <a:srgbClr val="7F4BF3"/>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defTabSz="914400">
              <a:spcBef>
                <a:spcPct val="0"/>
              </a:spcBef>
              <a:spcAft>
                <a:spcPct val="0"/>
              </a:spcAft>
              <a:buNone/>
            </a:pPr>
            <a:endParaRPr sz="1400">
              <a:solidFill>
                <a:schemeClr val="bg1"/>
              </a:solidFill>
            </a:endParaRPr>
          </a:p>
        </p:txBody>
      </p:sp>
      <p:pic>
        <p:nvPicPr>
          <p:cNvPr id="170" name="Picture 1"/>
          <p:cNvPicPr>
            <a:picLocks noChangeAspect="1"/>
          </p:cNvPicPr>
          <p:nvPr/>
        </p:nvPicPr>
        <p:blipFill>
          <a:blip r:embed="rId2"/>
          <a:stretch>
            <a:fillRect/>
          </a:stretch>
        </p:blipFill>
        <p:spPr>
          <a:xfrm>
            <a:off x="-70807" y="-97188"/>
            <a:ext cx="5118898" cy="1625047"/>
          </a:xfrm>
          <a:prstGeom prst="rect">
            <a:avLst/>
          </a:prstGeom>
        </p:spPr>
      </p:pic>
      <p:pic>
        <p:nvPicPr>
          <p:cNvPr id="171" name="Picture 2"/>
          <p:cNvPicPr>
            <a:picLocks noChangeAspect="1"/>
          </p:cNvPicPr>
          <p:nvPr/>
        </p:nvPicPr>
        <p:blipFill>
          <a:blip r:embed="rId3"/>
          <a:srcRect l="23268" t="15890" r="30326" b="1663"/>
          <a:stretch>
            <a:fillRect/>
          </a:stretch>
        </p:blipFill>
        <p:spPr>
          <a:xfrm>
            <a:off x="4878610" y="8833105"/>
            <a:ext cx="4881600" cy="4881600"/>
          </a:xfrm>
          <a:prstGeom prst="rect">
            <a:avLst/>
          </a:prstGeom>
        </p:spPr>
      </p:pic>
      <p:sp>
        <p:nvSpPr>
          <p:cNvPr id="4" name="TextBox 3">
            <a:extLst>
              <a:ext uri="{FF2B5EF4-FFF2-40B4-BE49-F238E27FC236}">
                <a16:creationId xmlns:a16="http://schemas.microsoft.com/office/drawing/2014/main" id="{A15046D1-2640-1879-702D-82E83EC900F9}"/>
              </a:ext>
            </a:extLst>
          </p:cNvPr>
          <p:cNvSpPr>
            <a:spLocks noGrp="1"/>
          </p:cNvSpPr>
          <p:nvPr/>
        </p:nvSpPr>
        <p:spPr>
          <a:xfrm>
            <a:off x="-290945" y="5666509"/>
            <a:ext cx="0" cy="0"/>
          </a:xfrm>
          <a:prstGeom prst="rect">
            <a:avLst/>
          </a:prstGeom>
          <a:ln w="12700"/>
        </p:spPr>
        <p:txBody>
          <a:bodyPr wrap="none" lIns="0" tIns="0" rIns="0" bIns="0">
            <a:noAutofit/>
          </a:bodyPr>
          <a:lstStyle/>
          <a:p>
            <a:pPr algn="l" defTabSz="2438400">
              <a:spcBef>
                <a:spcPts val="2900"/>
              </a:spcBef>
              <a:buSzPct val="100000"/>
              <a:buNone/>
            </a:pPr>
            <a:endParaRPr kern="0">
              <a:solidFill>
                <a:srgbClr val="000000"/>
              </a:solidFill>
            </a:endParaRPr>
          </a:p>
        </p:txBody>
      </p:sp>
      <p:sp>
        <p:nvSpPr>
          <p:cNvPr id="8" name="Freeform 7">
            <a:extLst>
              <a:ext uri="{FF2B5EF4-FFF2-40B4-BE49-F238E27FC236}">
                <a16:creationId xmlns:a16="http://schemas.microsoft.com/office/drawing/2014/main" id="{739877AC-BAA8-B3C0-7D7F-9493FF211676}"/>
              </a:ext>
            </a:extLst>
          </p:cNvPr>
          <p:cNvSpPr>
            <a:spLocks noGrp="1"/>
          </p:cNvSpPr>
          <p:nvPr/>
        </p:nvSpPr>
        <p:spPr>
          <a:xfrm>
            <a:off x="12452016" y="9189605"/>
            <a:ext cx="1986460" cy="1727806"/>
          </a:xfrm>
          <a:custGeom>
            <a:avLst/>
            <a:gdLst>
              <a:gd name="csX0" fmla="*/ 7192274 w 9665207"/>
              <a:gd name="csY0" fmla="*/ 8406718 h 8406717"/>
              <a:gd name="csX1" fmla="*/ 2472934 w 9665207"/>
              <a:gd name="csY1" fmla="*/ 8406718 h 8406717"/>
              <a:gd name="csX2" fmla="*/ 2374772 w 9665207"/>
              <a:gd name="csY2" fmla="*/ 8350086 h 8406717"/>
              <a:gd name="csX3" fmla="*/ 15102 w 9665207"/>
              <a:gd name="csY3" fmla="*/ 4256845 h 8406717"/>
              <a:gd name="csX4" fmla="*/ 15102 w 9665207"/>
              <a:gd name="csY4" fmla="*/ 4143581 h 8406717"/>
              <a:gd name="csX5" fmla="*/ 2374772 w 9665207"/>
              <a:gd name="csY5" fmla="*/ 56632 h 8406717"/>
              <a:gd name="csX6" fmla="*/ 2472934 w 9665207"/>
              <a:gd name="csY6" fmla="*/ 0 h 8406717"/>
              <a:gd name="csX7" fmla="*/ 7192274 w 9665207"/>
              <a:gd name="csY7" fmla="*/ 0 h 8406717"/>
              <a:gd name="csX8" fmla="*/ 7290437 w 9665207"/>
              <a:gd name="csY8" fmla="*/ 56632 h 8406717"/>
              <a:gd name="csX9" fmla="*/ 9650106 w 9665207"/>
              <a:gd name="csY9" fmla="*/ 4143581 h 8406717"/>
              <a:gd name="csX10" fmla="*/ 9650106 w 9665207"/>
              <a:gd name="csY10" fmla="*/ 4256845 h 8406717"/>
              <a:gd name="csX11" fmla="*/ 7290437 w 9665207"/>
              <a:gd name="csY11" fmla="*/ 8350086 h 8406717"/>
              <a:gd name="csX12" fmla="*/ 7192274 w 9665207"/>
              <a:gd name="csY12" fmla="*/ 8406718 h 8406717"/>
              <a:gd name="csX13" fmla="*/ 2669259 w 9665207"/>
              <a:gd name="csY13" fmla="*/ 8180189 h 8406717"/>
              <a:gd name="csX14" fmla="*/ 6996265 w 9665207"/>
              <a:gd name="csY14" fmla="*/ 8180189 h 8406717"/>
              <a:gd name="csX15" fmla="*/ 4832919 w 9665207"/>
              <a:gd name="csY15" fmla="*/ 4429887 h 8406717"/>
              <a:gd name="csX16" fmla="*/ 2669573 w 9665207"/>
              <a:gd name="csY16" fmla="*/ 8180189 h 8406717"/>
              <a:gd name="csX17" fmla="*/ 5027041 w 9665207"/>
              <a:gd name="csY17" fmla="*/ 4313477 h 8406717"/>
              <a:gd name="csX18" fmla="*/ 7192274 w 9665207"/>
              <a:gd name="csY18" fmla="*/ 8066610 h 8406717"/>
              <a:gd name="csX19" fmla="*/ 9355934 w 9665207"/>
              <a:gd name="csY19" fmla="*/ 4313477 h 8406717"/>
              <a:gd name="csX20" fmla="*/ 5027041 w 9665207"/>
              <a:gd name="csY20" fmla="*/ 4313477 h 8406717"/>
              <a:gd name="csX21" fmla="*/ 309274 w 9665207"/>
              <a:gd name="csY21" fmla="*/ 4313477 h 8406717"/>
              <a:gd name="csX22" fmla="*/ 2472934 w 9665207"/>
              <a:gd name="csY22" fmla="*/ 8066610 h 8406717"/>
              <a:gd name="csX23" fmla="*/ 4638167 w 9665207"/>
              <a:gd name="csY23" fmla="*/ 4313477 h 8406717"/>
              <a:gd name="csX24" fmla="*/ 309274 w 9665207"/>
              <a:gd name="csY24" fmla="*/ 4313477 h 8406717"/>
              <a:gd name="csX25" fmla="*/ 5030502 w 9665207"/>
              <a:gd name="csY25" fmla="*/ 4086948 h 8406717"/>
              <a:gd name="csX26" fmla="*/ 9355934 w 9665207"/>
              <a:gd name="csY26" fmla="*/ 4086948 h 8406717"/>
              <a:gd name="csX27" fmla="*/ 7192589 w 9665207"/>
              <a:gd name="csY27" fmla="*/ 339792 h 8406717"/>
              <a:gd name="csX28" fmla="*/ 5030816 w 9665207"/>
              <a:gd name="csY28" fmla="*/ 4086948 h 8406717"/>
              <a:gd name="csX29" fmla="*/ 309589 w 9665207"/>
              <a:gd name="csY29" fmla="*/ 4086948 h 8406717"/>
              <a:gd name="csX30" fmla="*/ 4635021 w 9665207"/>
              <a:gd name="csY30" fmla="*/ 4086948 h 8406717"/>
              <a:gd name="csX31" fmla="*/ 2472934 w 9665207"/>
              <a:gd name="csY31" fmla="*/ 339792 h 8406717"/>
              <a:gd name="csX32" fmla="*/ 309589 w 9665207"/>
              <a:gd name="csY32" fmla="*/ 4086948 h 8406717"/>
              <a:gd name="csX33" fmla="*/ 2669259 w 9665207"/>
              <a:gd name="csY33" fmla="*/ 226528 h 8406717"/>
              <a:gd name="csX34" fmla="*/ 4832604 w 9665207"/>
              <a:gd name="csY34" fmla="*/ 3976830 h 8406717"/>
              <a:gd name="csX35" fmla="*/ 6995949 w 9665207"/>
              <a:gd name="csY35" fmla="*/ 226528 h 8406717"/>
              <a:gd name="csX36" fmla="*/ 2668944 w 9665207"/>
              <a:gd name="csY36" fmla="*/ 226528 h 8406717"/>
            </a:gdLst>
            <a:ahLst/>
            <a:cxnLst/>
            <a:rect l="l" t="t" r="r" b="b"/>
            <a:pathLst>
              <a:path w="9665207" h="8406717">
                <a:moveTo>
                  <a:pt x="7192274" y="8406718"/>
                </a:moveTo>
                <a:lnTo>
                  <a:pt x="2472934" y="8406718"/>
                </a:lnTo>
                <a:cubicBezTo>
                  <a:pt x="2432348" y="8406718"/>
                  <a:pt x="2394908" y="8385009"/>
                  <a:pt x="2374772" y="8350086"/>
                </a:cubicBezTo>
                <a:lnTo>
                  <a:pt x="15102" y="4256845"/>
                </a:lnTo>
                <a:cubicBezTo>
                  <a:pt x="-5034" y="4221922"/>
                  <a:pt x="-5034" y="4178503"/>
                  <a:pt x="15102" y="4143581"/>
                </a:cubicBezTo>
                <a:lnTo>
                  <a:pt x="2374772" y="56632"/>
                </a:lnTo>
                <a:cubicBezTo>
                  <a:pt x="2394908" y="21709"/>
                  <a:pt x="2432662" y="0"/>
                  <a:pt x="2472934" y="0"/>
                </a:cubicBezTo>
                <a:lnTo>
                  <a:pt x="7192274" y="0"/>
                </a:lnTo>
                <a:cubicBezTo>
                  <a:pt x="7232546" y="0"/>
                  <a:pt x="7270300" y="21709"/>
                  <a:pt x="7290437" y="56632"/>
                </a:cubicBezTo>
                <a:lnTo>
                  <a:pt x="9650106" y="4143581"/>
                </a:lnTo>
                <a:cubicBezTo>
                  <a:pt x="9670242" y="4178503"/>
                  <a:pt x="9670242" y="4221922"/>
                  <a:pt x="9650106" y="4256845"/>
                </a:cubicBezTo>
                <a:lnTo>
                  <a:pt x="7290437" y="8350086"/>
                </a:lnTo>
                <a:cubicBezTo>
                  <a:pt x="7270300" y="8385009"/>
                  <a:pt x="7232860" y="8406718"/>
                  <a:pt x="7192274" y="8406718"/>
                </a:cubicBezTo>
                <a:close/>
                <a:moveTo>
                  <a:pt x="2669259" y="8180189"/>
                </a:moveTo>
                <a:lnTo>
                  <a:pt x="6996265" y="8180189"/>
                </a:lnTo>
                <a:lnTo>
                  <a:pt x="4832919" y="4429887"/>
                </a:lnTo>
                <a:lnTo>
                  <a:pt x="2669573" y="8180189"/>
                </a:lnTo>
                <a:close/>
                <a:moveTo>
                  <a:pt x="5027041" y="4313477"/>
                </a:moveTo>
                <a:lnTo>
                  <a:pt x="7192274" y="8066610"/>
                </a:lnTo>
                <a:lnTo>
                  <a:pt x="9355934" y="4313477"/>
                </a:lnTo>
                <a:lnTo>
                  <a:pt x="5027041" y="4313477"/>
                </a:lnTo>
                <a:close/>
                <a:moveTo>
                  <a:pt x="309274" y="4313477"/>
                </a:moveTo>
                <a:lnTo>
                  <a:pt x="2472934" y="8066610"/>
                </a:lnTo>
                <a:lnTo>
                  <a:pt x="4638167" y="4313477"/>
                </a:lnTo>
                <a:lnTo>
                  <a:pt x="309274" y="4313477"/>
                </a:lnTo>
                <a:close/>
                <a:moveTo>
                  <a:pt x="5030502" y="4086948"/>
                </a:moveTo>
                <a:lnTo>
                  <a:pt x="9355934" y="4086948"/>
                </a:lnTo>
                <a:lnTo>
                  <a:pt x="7192589" y="339792"/>
                </a:lnTo>
                <a:lnTo>
                  <a:pt x="5030816" y="4086948"/>
                </a:lnTo>
                <a:close/>
                <a:moveTo>
                  <a:pt x="309589" y="4086948"/>
                </a:moveTo>
                <a:lnTo>
                  <a:pt x="4635021" y="4086948"/>
                </a:lnTo>
                <a:lnTo>
                  <a:pt x="2472934" y="339792"/>
                </a:lnTo>
                <a:lnTo>
                  <a:pt x="309589" y="4086948"/>
                </a:lnTo>
                <a:close/>
                <a:moveTo>
                  <a:pt x="2669259" y="226528"/>
                </a:moveTo>
                <a:lnTo>
                  <a:pt x="4832604" y="3976830"/>
                </a:lnTo>
                <a:lnTo>
                  <a:pt x="6995949" y="226528"/>
                </a:lnTo>
                <a:lnTo>
                  <a:pt x="2668944" y="226528"/>
                </a:lnTo>
                <a:close/>
              </a:path>
            </a:pathLst>
          </a:custGeom>
          <a:solidFill>
            <a:srgbClr val="BE95FF"/>
          </a:solidFill>
          <a:ln w="314623">
            <a:noFill/>
            <a:prstDash val="solid"/>
          </a:ln>
        </p:spPr>
        <p:txBody>
          <a:bodyPr/>
          <a:lstStyle/>
          <a:p>
            <a:endParaRPr/>
          </a:p>
        </p:txBody>
      </p:sp>
      <p:sp>
        <p:nvSpPr>
          <p:cNvPr id="9" name="Rectangle 8">
            <a:extLst>
              <a:ext uri="{FF2B5EF4-FFF2-40B4-BE49-F238E27FC236}">
                <a16:creationId xmlns:a16="http://schemas.microsoft.com/office/drawing/2014/main" id="{D2209B18-A736-2E72-9B57-D3892A06D200}"/>
              </a:ext>
            </a:extLst>
          </p:cNvPr>
          <p:cNvSpPr>
            <a:spLocks noGrp="1"/>
          </p:cNvSpPr>
          <p:nvPr/>
        </p:nvSpPr>
        <p:spPr>
          <a:xfrm>
            <a:off x="12410632" y="9018894"/>
            <a:ext cx="2069229" cy="2069229"/>
          </a:xfrm>
          <a:prstGeom prst="rect">
            <a:avLst/>
          </a:prstGeom>
          <a:noFill/>
          <a:ln w="314623">
            <a:noFill/>
            <a:prstDash val="solid"/>
          </a:ln>
        </p:spPr>
        <p:txBody>
          <a:bodyPr/>
          <a:lstStyle/>
          <a:p>
            <a:endParaRPr/>
          </a:p>
        </p:txBody>
      </p:sp>
      <p:sp>
        <p:nvSpPr>
          <p:cNvPr id="5" name="Text Placeholder 5">
            <a:extLst>
              <a:ext uri="{FF2B5EF4-FFF2-40B4-BE49-F238E27FC236}">
                <a16:creationId xmlns:a16="http://schemas.microsoft.com/office/drawing/2014/main" id="{83279FB3-BCF2-29C0-6E72-87D9434600E4}"/>
              </a:ext>
            </a:extLst>
          </p:cNvPr>
          <p:cNvSpPr>
            <a:spLocks noGrp="1"/>
          </p:cNvSpPr>
          <p:nvPr>
            <p:ph type="body" idx="13" hasCustomPrompt="1"/>
          </p:nvPr>
        </p:nvSpPr>
        <p:spPr>
          <a:xfrm>
            <a:off x="18288000" y="3629079"/>
            <a:ext cx="5516563" cy="3168107"/>
          </a:xfrm>
        </p:spPr>
        <p:txBody>
          <a:bodyPr/>
          <a:lstStyle>
            <a:lvl1pPr>
              <a:buNone/>
              <a:defRPr>
                <a:solidFill>
                  <a:srgbClr val="F4F4F4"/>
                </a:solidFill>
              </a:defRPr>
            </a:lvl1pPr>
          </a:lstStyle>
          <a:p>
            <a:r>
              <a:t>Session code (ID number)</a:t>
            </a:r>
            <a:br/>
            <a:r>
              <a:t>Session Title</a:t>
            </a:r>
            <a:br/>
            <a:r>
              <a:t>Firstname Lastname</a:t>
            </a:r>
            <a:br/>
            <a:r>
              <a:t>Company, Job Title</a:t>
            </a:r>
          </a:p>
        </p:txBody>
      </p:sp>
      <p:sp>
        <p:nvSpPr>
          <p:cNvPr id="6" name="Title 1">
            <a:extLst>
              <a:ext uri="{FF2B5EF4-FFF2-40B4-BE49-F238E27FC236}">
                <a16:creationId xmlns:a16="http://schemas.microsoft.com/office/drawing/2014/main" id="{DEABCE1D-29B8-9012-0C7E-427C632C1047}"/>
              </a:ext>
            </a:extLst>
          </p:cNvPr>
          <p:cNvSpPr>
            <a:spLocks noGrp="1"/>
          </p:cNvSpPr>
          <p:nvPr>
            <p:ph type="title"/>
          </p:nvPr>
        </p:nvSpPr>
        <p:spPr>
          <a:xfrm>
            <a:off x="525967" y="3532827"/>
            <a:ext cx="14103644" cy="3264359"/>
          </a:xfrm>
        </p:spPr>
        <p:txBody>
          <a:bodyPr/>
          <a:lstStyle>
            <a:lvl1pPr>
              <a:lnSpc>
                <a:spcPct val="100000"/>
              </a:lnSpc>
              <a:buNone/>
              <a:defRPr sz="8600">
                <a:solidFill>
                  <a:srgbClr val="F4F4F4"/>
                </a:solidFill>
              </a:defRPr>
            </a:lvl1pPr>
          </a:lstStyle>
          <a:p>
            <a:r>
              <a:t>Click to edit Master title style</a:t>
            </a: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3_Title slide 4">
    <p:bg>
      <p:bgPr>
        <a:solidFill>
          <a:srgbClr val="E0E0E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9ED0F45-CF91-144B-A4FC-B0E9287995A8}"/>
              </a:ext>
            </a:extLst>
          </p:cNvPr>
          <p:cNvSpPr>
            <a:spLocks noGrp="1"/>
          </p:cNvSpPr>
          <p:nvPr/>
        </p:nvSpPr>
        <p:spPr>
          <a:xfrm>
            <a:off x="0" y="0"/>
            <a:ext cx="24387175" cy="13716000"/>
          </a:xfrm>
          <a:prstGeom prst="rect">
            <a:avLst/>
          </a:prstGeom>
          <a:solidFill>
            <a:schemeClr val="tx1"/>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chemeClr val="bg1"/>
              </a:solidFill>
              <a:latin typeface="+mn-lt"/>
              <a:ea typeface="+mn-lt"/>
              <a:cs typeface="+mn-lt"/>
            </a:endParaRPr>
          </a:p>
        </p:txBody>
      </p:sp>
      <p:sp>
        <p:nvSpPr>
          <p:cNvPr id="62" name="Text Placeholder 5">
            <a:extLst>
              <a:ext uri="{FF2B5EF4-FFF2-40B4-BE49-F238E27FC236}">
                <a16:creationId xmlns:a16="http://schemas.microsoft.com/office/drawing/2014/main" id="{CCA22637-7521-834E-B585-E724D4D30E65}"/>
              </a:ext>
            </a:extLst>
          </p:cNvPr>
          <p:cNvSpPr>
            <a:spLocks noGrp="1"/>
          </p:cNvSpPr>
          <p:nvPr>
            <p:ph type="body" idx="13" hasCustomPrompt="1"/>
          </p:nvPr>
        </p:nvSpPr>
        <p:spPr>
          <a:xfrm>
            <a:off x="525463" y="6858000"/>
            <a:ext cx="8612188" cy="2902226"/>
          </a:xfrm>
        </p:spPr>
        <p:txBody>
          <a:bodyPr/>
          <a:lstStyle>
            <a:lvl1pPr>
              <a:buNone/>
              <a:defRPr>
                <a:solidFill>
                  <a:schemeClr val="bg1"/>
                </a:solidFill>
              </a:defRPr>
            </a:lvl1pPr>
          </a:lstStyle>
          <a:p>
            <a:r>
              <a:t>Session code (ID number)</a:t>
            </a:r>
            <a:br/>
            <a:r>
              <a:t>Session Title</a:t>
            </a:r>
            <a:br/>
            <a:r>
              <a:t>Firstname Lastname</a:t>
            </a:r>
            <a:br/>
            <a:r>
              <a:t>Company, Job Title</a:t>
            </a:r>
          </a:p>
        </p:txBody>
      </p:sp>
      <p:sp>
        <p:nvSpPr>
          <p:cNvPr id="63" name="Title 1">
            <a:extLst>
              <a:ext uri="{FF2B5EF4-FFF2-40B4-BE49-F238E27FC236}">
                <a16:creationId xmlns:a16="http://schemas.microsoft.com/office/drawing/2014/main" id="{D1D71252-7A4A-4A49-8C7D-CBE7A812DD2F}"/>
              </a:ext>
            </a:extLst>
          </p:cNvPr>
          <p:cNvSpPr>
            <a:spLocks noGrp="1"/>
          </p:cNvSpPr>
          <p:nvPr>
            <p:ph type="title"/>
          </p:nvPr>
        </p:nvSpPr>
        <p:spPr>
          <a:xfrm>
            <a:off x="525968" y="1452274"/>
            <a:ext cx="8611683" cy="4141712"/>
          </a:xfrm>
        </p:spPr>
        <p:txBody>
          <a:bodyPr/>
          <a:lstStyle>
            <a:lvl1pPr>
              <a:lnSpc>
                <a:spcPct val="100000"/>
              </a:lnSpc>
              <a:buNone/>
              <a:defRPr sz="8600">
                <a:solidFill>
                  <a:schemeClr val="bg1"/>
                </a:solidFill>
              </a:defRPr>
            </a:lvl1pPr>
          </a:lstStyle>
          <a:p>
            <a:r>
              <a:t>Click to edit Master title style</a:t>
            </a:r>
          </a:p>
        </p:txBody>
      </p:sp>
      <p:sp>
        <p:nvSpPr>
          <p:cNvPr id="64" name="TextBox 63">
            <a:extLst>
              <a:ext uri="{FF2B5EF4-FFF2-40B4-BE49-F238E27FC236}">
                <a16:creationId xmlns:a16="http://schemas.microsoft.com/office/drawing/2014/main" id="{84D6F73F-7408-E54D-9F81-8C0B1A91D5AF}"/>
              </a:ext>
            </a:extLst>
          </p:cNvPr>
          <p:cNvSpPr>
            <a:spLocks noGrp="1"/>
          </p:cNvSpPr>
          <p:nvPr/>
        </p:nvSpPr>
        <p:spPr>
          <a:xfrm>
            <a:off x="540831" y="12363542"/>
            <a:ext cx="6800495" cy="861774"/>
          </a:xfrm>
          <a:prstGeom prst="rect">
            <a:avLst/>
          </a:prstGeom>
          <a:noFill/>
          <a:ln w="12700"/>
        </p:spPr>
        <p:txBody>
          <a:bodyPr wrap="square" lIns="0" tIns="0" rIns="0" bIns="0" anchor="b">
            <a:spAutoFit/>
          </a:bodyPr>
          <a:lstStyle/>
          <a:p>
            <a:r>
              <a:rPr sz="2800" b="0" i="0">
                <a:solidFill>
                  <a:schemeClr val="tx1"/>
                </a:solidFill>
                <a:latin typeface="IBM Plex Mono Light"/>
                <a:ea typeface="IBM Plex Mono Light"/>
                <a:cs typeface="IBM Plex Mono Light"/>
              </a:rPr>
              <a:t>Orlando, FL</a:t>
            </a:r>
            <a:br/>
            <a:r>
              <a:rPr sz="2800" b="0" i="0">
                <a:solidFill>
                  <a:schemeClr val="tx1"/>
                </a:solidFill>
                <a:latin typeface="IBM Plex Mono Light"/>
                <a:ea typeface="IBM Plex Mono Light"/>
                <a:cs typeface="IBM Plex Mono Light"/>
              </a:rPr>
              <a:t>October 6–9</a:t>
            </a:r>
          </a:p>
        </p:txBody>
      </p:sp>
      <p:sp>
        <p:nvSpPr>
          <p:cNvPr id="66" name="TextBox 65">
            <a:extLst>
              <a:ext uri="{FF2B5EF4-FFF2-40B4-BE49-F238E27FC236}">
                <a16:creationId xmlns:a16="http://schemas.microsoft.com/office/drawing/2014/main" id="{A9EB1C30-2E3E-C749-BE09-CEE31CFB04EC}"/>
              </a:ext>
            </a:extLst>
          </p:cNvPr>
          <p:cNvSpPr>
            <a:spLocks noGrp="1"/>
          </p:cNvSpPr>
          <p:nvPr/>
        </p:nvSpPr>
        <p:spPr>
          <a:xfrm>
            <a:off x="12522200" y="-2260600"/>
            <a:ext cx="0" cy="0"/>
          </a:xfrm>
          <a:prstGeom prst="rect">
            <a:avLst/>
          </a:prstGeom>
          <a:ln w="12700"/>
        </p:spPr>
        <p:txBody>
          <a:bodyPr wrap="none" lIns="0" tIns="0" rIns="0" bIns="0">
            <a:noAutofit/>
          </a:bodyPr>
          <a:lstStyle/>
          <a:p>
            <a:pPr algn="l" defTabSz="2438400">
              <a:spcBef>
                <a:spcPts val="2900"/>
              </a:spcBef>
              <a:buSzPct val="100000"/>
              <a:buNone/>
            </a:pPr>
            <a:endParaRPr kern="0">
              <a:solidFill>
                <a:srgbClr val="000000"/>
              </a:solidFill>
            </a:endParaRPr>
          </a:p>
        </p:txBody>
      </p:sp>
      <p:sp>
        <p:nvSpPr>
          <p:cNvPr id="105" name="Freeform 75">
            <a:extLst>
              <a:ext uri="{FF2B5EF4-FFF2-40B4-BE49-F238E27FC236}">
                <a16:creationId xmlns:a16="http://schemas.microsoft.com/office/drawing/2014/main" id="{EA5AE98D-19D3-F94D-9B3C-B0D31E192BA1}"/>
              </a:ext>
            </a:extLst>
          </p:cNvPr>
          <p:cNvSpPr>
            <a:spLocks noGrp="1"/>
          </p:cNvSpPr>
          <p:nvPr/>
        </p:nvSpPr>
        <p:spPr>
          <a:xfrm>
            <a:off x="21642823" y="10971648"/>
            <a:ext cx="2744352" cy="2744352"/>
          </a:xfrm>
          <a:custGeom>
            <a:avLst/>
            <a:gdLst>
              <a:gd name="connsiteX0" fmla="*/ 0 w 3396831"/>
              <a:gd name="connsiteY0" fmla="*/ 0 h 3396831"/>
              <a:gd name="connsiteX1" fmla="*/ 3396832 w 3396831"/>
              <a:gd name="connsiteY1" fmla="*/ 0 h 3396831"/>
              <a:gd name="connsiteX2" fmla="*/ 3396832 w 3396831"/>
              <a:gd name="connsiteY2" fmla="*/ 3396832 h 3396831"/>
              <a:gd name="connsiteX3" fmla="*/ 0 w 3396831"/>
              <a:gd name="connsiteY3" fmla="*/ 3396832 h 3396831"/>
            </a:gdLst>
            <a:ahLst/>
            <a:cxnLst/>
            <a:rect l="l" t="t" r="r" b="b"/>
            <a:pathLst>
              <a:path w="3396831" h="3396831">
                <a:moveTo>
                  <a:pt x="0" y="0"/>
                </a:moveTo>
                <a:lnTo>
                  <a:pt x="3396832" y="0"/>
                </a:lnTo>
                <a:lnTo>
                  <a:pt x="3396832" y="3396832"/>
                </a:lnTo>
                <a:lnTo>
                  <a:pt x="0" y="3396832"/>
                </a:lnTo>
                <a:close/>
              </a:path>
            </a:pathLst>
          </a:custGeom>
          <a:noFill/>
          <a:ln w="33950">
            <a:noFill/>
            <a:prstDash val="solid"/>
          </a:ln>
        </p:spPr>
        <p:txBody>
          <a:bodyPr anchor="ctr"/>
          <a:lstStyle/>
          <a:p>
            <a:endParaRPr/>
          </a:p>
        </p:txBody>
      </p:sp>
      <p:sp>
        <p:nvSpPr>
          <p:cNvPr id="106" name="Graphic 75">
            <a:extLst>
              <a:ext uri="{FF2B5EF4-FFF2-40B4-BE49-F238E27FC236}">
                <a16:creationId xmlns:a16="http://schemas.microsoft.com/office/drawing/2014/main" id="{4AE33106-9583-3B49-BD84-C0AFF387566C}"/>
              </a:ext>
            </a:extLst>
          </p:cNvPr>
          <p:cNvSpPr>
            <a:spLocks noGrp="1"/>
          </p:cNvSpPr>
          <p:nvPr/>
        </p:nvSpPr>
        <p:spPr>
          <a:xfrm>
            <a:off x="22038639" y="11372972"/>
            <a:ext cx="1928464" cy="1928518"/>
          </a:xfrm>
          <a:custGeom>
            <a:avLst/>
            <a:gdLst>
              <a:gd name="connsiteX0" fmla="*/ 1295614 w 2410834"/>
              <a:gd name="connsiteY0" fmla="*/ 2410902 h 2410901"/>
              <a:gd name="connsiteX1" fmla="*/ 1279642 w 2410834"/>
              <a:gd name="connsiteY1" fmla="*/ 2406659 h 2410901"/>
              <a:gd name="connsiteX2" fmla="*/ 1263130 w 2410834"/>
              <a:gd name="connsiteY2" fmla="*/ 2378417 h 2410901"/>
              <a:gd name="connsiteX3" fmla="*/ 1263130 w 2410834"/>
              <a:gd name="connsiteY3" fmla="*/ 1774970 h 2410901"/>
              <a:gd name="connsiteX4" fmla="*/ 1235161 w 2410834"/>
              <a:gd name="connsiteY4" fmla="*/ 1763421 h 2410901"/>
              <a:gd name="connsiteX5" fmla="*/ 777163 w 2410834"/>
              <a:gd name="connsiteY5" fmla="*/ 2220971 h 2410901"/>
              <a:gd name="connsiteX6" fmla="*/ 731234 w 2410834"/>
              <a:gd name="connsiteY6" fmla="*/ 2174954 h 2410901"/>
              <a:gd name="connsiteX7" fmla="*/ 1189056 w 2410834"/>
              <a:gd name="connsiteY7" fmla="*/ 1717496 h 2410901"/>
              <a:gd name="connsiteX8" fmla="*/ 1172812 w 2410834"/>
              <a:gd name="connsiteY8" fmla="*/ 1656591 h 2410901"/>
              <a:gd name="connsiteX9" fmla="*/ 1295523 w 2410834"/>
              <a:gd name="connsiteY9" fmla="*/ 1533880 h 2410901"/>
              <a:gd name="connsiteX10" fmla="*/ 1418233 w 2410834"/>
              <a:gd name="connsiteY10" fmla="*/ 1656591 h 2410901"/>
              <a:gd name="connsiteX11" fmla="*/ 1328007 w 2410834"/>
              <a:gd name="connsiteY11" fmla="*/ 1774970 h 2410901"/>
              <a:gd name="connsiteX12" fmla="*/ 1328007 w 2410834"/>
              <a:gd name="connsiteY12" fmla="*/ 2321123 h 2410901"/>
              <a:gd name="connsiteX13" fmla="*/ 1714094 w 2410834"/>
              <a:gd name="connsiteY13" fmla="*/ 2089418 h 2410901"/>
              <a:gd name="connsiteX14" fmla="*/ 1714094 w 2410834"/>
              <a:gd name="connsiteY14" fmla="*/ 1295677 h 2410901"/>
              <a:gd name="connsiteX15" fmla="*/ 1723568 w 2410834"/>
              <a:gd name="connsiteY15" fmla="*/ 1272762 h 2410901"/>
              <a:gd name="connsiteX16" fmla="*/ 2100089 w 2410834"/>
              <a:gd name="connsiteY16" fmla="*/ 896417 h 2410901"/>
              <a:gd name="connsiteX17" fmla="*/ 2345871 w 2410834"/>
              <a:gd name="connsiteY17" fmla="*/ 303167 h 2410901"/>
              <a:gd name="connsiteX18" fmla="*/ 2345871 w 2410834"/>
              <a:gd name="connsiteY18" fmla="*/ 64964 h 2410901"/>
              <a:gd name="connsiteX19" fmla="*/ 2107668 w 2410834"/>
              <a:gd name="connsiteY19" fmla="*/ 64964 h 2410901"/>
              <a:gd name="connsiteX20" fmla="*/ 1514690 w 2410834"/>
              <a:gd name="connsiteY20" fmla="*/ 310657 h 2410901"/>
              <a:gd name="connsiteX21" fmla="*/ 1138164 w 2410834"/>
              <a:gd name="connsiteY21" fmla="*/ 686999 h 2410901"/>
              <a:gd name="connsiteX22" fmla="*/ 1115158 w 2410834"/>
              <a:gd name="connsiteY22" fmla="*/ 696561 h 2410901"/>
              <a:gd name="connsiteX23" fmla="*/ 321600 w 2410834"/>
              <a:gd name="connsiteY23" fmla="*/ 696561 h 2410901"/>
              <a:gd name="connsiteX24" fmla="*/ 89804 w 2410834"/>
              <a:gd name="connsiteY24" fmla="*/ 1082740 h 2410901"/>
              <a:gd name="connsiteX25" fmla="*/ 635865 w 2410834"/>
              <a:gd name="connsiteY25" fmla="*/ 1082740 h 2410901"/>
              <a:gd name="connsiteX26" fmla="*/ 754244 w 2410834"/>
              <a:gd name="connsiteY26" fmla="*/ 992510 h 2410901"/>
              <a:gd name="connsiteX27" fmla="*/ 876955 w 2410834"/>
              <a:gd name="connsiteY27" fmla="*/ 1115221 h 2410901"/>
              <a:gd name="connsiteX28" fmla="*/ 754244 w 2410834"/>
              <a:gd name="connsiteY28" fmla="*/ 1237931 h 2410901"/>
              <a:gd name="connsiteX29" fmla="*/ 693519 w 2410834"/>
              <a:gd name="connsiteY29" fmla="*/ 1221871 h 2410901"/>
              <a:gd name="connsiteX30" fmla="*/ 235793 w 2410834"/>
              <a:gd name="connsiteY30" fmla="*/ 1679601 h 2410901"/>
              <a:gd name="connsiteX31" fmla="*/ 189864 w 2410834"/>
              <a:gd name="connsiteY31" fmla="*/ 1633584 h 2410901"/>
              <a:gd name="connsiteX32" fmla="*/ 647502 w 2410834"/>
              <a:gd name="connsiteY32" fmla="*/ 1175854 h 2410901"/>
              <a:gd name="connsiteX33" fmla="*/ 635865 w 2410834"/>
              <a:gd name="connsiteY33" fmla="*/ 1147705 h 2410901"/>
              <a:gd name="connsiteX34" fmla="*/ 32417 w 2410834"/>
              <a:gd name="connsiteY34" fmla="*/ 1147705 h 2410901"/>
              <a:gd name="connsiteX35" fmla="*/ 4176 w 2410834"/>
              <a:gd name="connsiteY35" fmla="*/ 1131193 h 2410901"/>
              <a:gd name="connsiteX36" fmla="*/ 4628 w 2410834"/>
              <a:gd name="connsiteY36" fmla="*/ 1098529 h 2410901"/>
              <a:gd name="connsiteX37" fmla="*/ 275403 w 2410834"/>
              <a:gd name="connsiteY37" fmla="*/ 647389 h 2410901"/>
              <a:gd name="connsiteX38" fmla="*/ 303193 w 2410834"/>
              <a:gd name="connsiteY38" fmla="*/ 631597 h 2410901"/>
              <a:gd name="connsiteX39" fmla="*/ 1101713 w 2410834"/>
              <a:gd name="connsiteY39" fmla="*/ 631597 h 2410901"/>
              <a:gd name="connsiteX40" fmla="*/ 1468673 w 2410834"/>
              <a:gd name="connsiteY40" fmla="*/ 264729 h 2410901"/>
              <a:gd name="connsiteX41" fmla="*/ 2107668 w 2410834"/>
              <a:gd name="connsiteY41" fmla="*/ 0 h 2410901"/>
              <a:gd name="connsiteX42" fmla="*/ 2378354 w 2410834"/>
              <a:gd name="connsiteY42" fmla="*/ 0 h 2410901"/>
              <a:gd name="connsiteX43" fmla="*/ 2410835 w 2410834"/>
              <a:gd name="connsiteY43" fmla="*/ 32480 h 2410901"/>
              <a:gd name="connsiteX44" fmla="*/ 2410835 w 2410834"/>
              <a:gd name="connsiteY44" fmla="*/ 303167 h 2410901"/>
              <a:gd name="connsiteX45" fmla="*/ 2146198 w 2410834"/>
              <a:gd name="connsiteY45" fmla="*/ 942254 h 2410901"/>
              <a:gd name="connsiteX46" fmla="*/ 1779238 w 2410834"/>
              <a:gd name="connsiteY46" fmla="*/ 1309122 h 2410901"/>
              <a:gd name="connsiteX47" fmla="*/ 1779238 w 2410834"/>
              <a:gd name="connsiteY47" fmla="*/ 2107734 h 2410901"/>
              <a:gd name="connsiteX48" fmla="*/ 1763446 w 2410834"/>
              <a:gd name="connsiteY48" fmla="*/ 2135615 h 2410901"/>
              <a:gd name="connsiteX49" fmla="*/ 1312306 w 2410834"/>
              <a:gd name="connsiteY49" fmla="*/ 2406299 h 2410901"/>
              <a:gd name="connsiteX50" fmla="*/ 1295614 w 2410834"/>
              <a:gd name="connsiteY50" fmla="*/ 2410902 h 2410901"/>
              <a:gd name="connsiteX51" fmla="*/ 1295614 w 2410834"/>
              <a:gd name="connsiteY51" fmla="*/ 1598845 h 2410901"/>
              <a:gd name="connsiteX52" fmla="*/ 1237868 w 2410834"/>
              <a:gd name="connsiteY52" fmla="*/ 1656591 h 2410901"/>
              <a:gd name="connsiteX53" fmla="*/ 1295614 w 2410834"/>
              <a:gd name="connsiteY53" fmla="*/ 1714337 h 2410901"/>
              <a:gd name="connsiteX54" fmla="*/ 1353360 w 2410834"/>
              <a:gd name="connsiteY54" fmla="*/ 1656591 h 2410901"/>
              <a:gd name="connsiteX55" fmla="*/ 1295614 w 2410834"/>
              <a:gd name="connsiteY55" fmla="*/ 1598845 h 2410901"/>
              <a:gd name="connsiteX56" fmla="*/ 754244 w 2410834"/>
              <a:gd name="connsiteY56" fmla="*/ 1057475 h 2410901"/>
              <a:gd name="connsiteX57" fmla="*/ 696498 w 2410834"/>
              <a:gd name="connsiteY57" fmla="*/ 1115221 h 2410901"/>
              <a:gd name="connsiteX58" fmla="*/ 754244 w 2410834"/>
              <a:gd name="connsiteY58" fmla="*/ 1172967 h 2410901"/>
              <a:gd name="connsiteX59" fmla="*/ 811990 w 2410834"/>
              <a:gd name="connsiteY59" fmla="*/ 1115221 h 2410901"/>
              <a:gd name="connsiteX60" fmla="*/ 754244 w 2410834"/>
              <a:gd name="connsiteY60" fmla="*/ 1057475 h 2410901"/>
              <a:gd name="connsiteX61" fmla="*/ 55336 w 2410834"/>
              <a:gd name="connsiteY61" fmla="*/ 2401428 h 2410901"/>
              <a:gd name="connsiteX62" fmla="*/ 9407 w 2410834"/>
              <a:gd name="connsiteY62" fmla="*/ 2355411 h 2410901"/>
              <a:gd name="connsiteX63" fmla="*/ 1188964 w 2410834"/>
              <a:gd name="connsiteY63" fmla="*/ 1175946 h 2410901"/>
              <a:gd name="connsiteX64" fmla="*/ 1172904 w 2410834"/>
              <a:gd name="connsiteY64" fmla="*/ 1115221 h 2410901"/>
              <a:gd name="connsiteX65" fmla="*/ 1295614 w 2410834"/>
              <a:gd name="connsiteY65" fmla="*/ 992510 h 2410901"/>
              <a:gd name="connsiteX66" fmla="*/ 1418325 w 2410834"/>
              <a:gd name="connsiteY66" fmla="*/ 1115221 h 2410901"/>
              <a:gd name="connsiteX67" fmla="*/ 1295614 w 2410834"/>
              <a:gd name="connsiteY67" fmla="*/ 1237931 h 2410901"/>
              <a:gd name="connsiteX68" fmla="*/ 1234889 w 2410834"/>
              <a:gd name="connsiteY68" fmla="*/ 1221871 h 2410901"/>
              <a:gd name="connsiteX69" fmla="*/ 55336 w 2410834"/>
              <a:gd name="connsiteY69" fmla="*/ 2401428 h 2410901"/>
              <a:gd name="connsiteX70" fmla="*/ 1295614 w 2410834"/>
              <a:gd name="connsiteY70" fmla="*/ 1057475 h 2410901"/>
              <a:gd name="connsiteX71" fmla="*/ 1237868 w 2410834"/>
              <a:gd name="connsiteY71" fmla="*/ 1115221 h 2410901"/>
              <a:gd name="connsiteX72" fmla="*/ 1295614 w 2410834"/>
              <a:gd name="connsiteY72" fmla="*/ 1172967 h 2410901"/>
              <a:gd name="connsiteX73" fmla="*/ 1353360 w 2410834"/>
              <a:gd name="connsiteY73" fmla="*/ 1115221 h 2410901"/>
              <a:gd name="connsiteX74" fmla="*/ 1295614 w 2410834"/>
              <a:gd name="connsiteY74" fmla="*/ 1057475 h 2410901"/>
            </a:gdLst>
            <a:ahLst/>
            <a:cxnLst/>
            <a:rect l="l" t="t" r="r" b="b"/>
            <a:pathLst>
              <a:path w="2410834" h="2410901">
                <a:moveTo>
                  <a:pt x="1295614" y="2410902"/>
                </a:moveTo>
                <a:cubicBezTo>
                  <a:pt x="1290111" y="2410902"/>
                  <a:pt x="1284605" y="2409458"/>
                  <a:pt x="1279642" y="2406659"/>
                </a:cubicBezTo>
                <a:cubicBezTo>
                  <a:pt x="1269449" y="2400888"/>
                  <a:pt x="1263130" y="2390150"/>
                  <a:pt x="1263130" y="2378417"/>
                </a:cubicBezTo>
                <a:lnTo>
                  <a:pt x="1263130" y="1774970"/>
                </a:lnTo>
                <a:cubicBezTo>
                  <a:pt x="1253297" y="1772266"/>
                  <a:pt x="1243915" y="1768384"/>
                  <a:pt x="1235161" y="1763421"/>
                </a:cubicBezTo>
                <a:lnTo>
                  <a:pt x="777163" y="2220971"/>
                </a:lnTo>
                <a:lnTo>
                  <a:pt x="731234" y="2174954"/>
                </a:lnTo>
                <a:lnTo>
                  <a:pt x="1189056" y="1717496"/>
                </a:lnTo>
                <a:cubicBezTo>
                  <a:pt x="1178767" y="1699632"/>
                  <a:pt x="1172812" y="1678789"/>
                  <a:pt x="1172812" y="1656591"/>
                </a:cubicBezTo>
                <a:cubicBezTo>
                  <a:pt x="1172812" y="1588922"/>
                  <a:pt x="1227851" y="1533880"/>
                  <a:pt x="1295523" y="1533880"/>
                </a:cubicBezTo>
                <a:cubicBezTo>
                  <a:pt x="1363194" y="1533880"/>
                  <a:pt x="1418233" y="1588922"/>
                  <a:pt x="1418233" y="1656591"/>
                </a:cubicBezTo>
                <a:cubicBezTo>
                  <a:pt x="1418233" y="1712985"/>
                  <a:pt x="1379886" y="1760626"/>
                  <a:pt x="1328007" y="1774970"/>
                </a:cubicBezTo>
                <a:lnTo>
                  <a:pt x="1328007" y="2321123"/>
                </a:lnTo>
                <a:lnTo>
                  <a:pt x="1714094" y="2089418"/>
                </a:lnTo>
                <a:lnTo>
                  <a:pt x="1714094" y="1295677"/>
                </a:lnTo>
                <a:cubicBezTo>
                  <a:pt x="1714094" y="1287015"/>
                  <a:pt x="1717521" y="1278805"/>
                  <a:pt x="1723568" y="1272762"/>
                </a:cubicBezTo>
                <a:lnTo>
                  <a:pt x="2100089" y="896417"/>
                </a:lnTo>
                <a:cubicBezTo>
                  <a:pt x="2258711" y="737887"/>
                  <a:pt x="2345871" y="527294"/>
                  <a:pt x="2345871" y="303167"/>
                </a:cubicBezTo>
                <a:lnTo>
                  <a:pt x="2345871" y="64964"/>
                </a:lnTo>
                <a:lnTo>
                  <a:pt x="2107668" y="64964"/>
                </a:lnTo>
                <a:cubicBezTo>
                  <a:pt x="1883721" y="64964"/>
                  <a:pt x="1673040" y="152215"/>
                  <a:pt x="1514690" y="310657"/>
                </a:cubicBezTo>
                <a:lnTo>
                  <a:pt x="1138164" y="686999"/>
                </a:lnTo>
                <a:cubicBezTo>
                  <a:pt x="1132030" y="693134"/>
                  <a:pt x="1123820" y="696561"/>
                  <a:pt x="1115158" y="696561"/>
                </a:cubicBezTo>
                <a:lnTo>
                  <a:pt x="321600" y="696561"/>
                </a:lnTo>
                <a:lnTo>
                  <a:pt x="89804" y="1082740"/>
                </a:lnTo>
                <a:lnTo>
                  <a:pt x="635865" y="1082740"/>
                </a:lnTo>
                <a:cubicBezTo>
                  <a:pt x="650121" y="1030769"/>
                  <a:pt x="697762" y="992510"/>
                  <a:pt x="754244" y="992510"/>
                </a:cubicBezTo>
                <a:cubicBezTo>
                  <a:pt x="821916" y="992510"/>
                  <a:pt x="876955" y="1047552"/>
                  <a:pt x="876955" y="1115221"/>
                </a:cubicBezTo>
                <a:cubicBezTo>
                  <a:pt x="876955" y="1182892"/>
                  <a:pt x="821916" y="1237931"/>
                  <a:pt x="754244" y="1237931"/>
                </a:cubicBezTo>
                <a:cubicBezTo>
                  <a:pt x="732138" y="1237931"/>
                  <a:pt x="711475" y="1232068"/>
                  <a:pt x="693519" y="1221871"/>
                </a:cubicBezTo>
                <a:lnTo>
                  <a:pt x="235793" y="1679601"/>
                </a:lnTo>
                <a:lnTo>
                  <a:pt x="189864" y="1633584"/>
                </a:lnTo>
                <a:lnTo>
                  <a:pt x="647502" y="1175854"/>
                </a:lnTo>
                <a:cubicBezTo>
                  <a:pt x="642539" y="1167104"/>
                  <a:pt x="638572" y="1157630"/>
                  <a:pt x="635865" y="1147705"/>
                </a:cubicBezTo>
                <a:lnTo>
                  <a:pt x="32417" y="1147705"/>
                </a:lnTo>
                <a:cubicBezTo>
                  <a:pt x="20688" y="1147705"/>
                  <a:pt x="9859" y="1141390"/>
                  <a:pt x="4176" y="1131193"/>
                </a:cubicBezTo>
                <a:cubicBezTo>
                  <a:pt x="-1510" y="1120995"/>
                  <a:pt x="-1418" y="1108546"/>
                  <a:pt x="4628" y="1098529"/>
                </a:cubicBezTo>
                <a:lnTo>
                  <a:pt x="275403" y="647389"/>
                </a:lnTo>
                <a:cubicBezTo>
                  <a:pt x="281266" y="637643"/>
                  <a:pt x="291823" y="631597"/>
                  <a:pt x="303193" y="631597"/>
                </a:cubicBezTo>
                <a:lnTo>
                  <a:pt x="1101713" y="631597"/>
                </a:lnTo>
                <a:lnTo>
                  <a:pt x="1468673" y="264729"/>
                </a:lnTo>
                <a:cubicBezTo>
                  <a:pt x="1639384" y="94018"/>
                  <a:pt x="1866309" y="0"/>
                  <a:pt x="2107668" y="0"/>
                </a:cubicBezTo>
                <a:lnTo>
                  <a:pt x="2378354" y="0"/>
                </a:lnTo>
                <a:cubicBezTo>
                  <a:pt x="2396310" y="0"/>
                  <a:pt x="2410835" y="14528"/>
                  <a:pt x="2410835" y="32480"/>
                </a:cubicBezTo>
                <a:lnTo>
                  <a:pt x="2410835" y="303167"/>
                </a:lnTo>
                <a:cubicBezTo>
                  <a:pt x="2410835" y="544617"/>
                  <a:pt x="2316817" y="771543"/>
                  <a:pt x="2146198" y="942254"/>
                </a:cubicBezTo>
                <a:lnTo>
                  <a:pt x="1779238" y="1309122"/>
                </a:lnTo>
                <a:lnTo>
                  <a:pt x="1779238" y="2107734"/>
                </a:lnTo>
                <a:cubicBezTo>
                  <a:pt x="1779238" y="2119103"/>
                  <a:pt x="1773284" y="2129661"/>
                  <a:pt x="1763446" y="2135615"/>
                </a:cubicBezTo>
                <a:lnTo>
                  <a:pt x="1312306" y="2406299"/>
                </a:lnTo>
                <a:cubicBezTo>
                  <a:pt x="1307164" y="2409366"/>
                  <a:pt x="1301389" y="2410902"/>
                  <a:pt x="1295614" y="2410902"/>
                </a:cubicBezTo>
                <a:close/>
                <a:moveTo>
                  <a:pt x="1295614" y="1598845"/>
                </a:moveTo>
                <a:cubicBezTo>
                  <a:pt x="1263762" y="1598845"/>
                  <a:pt x="1237868" y="1624742"/>
                  <a:pt x="1237868" y="1656591"/>
                </a:cubicBezTo>
                <a:cubicBezTo>
                  <a:pt x="1237868" y="1688443"/>
                  <a:pt x="1263762" y="1714337"/>
                  <a:pt x="1295614" y="1714337"/>
                </a:cubicBezTo>
                <a:cubicBezTo>
                  <a:pt x="1327463" y="1714337"/>
                  <a:pt x="1353360" y="1688443"/>
                  <a:pt x="1353360" y="1656591"/>
                </a:cubicBezTo>
                <a:cubicBezTo>
                  <a:pt x="1353360" y="1624742"/>
                  <a:pt x="1327463" y="1598845"/>
                  <a:pt x="1295614" y="1598845"/>
                </a:cubicBezTo>
                <a:close/>
                <a:moveTo>
                  <a:pt x="754244" y="1057475"/>
                </a:moveTo>
                <a:cubicBezTo>
                  <a:pt x="722392" y="1057475"/>
                  <a:pt x="696498" y="1083372"/>
                  <a:pt x="696498" y="1115221"/>
                </a:cubicBezTo>
                <a:cubicBezTo>
                  <a:pt x="696498" y="1147073"/>
                  <a:pt x="722392" y="1172967"/>
                  <a:pt x="754244" y="1172967"/>
                </a:cubicBezTo>
                <a:cubicBezTo>
                  <a:pt x="786093" y="1172967"/>
                  <a:pt x="811990" y="1147073"/>
                  <a:pt x="811990" y="1115221"/>
                </a:cubicBezTo>
                <a:cubicBezTo>
                  <a:pt x="811990" y="1083372"/>
                  <a:pt x="786093" y="1057475"/>
                  <a:pt x="754244" y="1057475"/>
                </a:cubicBezTo>
                <a:close/>
                <a:moveTo>
                  <a:pt x="55336" y="2401428"/>
                </a:moveTo>
                <a:lnTo>
                  <a:pt x="9407" y="2355411"/>
                </a:lnTo>
                <a:lnTo>
                  <a:pt x="1188964" y="1175946"/>
                </a:lnTo>
                <a:cubicBezTo>
                  <a:pt x="1178767" y="1157990"/>
                  <a:pt x="1172904" y="1137327"/>
                  <a:pt x="1172904" y="1115221"/>
                </a:cubicBezTo>
                <a:cubicBezTo>
                  <a:pt x="1172904" y="1047552"/>
                  <a:pt x="1227943" y="992510"/>
                  <a:pt x="1295614" y="992510"/>
                </a:cubicBezTo>
                <a:cubicBezTo>
                  <a:pt x="1363286" y="992510"/>
                  <a:pt x="1418325" y="1047552"/>
                  <a:pt x="1418325" y="1115221"/>
                </a:cubicBezTo>
                <a:cubicBezTo>
                  <a:pt x="1418325" y="1182892"/>
                  <a:pt x="1363286" y="1237931"/>
                  <a:pt x="1295614" y="1237931"/>
                </a:cubicBezTo>
                <a:cubicBezTo>
                  <a:pt x="1273508" y="1237931"/>
                  <a:pt x="1252845" y="1232068"/>
                  <a:pt x="1234889" y="1221871"/>
                </a:cubicBezTo>
                <a:lnTo>
                  <a:pt x="55336" y="2401428"/>
                </a:lnTo>
                <a:close/>
                <a:moveTo>
                  <a:pt x="1295614" y="1057475"/>
                </a:moveTo>
                <a:cubicBezTo>
                  <a:pt x="1263762" y="1057475"/>
                  <a:pt x="1237868" y="1083372"/>
                  <a:pt x="1237868" y="1115221"/>
                </a:cubicBezTo>
                <a:cubicBezTo>
                  <a:pt x="1237868" y="1147073"/>
                  <a:pt x="1263762" y="1172967"/>
                  <a:pt x="1295614" y="1172967"/>
                </a:cubicBezTo>
                <a:cubicBezTo>
                  <a:pt x="1327463" y="1172967"/>
                  <a:pt x="1353360" y="1147073"/>
                  <a:pt x="1353360" y="1115221"/>
                </a:cubicBezTo>
                <a:cubicBezTo>
                  <a:pt x="1353360" y="1083372"/>
                  <a:pt x="1327463" y="1057475"/>
                  <a:pt x="1295614" y="1057475"/>
                </a:cubicBezTo>
                <a:close/>
              </a:path>
            </a:pathLst>
          </a:custGeom>
          <a:solidFill>
            <a:schemeClr val="tx1"/>
          </a:solidFill>
          <a:ln w="33950">
            <a:noFill/>
            <a:prstDash val="solid"/>
          </a:ln>
        </p:spPr>
        <p:txBody>
          <a:bodyPr anchor="ctr"/>
          <a:lstStyle/>
          <a:p>
            <a:endParaRPr/>
          </a:p>
        </p:txBody>
      </p:sp>
      <p:sp>
        <p:nvSpPr>
          <p:cNvPr id="50" name="Freeform: Shape 14">
            <a:extLst>
              <a:ext uri="{FF2B5EF4-FFF2-40B4-BE49-F238E27FC236}">
                <a16:creationId xmlns:a16="http://schemas.microsoft.com/office/drawing/2014/main" id="{9398B700-9D9E-2545-987F-9F40C96A88ED}"/>
              </a:ext>
            </a:extLst>
          </p:cNvPr>
          <p:cNvSpPr>
            <a:spLocks noGrp="1"/>
          </p:cNvSpPr>
          <p:nvPr/>
        </p:nvSpPr>
        <p:spPr>
          <a:xfrm rot="16200000">
            <a:off x="13411207" y="2741472"/>
            <a:ext cx="10974528" cy="10974528"/>
          </a:xfrm>
          <a:custGeom>
            <a:avLst/>
            <a:gdLst>
              <a:gd name="connsiteX0" fmla="*/ 1432576 w 1432576"/>
              <a:gd name="connsiteY0" fmla="*/ 1432576 h 1432576"/>
              <a:gd name="connsiteX1" fmla="*/ 716288 w 1432576"/>
              <a:gd name="connsiteY1" fmla="*/ 1432576 h 1432576"/>
              <a:gd name="connsiteX2" fmla="*/ 716288 w 1432576"/>
              <a:gd name="connsiteY2" fmla="*/ 1432576 h 1432576"/>
              <a:gd name="connsiteX3" fmla="*/ 0 w 1432576"/>
              <a:gd name="connsiteY3" fmla="*/ 1432576 h 1432576"/>
              <a:gd name="connsiteX4" fmla="*/ 716288 w 1432576"/>
              <a:gd name="connsiteY4" fmla="*/ 716288 h 1432576"/>
              <a:gd name="connsiteX5" fmla="*/ 716288 w 1432576"/>
              <a:gd name="connsiteY5" fmla="*/ 1432576 h 1432576"/>
              <a:gd name="connsiteX6" fmla="*/ 1432576 w 1432576"/>
              <a:gd name="connsiteY6" fmla="*/ 716288 h 1432576"/>
              <a:gd name="connsiteX7" fmla="*/ 1432576 w 1432576"/>
              <a:gd name="connsiteY7" fmla="*/ 1432576 h 1432576"/>
              <a:gd name="connsiteX8" fmla="*/ 716288 w 1432576"/>
              <a:gd name="connsiteY8" fmla="*/ 0 h 1432576"/>
              <a:gd name="connsiteX9" fmla="*/ 0 w 1432576"/>
              <a:gd name="connsiteY9" fmla="*/ 0 h 1432576"/>
              <a:gd name="connsiteX10" fmla="*/ 716288 w 1432576"/>
              <a:gd name="connsiteY10" fmla="*/ 716288 h 1432576"/>
              <a:gd name="connsiteX11" fmla="*/ 716288 w 1432576"/>
              <a:gd name="connsiteY11" fmla="*/ 0 h 1432576"/>
              <a:gd name="connsiteX12" fmla="*/ 1432576 w 1432576"/>
              <a:gd name="connsiteY12" fmla="*/ 716288 h 1432576"/>
              <a:gd name="connsiteX13" fmla="*/ 1432576 w 1432576"/>
              <a:gd name="connsiteY13" fmla="*/ 0 h 1432576"/>
              <a:gd name="connsiteX14" fmla="*/ 716288 w 1432576"/>
              <a:gd name="connsiteY14" fmla="*/ 0 h 1432576"/>
              <a:gd name="connsiteX15" fmla="*/ 716288 w 1432576"/>
              <a:gd name="connsiteY15" fmla="*/ 0 h 1432576"/>
            </a:gdLst>
            <a:ahLst/>
            <a:cxnLst/>
            <a:rect l="l" t="t" r="r" b="b"/>
            <a:pathLst>
              <a:path w="1432576" h="1432576">
                <a:moveTo>
                  <a:pt x="1432576" y="1432576"/>
                </a:moveTo>
                <a:lnTo>
                  <a:pt x="716288" y="1432576"/>
                </a:lnTo>
                <a:lnTo>
                  <a:pt x="716288" y="1432576"/>
                </a:lnTo>
                <a:lnTo>
                  <a:pt x="0" y="1432576"/>
                </a:lnTo>
                <a:lnTo>
                  <a:pt x="716288" y="716288"/>
                </a:lnTo>
                <a:lnTo>
                  <a:pt x="716288" y="1432576"/>
                </a:lnTo>
                <a:lnTo>
                  <a:pt x="1432576" y="716288"/>
                </a:lnTo>
                <a:lnTo>
                  <a:pt x="1432576" y="1432576"/>
                </a:lnTo>
                <a:close/>
                <a:moveTo>
                  <a:pt x="716288" y="0"/>
                </a:moveTo>
                <a:lnTo>
                  <a:pt x="0" y="0"/>
                </a:lnTo>
                <a:lnTo>
                  <a:pt x="716288" y="716288"/>
                </a:lnTo>
                <a:lnTo>
                  <a:pt x="716288" y="0"/>
                </a:lnTo>
                <a:lnTo>
                  <a:pt x="1432576" y="716288"/>
                </a:lnTo>
                <a:lnTo>
                  <a:pt x="1432576" y="0"/>
                </a:lnTo>
                <a:lnTo>
                  <a:pt x="716288" y="0"/>
                </a:lnTo>
                <a:lnTo>
                  <a:pt x="716288" y="0"/>
                </a:lnTo>
                <a:close/>
              </a:path>
            </a:pathLst>
          </a:custGeom>
          <a:gradFill>
            <a:gsLst>
              <a:gs pos="50000">
                <a:srgbClr val="0F62FE"/>
              </a:gs>
              <a:gs pos="10000">
                <a:srgbClr val="8A3FFC"/>
              </a:gs>
              <a:gs pos="90000">
                <a:srgbClr val="33B1FF"/>
              </a:gs>
            </a:gsLst>
            <a:lin ang="2700000" scaled="0"/>
          </a:gradFill>
          <a:ln w="7338">
            <a:noFill/>
            <a:prstDash val="solid"/>
          </a:ln>
        </p:spPr>
        <p:txBody>
          <a:bodyPr anchor="ctr"/>
          <a:lstStyle/>
          <a:p>
            <a:endParaRPr/>
          </a:p>
        </p:txBody>
      </p:sp>
      <p:pic>
        <p:nvPicPr>
          <p:cNvPr id="116" name="Picture 3"/>
          <p:cNvPicPr>
            <a:picLocks noChangeAspect="1"/>
          </p:cNvPicPr>
          <p:nvPr/>
        </p:nvPicPr>
        <p:blipFill>
          <a:blip r:embed="rId2"/>
          <a:stretch>
            <a:fillRect/>
          </a:stretch>
        </p:blipFill>
        <p:spPr>
          <a:xfrm>
            <a:off x="-70807" y="-97188"/>
            <a:ext cx="5118898" cy="1625047"/>
          </a:xfrm>
          <a:prstGeom prst="rect">
            <a:avLst/>
          </a:prstGeom>
        </p:spPr>
      </p:pic>
      <p:sp>
        <p:nvSpPr>
          <p:cNvPr id="3" name="TextBox 2">
            <a:extLst>
              <a:ext uri="{FF2B5EF4-FFF2-40B4-BE49-F238E27FC236}">
                <a16:creationId xmlns:a16="http://schemas.microsoft.com/office/drawing/2014/main" id="{37C90BE2-FE32-3840-9273-88A15DEB6386}"/>
              </a:ext>
            </a:extLst>
          </p:cNvPr>
          <p:cNvSpPr>
            <a:spLocks noGrp="1"/>
          </p:cNvSpPr>
          <p:nvPr/>
        </p:nvSpPr>
        <p:spPr>
          <a:xfrm>
            <a:off x="693231" y="12515942"/>
            <a:ext cx="6800495" cy="861774"/>
          </a:xfrm>
          <a:prstGeom prst="rect">
            <a:avLst/>
          </a:prstGeom>
          <a:noFill/>
          <a:ln w="12700"/>
        </p:spPr>
        <p:txBody>
          <a:bodyPr wrap="square" lIns="0" tIns="0" rIns="0" bIns="0" anchor="b">
            <a:spAutoFit/>
          </a:bodyPr>
          <a:lstStyle/>
          <a:p>
            <a:r>
              <a:rPr sz="2800" b="0" i="0">
                <a:solidFill>
                  <a:srgbClr val="F4F4F4"/>
                </a:solidFill>
                <a:latin typeface="IBM Plex Mono Light"/>
                <a:ea typeface="IBM Plex Mono Light"/>
                <a:cs typeface="IBM Plex Mono Light"/>
              </a:rPr>
              <a:t>Georgia, AT</a:t>
            </a:r>
            <a:br/>
            <a:r>
              <a:rPr sz="2800" b="0" i="0">
                <a:solidFill>
                  <a:srgbClr val="F4F4F4"/>
                </a:solidFill>
                <a:latin typeface="IBM Plex Mono Light"/>
                <a:ea typeface="IBM Plex Mono Light"/>
                <a:cs typeface="IBM Plex Mono Light"/>
              </a:rPr>
              <a:t>October 26–29</a:t>
            </a: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2_Agenda 1">
    <p:bg>
      <p:bgPr>
        <a:solidFill>
          <a:schemeClr val="tx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75ABC18E-8B91-444E-A294-AC49A657F0FD}"/>
              </a:ext>
            </a:extLst>
          </p:cNvPr>
          <p:cNvSpPr>
            <a:spLocks noGrp="1"/>
          </p:cNvSpPr>
          <p:nvPr/>
        </p:nvSpPr>
        <p:spPr>
          <a:xfrm>
            <a:off x="-1" y="0"/>
            <a:ext cx="24387175" cy="13716000"/>
          </a:xfrm>
          <a:prstGeom prst="rect">
            <a:avLst/>
          </a:prstGeom>
          <a:solidFill>
            <a:schemeClr val="tx1"/>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chemeClr val="bg1"/>
              </a:solidFill>
              <a:latin typeface="+mn-lt"/>
              <a:ea typeface="+mn-lt"/>
              <a:cs typeface="+mn-lt"/>
            </a:endParaRP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51020" y="383875"/>
            <a:ext cx="11067892" cy="1292526"/>
          </a:xfrm>
        </p:spPr>
        <p:txBody>
          <a:bodyPr/>
          <a:lstStyle>
            <a:lvl1pPr>
              <a:lnSpc>
                <a:spcPct val="100000"/>
              </a:lnSpc>
              <a:buNone/>
              <a:defRPr sz="3600">
                <a:solidFill>
                  <a:srgbClr val="F4F4F4"/>
                </a:solidFill>
              </a:defRPr>
            </a:lvl1pPr>
          </a:lstStyle>
          <a:p>
            <a:r>
              <a:t>Click to edit Master title style</a:t>
            </a:r>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idx="10"/>
          </p:nvPr>
        </p:nvSpPr>
        <p:spPr>
          <a:xfrm>
            <a:off x="551020" y="3429000"/>
            <a:ext cx="1097280" cy="8567737"/>
          </a:xfrm>
        </p:spPr>
        <p:txBody>
          <a:bodyPr/>
          <a:lstStyle>
            <a:lvl1pPr defTabSz="1161288">
              <a:spcBef>
                <a:spcPts val="0"/>
              </a:spcBef>
              <a:spcAft>
                <a:spcPts val="1800"/>
              </a:spcAft>
              <a:buNone/>
              <a:defRPr sz="6400">
                <a:solidFill>
                  <a:srgbClr val="F4F4F4"/>
                </a:solidFill>
              </a:defRPr>
            </a:lvl1pPr>
            <a:lvl2pPr defTabSz="1161288">
              <a:spcBef>
                <a:spcPts val="0"/>
              </a:spcBef>
              <a:buNone/>
              <a:defRPr>
                <a:solidFill>
                  <a:schemeClr val="tx1"/>
                </a:solidFill>
              </a:defRPr>
            </a:lvl2pPr>
            <a:lvl3pPr defTabSz="1161288">
              <a:spcBef>
                <a:spcPts val="0"/>
              </a:spcBef>
              <a:buNone/>
              <a:defRPr>
                <a:solidFill>
                  <a:schemeClr val="tx1"/>
                </a:solidFill>
              </a:defRPr>
            </a:lvl3pPr>
            <a:lvl4pPr defTabSz="1161288">
              <a:spcBef>
                <a:spcPts val="0"/>
              </a:spcBef>
              <a:buNone/>
              <a:defRPr>
                <a:solidFill>
                  <a:schemeClr val="tx1"/>
                </a:solidFill>
              </a:defRPr>
            </a:lvl4pPr>
            <a:lvl5pPr defTabSz="1161288">
              <a:spcBef>
                <a:spcPts val="0"/>
              </a:spcBef>
              <a:buNone/>
              <a:defRPr>
                <a:solidFill>
                  <a:schemeClr val="tx1"/>
                </a:solidFill>
              </a:defRPr>
            </a:lvl5pPr>
          </a:lstStyle>
          <a:p>
            <a:pPr lvl="0">
              <a:buNone/>
            </a:pPr>
            <a:endParaRPr/>
          </a:p>
        </p:txBody>
      </p:sp>
      <p:sp>
        <p:nvSpPr>
          <p:cNvPr id="9" name="Text Placeholder 6">
            <a:extLst>
              <a:ext uri="{FF2B5EF4-FFF2-40B4-BE49-F238E27FC236}">
                <a16:creationId xmlns:a16="http://schemas.microsoft.com/office/drawing/2014/main" id="{79EEE1D6-6B7E-76B8-7CD3-AF36ED0688CE}"/>
              </a:ext>
            </a:extLst>
          </p:cNvPr>
          <p:cNvSpPr>
            <a:spLocks noGrp="1"/>
          </p:cNvSpPr>
          <p:nvPr>
            <p:ph type="body" idx="11"/>
          </p:nvPr>
        </p:nvSpPr>
        <p:spPr>
          <a:xfrm>
            <a:off x="2041661" y="3429000"/>
            <a:ext cx="9577251" cy="8567737"/>
          </a:xfrm>
        </p:spPr>
        <p:txBody>
          <a:bodyPr/>
          <a:lstStyle>
            <a:lvl1pPr defTabSz="1161288">
              <a:spcBef>
                <a:spcPts val="0"/>
              </a:spcBef>
              <a:spcAft>
                <a:spcPts val="1800"/>
              </a:spcAft>
              <a:buNone/>
              <a:defRPr sz="6400">
                <a:solidFill>
                  <a:srgbClr val="F4F4F4"/>
                </a:solidFill>
              </a:defRPr>
            </a:lvl1pPr>
            <a:lvl2pPr defTabSz="1161288">
              <a:spcBef>
                <a:spcPts val="0"/>
              </a:spcBef>
              <a:buNone/>
              <a:defRPr>
                <a:solidFill>
                  <a:schemeClr val="tx1"/>
                </a:solidFill>
              </a:defRPr>
            </a:lvl2pPr>
            <a:lvl3pPr defTabSz="1161288">
              <a:spcBef>
                <a:spcPts val="0"/>
              </a:spcBef>
              <a:buNone/>
              <a:defRPr>
                <a:solidFill>
                  <a:schemeClr val="tx1"/>
                </a:solidFill>
              </a:defRPr>
            </a:lvl3pPr>
            <a:lvl4pPr defTabSz="1161288">
              <a:spcBef>
                <a:spcPts val="0"/>
              </a:spcBef>
              <a:buNone/>
              <a:defRPr>
                <a:solidFill>
                  <a:schemeClr val="tx1"/>
                </a:solidFill>
              </a:defRPr>
            </a:lvl4pPr>
            <a:lvl5pPr defTabSz="1161288">
              <a:spcBef>
                <a:spcPts val="0"/>
              </a:spcBef>
              <a:buNone/>
              <a:defRPr>
                <a:solidFill>
                  <a:schemeClr val="tx1"/>
                </a:solidFill>
              </a:defRPr>
            </a:lvl5pPr>
          </a:lstStyle>
          <a:p>
            <a:pPr lvl="0">
              <a:buNone/>
            </a:pPr>
            <a:endParaRPr/>
          </a:p>
        </p:txBody>
      </p:sp>
      <p:sp>
        <p:nvSpPr>
          <p:cNvPr id="10" name="Footer Placeholder 9">
            <a:extLst>
              <a:ext uri="{FF2B5EF4-FFF2-40B4-BE49-F238E27FC236}">
                <a16:creationId xmlns:a16="http://schemas.microsoft.com/office/drawing/2014/main" id="{BEE42D56-845E-8955-617D-714DF745137F}"/>
              </a:ext>
            </a:extLst>
          </p:cNvPr>
          <p:cNvSpPr>
            <a:spLocks noGrp="1"/>
          </p:cNvSpPr>
          <p:nvPr>
            <p:ph type="ftr" idx="12"/>
          </p:nvPr>
        </p:nvSpPr>
        <p:spPr/>
        <p:txBody>
          <a:bodyPr/>
          <a:lstStyle/>
          <a:p>
            <a:r>
              <a:t>IBM TechXchange | © 2026 IBM Corporation</a:t>
            </a:r>
          </a:p>
        </p:txBody>
      </p:sp>
      <p:pic>
        <p:nvPicPr>
          <p:cNvPr id="43" name="Picture 2"/>
          <p:cNvPicPr>
            <a:picLocks noChangeAspect="1"/>
          </p:cNvPicPr>
          <p:nvPr/>
        </p:nvPicPr>
        <p:blipFill>
          <a:blip r:embed="rId2"/>
          <a:srcRect t="12433" b="12433"/>
          <a:stretch/>
        </p:blipFill>
        <p:spPr>
          <a:xfrm>
            <a:off x="17539970" y="-7"/>
            <a:ext cx="6847205" cy="6858000"/>
          </a:xfrm>
          <a:prstGeom prst="rect">
            <a:avLst/>
          </a:prstGeom>
        </p:spPr>
      </p:pic>
      <p:sp>
        <p:nvSpPr>
          <p:cNvPr id="12" name="Graphic 10">
            <a:extLst>
              <a:ext uri="{FF2B5EF4-FFF2-40B4-BE49-F238E27FC236}">
                <a16:creationId xmlns:a16="http://schemas.microsoft.com/office/drawing/2014/main" id="{E0F4E0A5-5715-4B56-FD74-A84349F6329B}"/>
              </a:ext>
            </a:extLst>
          </p:cNvPr>
          <p:cNvSpPr>
            <a:spLocks noGrp="1"/>
          </p:cNvSpPr>
          <p:nvPr/>
        </p:nvSpPr>
        <p:spPr>
          <a:xfrm rot="16200000">
            <a:off x="17529167" y="6857992"/>
            <a:ext cx="6858007" cy="6858007"/>
          </a:xfrm>
          <a:custGeom>
            <a:avLst/>
            <a:gdLst>
              <a:gd name="csX0" fmla="*/ 9320576 w 9320576"/>
              <a:gd name="csY0" fmla="*/ 9320576 h 9320576"/>
              <a:gd name="csX1" fmla="*/ 9320576 w 9320576"/>
              <a:gd name="csY1" fmla="*/ 0 h 9320576"/>
              <a:gd name="csX2" fmla="*/ 4660288 w 9320576"/>
              <a:gd name="csY2" fmla="*/ 0 h 9320576"/>
              <a:gd name="csX3" fmla="*/ 9320576 w 9320576"/>
              <a:gd name="csY3" fmla="*/ 4660288 h 9320576"/>
              <a:gd name="csX4" fmla="*/ 4660288 w 9320576"/>
              <a:gd name="csY4" fmla="*/ 9320576 h 9320576"/>
              <a:gd name="csX5" fmla="*/ 9320576 w 9320576"/>
              <a:gd name="csY5" fmla="*/ 9320576 h 9320576"/>
              <a:gd name="csX6" fmla="*/ 0 w 9320576"/>
              <a:gd name="csY6" fmla="*/ 9320576 h 9320576"/>
              <a:gd name="csX7" fmla="*/ 0 w 9320576"/>
              <a:gd name="csY7" fmla="*/ 0 h 9320576"/>
              <a:gd name="csX8" fmla="*/ 4660288 w 9320576"/>
              <a:gd name="csY8" fmla="*/ 4660288 h 9320576"/>
              <a:gd name="csX9" fmla="*/ 0 w 9320576"/>
              <a:gd name="csY9" fmla="*/ 9320576 h 9320576"/>
            </a:gdLst>
            <a:ahLst/>
            <a:cxnLst/>
            <a:rect l="l" t="t" r="r" b="b"/>
            <a:pathLst>
              <a:path w="9320576" h="9320576">
                <a:moveTo>
                  <a:pt x="9320576" y="9320576"/>
                </a:moveTo>
                <a:lnTo>
                  <a:pt x="9320576" y="0"/>
                </a:lnTo>
                <a:lnTo>
                  <a:pt x="4660288" y="0"/>
                </a:lnTo>
                <a:lnTo>
                  <a:pt x="9320576" y="4660288"/>
                </a:lnTo>
                <a:lnTo>
                  <a:pt x="4660288" y="9320576"/>
                </a:lnTo>
                <a:lnTo>
                  <a:pt x="9320576" y="9320576"/>
                </a:lnTo>
                <a:close/>
                <a:moveTo>
                  <a:pt x="0" y="9320576"/>
                </a:moveTo>
                <a:lnTo>
                  <a:pt x="0" y="0"/>
                </a:lnTo>
                <a:lnTo>
                  <a:pt x="4660288" y="4660288"/>
                </a:lnTo>
                <a:lnTo>
                  <a:pt x="0" y="9320576"/>
                </a:lnTo>
                <a:close/>
              </a:path>
            </a:pathLst>
          </a:custGeom>
          <a:gradFill>
            <a:gsLst>
              <a:gs pos="50000">
                <a:srgbClr val="D02670"/>
              </a:gs>
              <a:gs pos="10000">
                <a:srgbClr val="8A3FFC"/>
              </a:gs>
              <a:gs pos="90000">
                <a:srgbClr val="FA4D56"/>
              </a:gs>
            </a:gsLst>
            <a:lin ang="2700000" scaled="0"/>
          </a:gradFill>
          <a:ln w="47772">
            <a:noFill/>
            <a:prstDash val="solid"/>
          </a:ln>
        </p:spPr>
        <p:txBody>
          <a:bodyPr/>
          <a:lstStyle/>
          <a:p>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2_Agenda 2">
    <p:bg>
      <p:bgPr>
        <a:solidFill>
          <a:schemeClr val="tx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75ABC18E-8B91-444E-A294-AC49A657F0FD}"/>
              </a:ext>
            </a:extLst>
          </p:cNvPr>
          <p:cNvSpPr>
            <a:spLocks noGrp="1"/>
          </p:cNvSpPr>
          <p:nvPr/>
        </p:nvSpPr>
        <p:spPr>
          <a:xfrm>
            <a:off x="-1" y="0"/>
            <a:ext cx="24387175" cy="13716000"/>
          </a:xfrm>
          <a:prstGeom prst="rect">
            <a:avLst/>
          </a:prstGeom>
          <a:solidFill>
            <a:schemeClr val="tx1"/>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chemeClr val="bg1"/>
              </a:solidFill>
              <a:latin typeface="+mn-lt"/>
              <a:ea typeface="+mn-lt"/>
              <a:cs typeface="+mn-lt"/>
            </a:endParaRP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51020" y="383875"/>
            <a:ext cx="11067892" cy="1292526"/>
          </a:xfrm>
        </p:spPr>
        <p:txBody>
          <a:bodyPr/>
          <a:lstStyle>
            <a:lvl1pPr>
              <a:lnSpc>
                <a:spcPct val="100000"/>
              </a:lnSpc>
              <a:buNone/>
              <a:defRPr sz="6600">
                <a:solidFill>
                  <a:srgbClr val="F4F4F4"/>
                </a:solidFill>
              </a:defRPr>
            </a:lvl1pPr>
          </a:lstStyle>
          <a:p>
            <a:r>
              <a:t>Click to edit Master title style</a:t>
            </a:r>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idx="10"/>
          </p:nvPr>
        </p:nvSpPr>
        <p:spPr>
          <a:xfrm>
            <a:off x="551020" y="3429000"/>
            <a:ext cx="1097280" cy="8567737"/>
          </a:xfrm>
        </p:spPr>
        <p:txBody>
          <a:bodyPr/>
          <a:lstStyle>
            <a:lvl1pPr defTabSz="1161288">
              <a:spcBef>
                <a:spcPts val="0"/>
              </a:spcBef>
              <a:spcAft>
                <a:spcPts val="1800"/>
              </a:spcAft>
              <a:buNone/>
              <a:defRPr sz="6400">
                <a:solidFill>
                  <a:srgbClr val="F4F4F4"/>
                </a:solidFill>
              </a:defRPr>
            </a:lvl1pPr>
            <a:lvl2pPr defTabSz="1161288">
              <a:spcBef>
                <a:spcPts val="0"/>
              </a:spcBef>
              <a:buNone/>
              <a:defRPr>
                <a:solidFill>
                  <a:schemeClr val="tx1"/>
                </a:solidFill>
              </a:defRPr>
            </a:lvl2pPr>
            <a:lvl3pPr defTabSz="1161288">
              <a:spcBef>
                <a:spcPts val="0"/>
              </a:spcBef>
              <a:buNone/>
              <a:defRPr>
                <a:solidFill>
                  <a:schemeClr val="tx1"/>
                </a:solidFill>
              </a:defRPr>
            </a:lvl3pPr>
            <a:lvl4pPr defTabSz="1161288">
              <a:spcBef>
                <a:spcPts val="0"/>
              </a:spcBef>
              <a:buNone/>
              <a:defRPr>
                <a:solidFill>
                  <a:schemeClr val="tx1"/>
                </a:solidFill>
              </a:defRPr>
            </a:lvl4pPr>
            <a:lvl5pPr defTabSz="1161288">
              <a:spcBef>
                <a:spcPts val="0"/>
              </a:spcBef>
              <a:buNone/>
              <a:defRPr>
                <a:solidFill>
                  <a:schemeClr val="tx1"/>
                </a:solidFill>
              </a:defRPr>
            </a:lvl5pPr>
          </a:lstStyle>
          <a:p>
            <a:pPr lvl="0">
              <a:buNone/>
            </a:pPr>
            <a:endParaRPr/>
          </a:p>
        </p:txBody>
      </p:sp>
      <p:sp>
        <p:nvSpPr>
          <p:cNvPr id="9" name="Text Placeholder 6">
            <a:extLst>
              <a:ext uri="{FF2B5EF4-FFF2-40B4-BE49-F238E27FC236}">
                <a16:creationId xmlns:a16="http://schemas.microsoft.com/office/drawing/2014/main" id="{79EEE1D6-6B7E-76B8-7CD3-AF36ED0688CE}"/>
              </a:ext>
            </a:extLst>
          </p:cNvPr>
          <p:cNvSpPr>
            <a:spLocks noGrp="1"/>
          </p:cNvSpPr>
          <p:nvPr>
            <p:ph type="body" idx="11"/>
          </p:nvPr>
        </p:nvSpPr>
        <p:spPr>
          <a:xfrm>
            <a:off x="2041661" y="3429000"/>
            <a:ext cx="9577251" cy="8567737"/>
          </a:xfrm>
        </p:spPr>
        <p:txBody>
          <a:bodyPr/>
          <a:lstStyle>
            <a:lvl1pPr defTabSz="1161288">
              <a:spcBef>
                <a:spcPts val="0"/>
              </a:spcBef>
              <a:spcAft>
                <a:spcPts val="1800"/>
              </a:spcAft>
              <a:buNone/>
              <a:defRPr sz="6400">
                <a:solidFill>
                  <a:srgbClr val="F4F4F4"/>
                </a:solidFill>
              </a:defRPr>
            </a:lvl1pPr>
            <a:lvl2pPr defTabSz="1161288">
              <a:spcBef>
                <a:spcPts val="0"/>
              </a:spcBef>
              <a:buNone/>
              <a:defRPr>
                <a:solidFill>
                  <a:schemeClr val="tx1"/>
                </a:solidFill>
              </a:defRPr>
            </a:lvl2pPr>
            <a:lvl3pPr defTabSz="1161288">
              <a:spcBef>
                <a:spcPts val="0"/>
              </a:spcBef>
              <a:buNone/>
              <a:defRPr>
                <a:solidFill>
                  <a:schemeClr val="tx1"/>
                </a:solidFill>
              </a:defRPr>
            </a:lvl3pPr>
            <a:lvl4pPr defTabSz="1161288">
              <a:spcBef>
                <a:spcPts val="0"/>
              </a:spcBef>
              <a:buNone/>
              <a:defRPr>
                <a:solidFill>
                  <a:schemeClr val="tx1"/>
                </a:solidFill>
              </a:defRPr>
            </a:lvl4pPr>
            <a:lvl5pPr defTabSz="1161288">
              <a:spcBef>
                <a:spcPts val="0"/>
              </a:spcBef>
              <a:buNone/>
              <a:defRPr>
                <a:solidFill>
                  <a:schemeClr val="tx1"/>
                </a:solidFill>
              </a:defRPr>
            </a:lvl5pPr>
          </a:lstStyle>
          <a:p>
            <a:pPr lvl="0">
              <a:buNone/>
            </a:pPr>
            <a:endParaRPr/>
          </a:p>
        </p:txBody>
      </p:sp>
      <p:sp>
        <p:nvSpPr>
          <p:cNvPr id="23" name="Freeform: Shape 30">
            <a:extLst>
              <a:ext uri="{FF2B5EF4-FFF2-40B4-BE49-F238E27FC236}">
                <a16:creationId xmlns:a16="http://schemas.microsoft.com/office/drawing/2014/main" id="{3F1E0EE2-3537-124C-93DA-E8D4AC77BDDE}"/>
              </a:ext>
            </a:extLst>
          </p:cNvPr>
          <p:cNvSpPr>
            <a:spLocks noGrp="1"/>
          </p:cNvSpPr>
          <p:nvPr/>
        </p:nvSpPr>
        <p:spPr>
          <a:xfrm>
            <a:off x="14796768" y="0"/>
            <a:ext cx="2743200" cy="2743200"/>
          </a:xfrm>
          <a:custGeom>
            <a:avLst/>
            <a:gdLst>
              <a:gd name="connsiteX0" fmla="*/ 0 w 952500"/>
              <a:gd name="connsiteY0" fmla="*/ 0 h 952500"/>
              <a:gd name="connsiteX1" fmla="*/ 952500 w 952500"/>
              <a:gd name="connsiteY1" fmla="*/ 0 h 952500"/>
              <a:gd name="connsiteX2" fmla="*/ 952500 w 952500"/>
              <a:gd name="connsiteY2" fmla="*/ 952500 h 952500"/>
              <a:gd name="connsiteX3" fmla="*/ 0 w 952500"/>
              <a:gd name="connsiteY3" fmla="*/ 952500 h 952500"/>
            </a:gdLst>
            <a:ahLst/>
            <a:cxnLst/>
            <a:rect l="l" t="t" r="r" b="b"/>
            <a:pathLst>
              <a:path w="952500" h="952500">
                <a:moveTo>
                  <a:pt x="0" y="0"/>
                </a:moveTo>
                <a:lnTo>
                  <a:pt x="952500" y="0"/>
                </a:lnTo>
                <a:lnTo>
                  <a:pt x="952500" y="952500"/>
                </a:lnTo>
                <a:lnTo>
                  <a:pt x="0" y="952500"/>
                </a:lnTo>
                <a:close/>
              </a:path>
            </a:pathLst>
          </a:custGeom>
          <a:noFill/>
          <a:ln w="9525">
            <a:noFill/>
            <a:prstDash val="solid"/>
          </a:ln>
        </p:spPr>
        <p:txBody>
          <a:bodyPr anchor="ctr"/>
          <a:lstStyle/>
          <a:p>
            <a:endParaRPr/>
          </a:p>
        </p:txBody>
      </p:sp>
      <p:sp>
        <p:nvSpPr>
          <p:cNvPr id="37" name="Freeform: Shape 31">
            <a:extLst>
              <a:ext uri="{FF2B5EF4-FFF2-40B4-BE49-F238E27FC236}">
                <a16:creationId xmlns:a16="http://schemas.microsoft.com/office/drawing/2014/main" id="{3B0129E4-4E5E-D14D-9F8A-8C67C7E7F55F}"/>
              </a:ext>
            </a:extLst>
          </p:cNvPr>
          <p:cNvSpPr>
            <a:spLocks noGrp="1"/>
          </p:cNvSpPr>
          <p:nvPr/>
        </p:nvSpPr>
        <p:spPr>
          <a:xfrm>
            <a:off x="15035428" y="238657"/>
            <a:ext cx="2238448" cy="2238448"/>
          </a:xfrm>
          <a:custGeom>
            <a:avLst/>
            <a:gdLst>
              <a:gd name="connsiteX0" fmla="*/ 388620 w 777239"/>
              <a:gd name="connsiteY0" fmla="*/ 777240 h 777239"/>
              <a:gd name="connsiteX1" fmla="*/ 0 w 777239"/>
              <a:gd name="connsiteY1" fmla="*/ 388620 h 777239"/>
              <a:gd name="connsiteX2" fmla="*/ 388620 w 777239"/>
              <a:gd name="connsiteY2" fmla="*/ 0 h 777239"/>
              <a:gd name="connsiteX3" fmla="*/ 777240 w 777239"/>
              <a:gd name="connsiteY3" fmla="*/ 388620 h 777239"/>
              <a:gd name="connsiteX4" fmla="*/ 685904 w 777239"/>
              <a:gd name="connsiteY4" fmla="*/ 638364 h 777239"/>
              <a:gd name="connsiteX5" fmla="*/ 691395 w 777239"/>
              <a:gd name="connsiteY5" fmla="*/ 656960 h 777239"/>
              <a:gd name="connsiteX6" fmla="*/ 656985 w 777239"/>
              <a:gd name="connsiteY6" fmla="*/ 691369 h 777239"/>
              <a:gd name="connsiteX7" fmla="*/ 638364 w 777239"/>
              <a:gd name="connsiteY7" fmla="*/ 685879 h 777239"/>
              <a:gd name="connsiteX8" fmla="*/ 388620 w 777239"/>
              <a:gd name="connsiteY8" fmla="*/ 777240 h 777239"/>
              <a:gd name="connsiteX9" fmla="*/ 388620 w 777239"/>
              <a:gd name="connsiteY9" fmla="*/ 18216 h 777239"/>
              <a:gd name="connsiteX10" fmla="*/ 18216 w 777239"/>
              <a:gd name="connsiteY10" fmla="*/ 388620 h 777239"/>
              <a:gd name="connsiteX11" fmla="*/ 388620 w 777239"/>
              <a:gd name="connsiteY11" fmla="*/ 759023 h 777239"/>
              <a:gd name="connsiteX12" fmla="*/ 486332 w 777239"/>
              <a:gd name="connsiteY12" fmla="*/ 745817 h 777239"/>
              <a:gd name="connsiteX13" fmla="*/ 461967 w 777239"/>
              <a:gd name="connsiteY13" fmla="*/ 746879 h 777239"/>
              <a:gd name="connsiteX14" fmla="*/ 177105 w 777239"/>
              <a:gd name="connsiteY14" fmla="*/ 461993 h 777239"/>
              <a:gd name="connsiteX15" fmla="*/ 461967 w 777239"/>
              <a:gd name="connsiteY15" fmla="*/ 177130 h 777239"/>
              <a:gd name="connsiteX16" fmla="*/ 746854 w 777239"/>
              <a:gd name="connsiteY16" fmla="*/ 461993 h 777239"/>
              <a:gd name="connsiteX17" fmla="*/ 745791 w 777239"/>
              <a:gd name="connsiteY17" fmla="*/ 486382 h 777239"/>
              <a:gd name="connsiteX18" fmla="*/ 758998 w 777239"/>
              <a:gd name="connsiteY18" fmla="*/ 388645 h 777239"/>
              <a:gd name="connsiteX19" fmla="*/ 388620 w 777239"/>
              <a:gd name="connsiteY19" fmla="*/ 18216 h 777239"/>
              <a:gd name="connsiteX20" fmla="*/ 461967 w 777239"/>
              <a:gd name="connsiteY20" fmla="*/ 195322 h 777239"/>
              <a:gd name="connsiteX21" fmla="*/ 195296 w 777239"/>
              <a:gd name="connsiteY21" fmla="*/ 461993 h 777239"/>
              <a:gd name="connsiteX22" fmla="*/ 461967 w 777239"/>
              <a:gd name="connsiteY22" fmla="*/ 728637 h 777239"/>
              <a:gd name="connsiteX23" fmla="*/ 541866 w 777239"/>
              <a:gd name="connsiteY23" fmla="*/ 716366 h 777239"/>
              <a:gd name="connsiteX24" fmla="*/ 535314 w 777239"/>
              <a:gd name="connsiteY24" fmla="*/ 716493 h 777239"/>
              <a:gd name="connsiteX25" fmla="*/ 354186 w 777239"/>
              <a:gd name="connsiteY25" fmla="*/ 535365 h 777239"/>
              <a:gd name="connsiteX26" fmla="*/ 535314 w 777239"/>
              <a:gd name="connsiteY26" fmla="*/ 354236 h 777239"/>
              <a:gd name="connsiteX27" fmla="*/ 716442 w 777239"/>
              <a:gd name="connsiteY27" fmla="*/ 535365 h 777239"/>
              <a:gd name="connsiteX28" fmla="*/ 716316 w 777239"/>
              <a:gd name="connsiteY28" fmla="*/ 541867 h 777239"/>
              <a:gd name="connsiteX29" fmla="*/ 728587 w 777239"/>
              <a:gd name="connsiteY29" fmla="*/ 462017 h 777239"/>
              <a:gd name="connsiteX30" fmla="*/ 461967 w 777239"/>
              <a:gd name="connsiteY30" fmla="*/ 195322 h 777239"/>
              <a:gd name="connsiteX31" fmla="*/ 535339 w 777239"/>
              <a:gd name="connsiteY31" fmla="*/ 372427 h 777239"/>
              <a:gd name="connsiteX32" fmla="*/ 372427 w 777239"/>
              <a:gd name="connsiteY32" fmla="*/ 535339 h 777239"/>
              <a:gd name="connsiteX33" fmla="*/ 535339 w 777239"/>
              <a:gd name="connsiteY33" fmla="*/ 698226 h 777239"/>
              <a:gd name="connsiteX34" fmla="*/ 625486 w 777239"/>
              <a:gd name="connsiteY34" fmla="*/ 670825 h 777239"/>
              <a:gd name="connsiteX35" fmla="*/ 622551 w 777239"/>
              <a:gd name="connsiteY35" fmla="*/ 656960 h 777239"/>
              <a:gd name="connsiteX36" fmla="*/ 656960 w 777239"/>
              <a:gd name="connsiteY36" fmla="*/ 622551 h 777239"/>
              <a:gd name="connsiteX37" fmla="*/ 670825 w 777239"/>
              <a:gd name="connsiteY37" fmla="*/ 625486 h 777239"/>
              <a:gd name="connsiteX38" fmla="*/ 698226 w 777239"/>
              <a:gd name="connsiteY38" fmla="*/ 535339 h 777239"/>
              <a:gd name="connsiteX39" fmla="*/ 535339 w 777239"/>
              <a:gd name="connsiteY39" fmla="*/ 372427 h 777239"/>
              <a:gd name="connsiteX40" fmla="*/ 656960 w 777239"/>
              <a:gd name="connsiteY40" fmla="*/ 640793 h 777239"/>
              <a:gd name="connsiteX41" fmla="*/ 640767 w 777239"/>
              <a:gd name="connsiteY41" fmla="*/ 656986 h 777239"/>
              <a:gd name="connsiteX42" fmla="*/ 656960 w 777239"/>
              <a:gd name="connsiteY42" fmla="*/ 673178 h 777239"/>
              <a:gd name="connsiteX43" fmla="*/ 673152 w 777239"/>
              <a:gd name="connsiteY43" fmla="*/ 656986 h 777239"/>
              <a:gd name="connsiteX44" fmla="*/ 656960 w 777239"/>
              <a:gd name="connsiteY44" fmla="*/ 640793 h 777239"/>
            </a:gdLst>
            <a:ahLst/>
            <a:cxnLst/>
            <a:rect l="l" t="t" r="r" b="b"/>
            <a:pathLst>
              <a:path w="777239" h="777239">
                <a:moveTo>
                  <a:pt x="388620" y="777240"/>
                </a:moveTo>
                <a:cubicBezTo>
                  <a:pt x="174322" y="777240"/>
                  <a:pt x="0" y="602918"/>
                  <a:pt x="0" y="388620"/>
                </a:cubicBezTo>
                <a:cubicBezTo>
                  <a:pt x="0" y="174322"/>
                  <a:pt x="174322" y="0"/>
                  <a:pt x="388620" y="0"/>
                </a:cubicBezTo>
                <a:cubicBezTo>
                  <a:pt x="602918" y="0"/>
                  <a:pt x="777240" y="174322"/>
                  <a:pt x="777240" y="388620"/>
                </a:cubicBezTo>
                <a:cubicBezTo>
                  <a:pt x="777240" y="479880"/>
                  <a:pt x="744855" y="568256"/>
                  <a:pt x="685904" y="638364"/>
                </a:cubicBezTo>
                <a:cubicBezTo>
                  <a:pt x="689370" y="643728"/>
                  <a:pt x="691395" y="650129"/>
                  <a:pt x="691395" y="656960"/>
                </a:cubicBezTo>
                <a:cubicBezTo>
                  <a:pt x="691395" y="675936"/>
                  <a:pt x="675961" y="691369"/>
                  <a:pt x="656985" y="691369"/>
                </a:cubicBezTo>
                <a:cubicBezTo>
                  <a:pt x="650128" y="691369"/>
                  <a:pt x="643753" y="689345"/>
                  <a:pt x="638364" y="685879"/>
                </a:cubicBezTo>
                <a:cubicBezTo>
                  <a:pt x="568281" y="744855"/>
                  <a:pt x="479880" y="777240"/>
                  <a:pt x="388620" y="777240"/>
                </a:cubicBezTo>
                <a:close/>
                <a:moveTo>
                  <a:pt x="388620" y="18216"/>
                </a:moveTo>
                <a:cubicBezTo>
                  <a:pt x="184366" y="18216"/>
                  <a:pt x="18216" y="184367"/>
                  <a:pt x="18216" y="388620"/>
                </a:cubicBezTo>
                <a:cubicBezTo>
                  <a:pt x="18216" y="592848"/>
                  <a:pt x="184366" y="759023"/>
                  <a:pt x="388620" y="759023"/>
                </a:cubicBezTo>
                <a:cubicBezTo>
                  <a:pt x="421866" y="759023"/>
                  <a:pt x="454731" y="754520"/>
                  <a:pt x="486332" y="745817"/>
                </a:cubicBezTo>
                <a:cubicBezTo>
                  <a:pt x="478260" y="746500"/>
                  <a:pt x="470114" y="746879"/>
                  <a:pt x="461967" y="746879"/>
                </a:cubicBezTo>
                <a:cubicBezTo>
                  <a:pt x="304900" y="746879"/>
                  <a:pt x="177105" y="619060"/>
                  <a:pt x="177105" y="461993"/>
                </a:cubicBezTo>
                <a:cubicBezTo>
                  <a:pt x="177105" y="304925"/>
                  <a:pt x="304900" y="177130"/>
                  <a:pt x="461967" y="177130"/>
                </a:cubicBezTo>
                <a:cubicBezTo>
                  <a:pt x="619034" y="177130"/>
                  <a:pt x="746854" y="304925"/>
                  <a:pt x="746854" y="461993"/>
                </a:cubicBezTo>
                <a:cubicBezTo>
                  <a:pt x="746854" y="470139"/>
                  <a:pt x="746474" y="478286"/>
                  <a:pt x="745791" y="486382"/>
                </a:cubicBezTo>
                <a:cubicBezTo>
                  <a:pt x="754520" y="454731"/>
                  <a:pt x="758998" y="421891"/>
                  <a:pt x="758998" y="388645"/>
                </a:cubicBezTo>
                <a:cubicBezTo>
                  <a:pt x="759023" y="184367"/>
                  <a:pt x="592848" y="18216"/>
                  <a:pt x="388620" y="18216"/>
                </a:cubicBezTo>
                <a:close/>
                <a:moveTo>
                  <a:pt x="461967" y="195322"/>
                </a:moveTo>
                <a:cubicBezTo>
                  <a:pt x="314919" y="195322"/>
                  <a:pt x="195296" y="314944"/>
                  <a:pt x="195296" y="461993"/>
                </a:cubicBezTo>
                <a:cubicBezTo>
                  <a:pt x="195296" y="609041"/>
                  <a:pt x="314919" y="728637"/>
                  <a:pt x="461967" y="728637"/>
                </a:cubicBezTo>
                <a:cubicBezTo>
                  <a:pt x="489216" y="728637"/>
                  <a:pt x="516187" y="724437"/>
                  <a:pt x="541866" y="716366"/>
                </a:cubicBezTo>
                <a:cubicBezTo>
                  <a:pt x="539691" y="716443"/>
                  <a:pt x="537490" y="716493"/>
                  <a:pt x="535314" y="716493"/>
                </a:cubicBezTo>
                <a:cubicBezTo>
                  <a:pt x="435452" y="716493"/>
                  <a:pt x="354186" y="635227"/>
                  <a:pt x="354186" y="535365"/>
                </a:cubicBezTo>
                <a:cubicBezTo>
                  <a:pt x="354186" y="435503"/>
                  <a:pt x="435426" y="354236"/>
                  <a:pt x="535314" y="354236"/>
                </a:cubicBezTo>
                <a:cubicBezTo>
                  <a:pt x="635202" y="354236"/>
                  <a:pt x="716442" y="435477"/>
                  <a:pt x="716442" y="535365"/>
                </a:cubicBezTo>
                <a:cubicBezTo>
                  <a:pt x="716442" y="537540"/>
                  <a:pt x="716392" y="539716"/>
                  <a:pt x="716316" y="541867"/>
                </a:cubicBezTo>
                <a:cubicBezTo>
                  <a:pt x="724386" y="516186"/>
                  <a:pt x="728587" y="489267"/>
                  <a:pt x="728587" y="462017"/>
                </a:cubicBezTo>
                <a:cubicBezTo>
                  <a:pt x="728612" y="314944"/>
                  <a:pt x="609015" y="195322"/>
                  <a:pt x="461967" y="195322"/>
                </a:cubicBezTo>
                <a:close/>
                <a:moveTo>
                  <a:pt x="535339" y="372427"/>
                </a:moveTo>
                <a:cubicBezTo>
                  <a:pt x="445496" y="372427"/>
                  <a:pt x="372427" y="445496"/>
                  <a:pt x="372427" y="535339"/>
                </a:cubicBezTo>
                <a:cubicBezTo>
                  <a:pt x="372427" y="625183"/>
                  <a:pt x="445496" y="698226"/>
                  <a:pt x="535339" y="698226"/>
                </a:cubicBezTo>
                <a:cubicBezTo>
                  <a:pt x="567649" y="698226"/>
                  <a:pt x="598642" y="688789"/>
                  <a:pt x="625486" y="670825"/>
                </a:cubicBezTo>
                <a:cubicBezTo>
                  <a:pt x="623614" y="666574"/>
                  <a:pt x="622551" y="661894"/>
                  <a:pt x="622551" y="656960"/>
                </a:cubicBezTo>
                <a:cubicBezTo>
                  <a:pt x="622551" y="637984"/>
                  <a:pt x="637984" y="622551"/>
                  <a:pt x="656960" y="622551"/>
                </a:cubicBezTo>
                <a:cubicBezTo>
                  <a:pt x="661894" y="622551"/>
                  <a:pt x="666574" y="623614"/>
                  <a:pt x="670825" y="625486"/>
                </a:cubicBezTo>
                <a:cubicBezTo>
                  <a:pt x="688788" y="598616"/>
                  <a:pt x="698226" y="567649"/>
                  <a:pt x="698226" y="535339"/>
                </a:cubicBezTo>
                <a:cubicBezTo>
                  <a:pt x="698226" y="445496"/>
                  <a:pt x="625182" y="372427"/>
                  <a:pt x="535339" y="372427"/>
                </a:cubicBezTo>
                <a:close/>
                <a:moveTo>
                  <a:pt x="656960" y="640793"/>
                </a:moveTo>
                <a:cubicBezTo>
                  <a:pt x="648029" y="640793"/>
                  <a:pt x="640767" y="648054"/>
                  <a:pt x="640767" y="656986"/>
                </a:cubicBezTo>
                <a:cubicBezTo>
                  <a:pt x="640767" y="665916"/>
                  <a:pt x="648029" y="673178"/>
                  <a:pt x="656960" y="673178"/>
                </a:cubicBezTo>
                <a:cubicBezTo>
                  <a:pt x="665891" y="673178"/>
                  <a:pt x="673152" y="665916"/>
                  <a:pt x="673152" y="656986"/>
                </a:cubicBezTo>
                <a:cubicBezTo>
                  <a:pt x="673152" y="648054"/>
                  <a:pt x="665891" y="640793"/>
                  <a:pt x="656960" y="640793"/>
                </a:cubicBezTo>
                <a:close/>
              </a:path>
            </a:pathLst>
          </a:custGeom>
          <a:solidFill>
            <a:srgbClr val="BE95FF"/>
          </a:solidFill>
          <a:ln w="9525">
            <a:noFill/>
            <a:prstDash val="solid"/>
          </a:ln>
        </p:spPr>
        <p:txBody>
          <a:bodyPr anchor="ctr"/>
          <a:lstStyle/>
          <a:p>
            <a:endParaRPr/>
          </a:p>
        </p:txBody>
      </p:sp>
      <p:sp>
        <p:nvSpPr>
          <p:cNvPr id="39" name="Freeform: Shape 7">
            <a:extLst>
              <a:ext uri="{FF2B5EF4-FFF2-40B4-BE49-F238E27FC236}">
                <a16:creationId xmlns:a16="http://schemas.microsoft.com/office/drawing/2014/main" id="{ED5E26F9-DC62-E34D-B009-008CD3349E5B}"/>
              </a:ext>
            </a:extLst>
          </p:cNvPr>
          <p:cNvSpPr>
            <a:spLocks noGrp="1"/>
          </p:cNvSpPr>
          <p:nvPr/>
        </p:nvSpPr>
        <p:spPr>
          <a:xfrm rot="5400000">
            <a:off x="17541727" y="-1054"/>
            <a:ext cx="6857297" cy="6860814"/>
          </a:xfrm>
          <a:custGeom>
            <a:avLst/>
            <a:gdLst>
              <a:gd name="connsiteX0" fmla="*/ 716288 w 1432576"/>
              <a:gd name="connsiteY0" fmla="*/ 717023 h 1433311"/>
              <a:gd name="connsiteX1" fmla="*/ 210111 w 1432576"/>
              <a:gd name="connsiteY1" fmla="*/ 927134 h 1433311"/>
              <a:gd name="connsiteX2" fmla="*/ 0 w 1432576"/>
              <a:gd name="connsiteY2" fmla="*/ 1433311 h 1433311"/>
              <a:gd name="connsiteX3" fmla="*/ 716288 w 1432576"/>
              <a:gd name="connsiteY3" fmla="*/ 1433311 h 1433311"/>
              <a:gd name="connsiteX4" fmla="*/ 1432577 w 1432576"/>
              <a:gd name="connsiteY4" fmla="*/ 1433311 h 1433311"/>
              <a:gd name="connsiteX5" fmla="*/ 1222465 w 1432576"/>
              <a:gd name="connsiteY5" fmla="*/ 927134 h 1433311"/>
              <a:gd name="connsiteX6" fmla="*/ 716288 w 1432576"/>
              <a:gd name="connsiteY6" fmla="*/ 717023 h 1433311"/>
              <a:gd name="connsiteX7" fmla="*/ 1222465 w 1432576"/>
              <a:gd name="connsiteY7" fmla="*/ 210111 h 1433311"/>
              <a:gd name="connsiteX8" fmla="*/ 1432577 w 1432576"/>
              <a:gd name="connsiteY8" fmla="*/ 716288 h 1433311"/>
              <a:gd name="connsiteX9" fmla="*/ 716288 w 1432576"/>
              <a:gd name="connsiteY9" fmla="*/ 716288 h 1433311"/>
              <a:gd name="connsiteX10" fmla="*/ 0 w 1432576"/>
              <a:gd name="connsiteY10" fmla="*/ 716288 h 1433311"/>
              <a:gd name="connsiteX11" fmla="*/ 210111 w 1432576"/>
              <a:gd name="connsiteY11" fmla="*/ 210111 h 1433311"/>
              <a:gd name="connsiteX12" fmla="*/ 716288 w 1432576"/>
              <a:gd name="connsiteY12" fmla="*/ 0 h 1433311"/>
              <a:gd name="connsiteX13" fmla="*/ 1222465 w 1432576"/>
              <a:gd name="connsiteY13" fmla="*/ 210111 h 1433311"/>
            </a:gdLst>
            <a:ahLst/>
            <a:cxnLst/>
            <a:rect l="l" t="t" r="r" b="b"/>
            <a:pathLst>
              <a:path w="1432576" h="1433311">
                <a:moveTo>
                  <a:pt x="716288" y="717023"/>
                </a:moveTo>
                <a:cubicBezTo>
                  <a:pt x="526013" y="717023"/>
                  <a:pt x="343818" y="792692"/>
                  <a:pt x="210111" y="927134"/>
                </a:cubicBezTo>
                <a:cubicBezTo>
                  <a:pt x="76404" y="1061575"/>
                  <a:pt x="0" y="1243036"/>
                  <a:pt x="0" y="1433311"/>
                </a:cubicBezTo>
                <a:lnTo>
                  <a:pt x="716288" y="1433311"/>
                </a:lnTo>
                <a:lnTo>
                  <a:pt x="1432577" y="1433311"/>
                </a:lnTo>
                <a:cubicBezTo>
                  <a:pt x="1432577" y="1243036"/>
                  <a:pt x="1356907" y="1060841"/>
                  <a:pt x="1222465" y="927134"/>
                </a:cubicBezTo>
                <a:cubicBezTo>
                  <a:pt x="1088024" y="793426"/>
                  <a:pt x="906564" y="717023"/>
                  <a:pt x="716288" y="717023"/>
                </a:cubicBezTo>
                <a:close/>
                <a:moveTo>
                  <a:pt x="1222465" y="210111"/>
                </a:moveTo>
                <a:cubicBezTo>
                  <a:pt x="1356907" y="344553"/>
                  <a:pt x="1432577" y="526747"/>
                  <a:pt x="1432577" y="716288"/>
                </a:cubicBezTo>
                <a:lnTo>
                  <a:pt x="716288" y="716288"/>
                </a:lnTo>
                <a:lnTo>
                  <a:pt x="0" y="716288"/>
                </a:lnTo>
                <a:cubicBezTo>
                  <a:pt x="0" y="526012"/>
                  <a:pt x="75669" y="343818"/>
                  <a:pt x="210111" y="210111"/>
                </a:cubicBezTo>
                <a:cubicBezTo>
                  <a:pt x="344553" y="76404"/>
                  <a:pt x="526747" y="0"/>
                  <a:pt x="716288" y="0"/>
                </a:cubicBezTo>
                <a:cubicBezTo>
                  <a:pt x="905829" y="0"/>
                  <a:pt x="1088758" y="75669"/>
                  <a:pt x="1222465" y="210111"/>
                </a:cubicBezTo>
                <a:close/>
              </a:path>
            </a:pathLst>
          </a:custGeom>
          <a:gradFill>
            <a:gsLst>
              <a:gs pos="50000">
                <a:srgbClr val="0F62FE"/>
              </a:gs>
              <a:gs pos="10000">
                <a:srgbClr val="8A3FFC"/>
              </a:gs>
              <a:gs pos="90000">
                <a:srgbClr val="33B1FF"/>
              </a:gs>
            </a:gsLst>
            <a:lin ang="13500000" scaled="0"/>
          </a:gradFill>
          <a:ln w="7338">
            <a:noFill/>
            <a:prstDash val="solid"/>
          </a:ln>
        </p:spPr>
        <p:txBody>
          <a:bodyPr anchor="ctr"/>
          <a:lstStyle/>
          <a:p>
            <a:endParaRPr/>
          </a:p>
        </p:txBody>
      </p:sp>
      <p:sp>
        <p:nvSpPr>
          <p:cNvPr id="3" name="Footer Placeholder 2">
            <a:extLst>
              <a:ext uri="{FF2B5EF4-FFF2-40B4-BE49-F238E27FC236}">
                <a16:creationId xmlns:a16="http://schemas.microsoft.com/office/drawing/2014/main" id="{13895DF7-2098-6B09-D68E-C7AD89EED261}"/>
              </a:ext>
            </a:extLst>
          </p:cNvPr>
          <p:cNvSpPr>
            <a:spLocks noGrp="1"/>
          </p:cNvSpPr>
          <p:nvPr>
            <p:ph type="ftr" idx="12"/>
          </p:nvPr>
        </p:nvSpPr>
        <p:spPr/>
        <p:txBody>
          <a:bodyPr/>
          <a:lstStyle/>
          <a:p>
            <a:r>
              <a:t>IBM TechXchange | © 2026 IBM Corporation</a:t>
            </a:r>
          </a:p>
        </p:txBody>
      </p:sp>
      <p:pic>
        <p:nvPicPr>
          <p:cNvPr id="49" name="Picture 3"/>
          <p:cNvPicPr>
            <a:picLocks noChangeAspect="1"/>
          </p:cNvPicPr>
          <p:nvPr/>
        </p:nvPicPr>
        <p:blipFill>
          <a:blip r:embed="rId2"/>
          <a:srcRect l="593" t="26453" r="44334"/>
          <a:stretch>
            <a:fillRect/>
          </a:stretch>
        </p:blipFill>
        <p:spPr>
          <a:xfrm>
            <a:off x="17539970" y="6858000"/>
            <a:ext cx="6847205" cy="6858000"/>
          </a:xfrm>
          <a:prstGeom prst="rect">
            <a:avLst/>
          </a:prstGeom>
        </p:spPr>
      </p:pic>
      <p:sp>
        <p:nvSpPr>
          <p:cNvPr id="5" name="TextBox 4">
            <a:extLst>
              <a:ext uri="{FF2B5EF4-FFF2-40B4-BE49-F238E27FC236}">
                <a16:creationId xmlns:a16="http://schemas.microsoft.com/office/drawing/2014/main" id="{556D2723-D1C1-E5C6-4D29-F124E51EF34F}"/>
              </a:ext>
            </a:extLst>
          </p:cNvPr>
          <p:cNvSpPr>
            <a:spLocks noGrp="1"/>
          </p:cNvSpPr>
          <p:nvPr/>
        </p:nvSpPr>
        <p:spPr>
          <a:xfrm>
            <a:off x="28846732" y="2156604"/>
            <a:ext cx="0" cy="0"/>
          </a:xfrm>
          <a:prstGeom prst="rect">
            <a:avLst/>
          </a:prstGeom>
          <a:ln w="12700"/>
        </p:spPr>
        <p:txBody>
          <a:bodyPr wrap="none" lIns="0" tIns="0" rIns="0" bIns="0">
            <a:noAutofit/>
          </a:bodyPr>
          <a:lstStyle/>
          <a:p>
            <a:pPr algn="l" defTabSz="2438400">
              <a:spcBef>
                <a:spcPts val="2900"/>
              </a:spcBef>
              <a:buSzPct val="100000"/>
              <a:buNone/>
            </a:pPr>
            <a:endParaRPr kern="0">
              <a:solidFill>
                <a:srgbClr val="000000"/>
              </a:solidFill>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1_Callout, stand-alon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6667500" y="1728336"/>
            <a:ext cx="14662150" cy="9717087"/>
          </a:xfrm>
        </p:spPr>
        <p:txBody>
          <a:bodyPr/>
          <a:lstStyle>
            <a:lvl1pPr>
              <a:lnSpc>
                <a:spcPct val="100000"/>
              </a:lnSpc>
              <a:buNone/>
              <a:defRPr sz="8600">
                <a:solidFill>
                  <a:schemeClr val="bg1"/>
                </a:solidFill>
              </a:defRPr>
            </a:lvl1pPr>
          </a:lstStyle>
          <a:p>
            <a:r>
              <a:t>Click to edit Master title style</a:t>
            </a:r>
          </a:p>
        </p:txBody>
      </p:sp>
      <p:sp>
        <p:nvSpPr>
          <p:cNvPr id="6" name="Rectangle 5">
            <a:extLst>
              <a:ext uri="{FF2B5EF4-FFF2-40B4-BE49-F238E27FC236}">
                <a16:creationId xmlns:a16="http://schemas.microsoft.com/office/drawing/2014/main" id="{AA01134B-1C4D-7A4A-982B-8697047E087D}"/>
              </a:ext>
            </a:extLst>
          </p:cNvPr>
          <p:cNvSpPr>
            <a:spLocks noGrp="1"/>
          </p:cNvSpPr>
          <p:nvPr/>
        </p:nvSpPr>
        <p:spPr>
          <a:xfrm>
            <a:off x="0" y="13075920"/>
            <a:ext cx="24387175" cy="640080"/>
          </a:xfrm>
          <a:prstGeom prst="rect">
            <a:avLst/>
          </a:prstGeom>
          <a:solidFill>
            <a:schemeClr val="tx1"/>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3" name="Footer Placeholder 2">
            <a:extLst>
              <a:ext uri="{FF2B5EF4-FFF2-40B4-BE49-F238E27FC236}">
                <a16:creationId xmlns:a16="http://schemas.microsoft.com/office/drawing/2014/main" id="{19B7452C-EA8C-9A61-6558-0A9F3B3E63B2}"/>
              </a:ext>
            </a:extLst>
          </p:cNvPr>
          <p:cNvSpPr>
            <a:spLocks noGrp="1"/>
          </p:cNvSpPr>
          <p:nvPr>
            <p:ph type="ftr" idx="10"/>
          </p:nvPr>
        </p:nvSpPr>
        <p:spPr/>
        <p:txBody>
          <a:bodyPr/>
          <a:lstStyle/>
          <a:p>
            <a:r>
              <a:t>IBM TechXchange | © 2026 IBM Corporation</a:t>
            </a:r>
          </a:p>
        </p:txBody>
      </p:sp>
      <p:sp>
        <p:nvSpPr>
          <p:cNvPr id="4" name="Slide Number Placeholder 3">
            <a:extLst>
              <a:ext uri="{FF2B5EF4-FFF2-40B4-BE49-F238E27FC236}">
                <a16:creationId xmlns:a16="http://schemas.microsoft.com/office/drawing/2014/main" id="{621F46C8-D511-AE61-DB92-1C48BDCA88DF}"/>
              </a:ext>
            </a:extLst>
          </p:cNvPr>
          <p:cNvSpPr>
            <a:spLocks noGrp="1"/>
          </p:cNvSpPr>
          <p:nvPr>
            <p:ph type="sldNum" idx="11"/>
          </p:nvPr>
        </p:nvSpPr>
        <p:spPr/>
        <p:txBody>
          <a:bodyPr/>
          <a:lstStyle/>
          <a:p>
            <a:fld id="{86CB4B4D-7CA3-9044-876B-883B54F8677D}" type="slidenum">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1_Title, 2 callouts">
    <p:bg>
      <p:bgPr>
        <a:solidFill>
          <a:srgbClr val="F4F4F4"/>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733F7B7-5AD6-1E43-4FD9-3C700AC2CBD0}"/>
              </a:ext>
            </a:extLst>
          </p:cNvPr>
          <p:cNvSpPr>
            <a:spLocks noGrp="1"/>
          </p:cNvSpPr>
          <p:nvPr>
            <p:ph type="title"/>
          </p:nvPr>
        </p:nvSpPr>
        <p:spPr>
          <a:xfrm>
            <a:off x="538493" y="383874"/>
            <a:ext cx="14691981" cy="2570341"/>
          </a:xfrm>
        </p:spPr>
        <p:txBody>
          <a:bodyPr rIns="457200"/>
          <a:lstStyle>
            <a:lvl1pPr>
              <a:lnSpc>
                <a:spcPct val="100000"/>
              </a:lnSpc>
              <a:buNone/>
              <a:defRPr sz="6400">
                <a:solidFill>
                  <a:schemeClr val="tx1"/>
                </a:solidFill>
              </a:defRPr>
            </a:lvl1pPr>
          </a:lstStyle>
          <a:p>
            <a:r>
              <a:t>Click to edit Master title style</a:t>
            </a:r>
          </a:p>
        </p:txBody>
      </p:sp>
      <p:sp>
        <p:nvSpPr>
          <p:cNvPr id="2" name="Text Placeholder 5">
            <a:extLst>
              <a:ext uri="{FF2B5EF4-FFF2-40B4-BE49-F238E27FC236}">
                <a16:creationId xmlns:a16="http://schemas.microsoft.com/office/drawing/2014/main" id="{393683E6-4962-57E0-9658-36D986D693BD}"/>
              </a:ext>
            </a:extLst>
          </p:cNvPr>
          <p:cNvSpPr>
            <a:spLocks noGrp="1"/>
          </p:cNvSpPr>
          <p:nvPr>
            <p:ph type="body" idx="11"/>
          </p:nvPr>
        </p:nvSpPr>
        <p:spPr>
          <a:xfrm>
            <a:off x="13341350" y="3998913"/>
            <a:ext cx="9893300" cy="7446327"/>
          </a:xfrm>
        </p:spPr>
        <p:txBody>
          <a:bodyPr/>
          <a:lstStyle>
            <a:lvl1pPr>
              <a:lnSpc>
                <a:spcPct val="100000"/>
              </a:lnSpc>
              <a:spcBef>
                <a:spcPts val="0"/>
              </a:spcBef>
              <a:buNone/>
              <a:defRPr sz="4400">
                <a:solidFill>
                  <a:schemeClr val="tx1"/>
                </a:solidFill>
              </a:defRPr>
            </a:lvl1pPr>
            <a:lvl2pPr marL="402336" indent="-402336">
              <a:lnSpc>
                <a:spcPct val="100000"/>
              </a:lnSpc>
              <a:spcBef>
                <a:spcPts val="0"/>
              </a:spcBef>
              <a:buNone/>
              <a:defRPr sz="4400">
                <a:solidFill>
                  <a:schemeClr val="tx1"/>
                </a:solidFill>
              </a:defRPr>
            </a:lvl2pPr>
            <a:lvl3pPr marL="804672" indent="-402336">
              <a:lnSpc>
                <a:spcPct val="100000"/>
              </a:lnSpc>
              <a:spcBef>
                <a:spcPts val="0"/>
              </a:spcBef>
              <a:buNone/>
              <a:defRPr sz="4400">
                <a:solidFill>
                  <a:schemeClr val="tx1"/>
                </a:solidFill>
              </a:defRPr>
            </a:lvl3pPr>
            <a:lvl4pPr marL="1115568" indent="-402336">
              <a:lnSpc>
                <a:spcPct val="100000"/>
              </a:lnSpc>
              <a:spcBef>
                <a:spcPts val="0"/>
              </a:spcBef>
              <a:buNone/>
              <a:defRPr sz="4400">
                <a:solidFill>
                  <a:schemeClr val="tx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6" name="Text Placeholder 7">
            <a:extLst>
              <a:ext uri="{FF2B5EF4-FFF2-40B4-BE49-F238E27FC236}">
                <a16:creationId xmlns:a16="http://schemas.microsoft.com/office/drawing/2014/main" id="{322783DF-B709-0768-BAFA-FEDE312037C8}"/>
              </a:ext>
            </a:extLst>
          </p:cNvPr>
          <p:cNvSpPr>
            <a:spLocks noGrp="1"/>
          </p:cNvSpPr>
          <p:nvPr>
            <p:ph type="body" idx="12"/>
          </p:nvPr>
        </p:nvSpPr>
        <p:spPr>
          <a:xfrm>
            <a:off x="1155699" y="3998913"/>
            <a:ext cx="9885363" cy="7446327"/>
          </a:xfrm>
        </p:spPr>
        <p:txBody>
          <a:bodyPr/>
          <a:lstStyle>
            <a:lvl1pPr>
              <a:lnSpc>
                <a:spcPct val="100000"/>
              </a:lnSpc>
              <a:spcBef>
                <a:spcPts val="0"/>
              </a:spcBef>
              <a:buNone/>
              <a:defRPr sz="4400">
                <a:solidFill>
                  <a:schemeClr val="tx1"/>
                </a:solidFill>
              </a:defRPr>
            </a:lvl1pPr>
            <a:lvl2pPr marL="402336" indent="-402336">
              <a:lnSpc>
                <a:spcPct val="100000"/>
              </a:lnSpc>
              <a:spcBef>
                <a:spcPts val="0"/>
              </a:spcBef>
              <a:buNone/>
              <a:defRPr sz="4400">
                <a:solidFill>
                  <a:schemeClr val="tx1"/>
                </a:solidFill>
              </a:defRPr>
            </a:lvl2pPr>
            <a:lvl3pPr marL="804672" indent="-402336">
              <a:lnSpc>
                <a:spcPct val="100000"/>
              </a:lnSpc>
              <a:spcBef>
                <a:spcPts val="0"/>
              </a:spcBef>
              <a:buNone/>
              <a:defRPr sz="4400">
                <a:solidFill>
                  <a:schemeClr val="tx1"/>
                </a:solidFill>
              </a:defRPr>
            </a:lvl3pPr>
            <a:lvl4pPr marL="1115568" indent="-402336">
              <a:lnSpc>
                <a:spcPct val="100000"/>
              </a:lnSpc>
              <a:spcBef>
                <a:spcPts val="0"/>
              </a:spcBef>
              <a:buNone/>
              <a:defRPr sz="4400">
                <a:solidFill>
                  <a:schemeClr val="tx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8" name="Rectangle 7">
            <a:extLst>
              <a:ext uri="{FF2B5EF4-FFF2-40B4-BE49-F238E27FC236}">
                <a16:creationId xmlns:a16="http://schemas.microsoft.com/office/drawing/2014/main" id="{67C64849-7A14-B343-B5FB-82654DBFD9EC}"/>
              </a:ext>
            </a:extLst>
          </p:cNvPr>
          <p:cNvSpPr>
            <a:spLocks noGrp="1"/>
          </p:cNvSpPr>
          <p:nvPr/>
        </p:nvSpPr>
        <p:spPr>
          <a:xfrm>
            <a:off x="0" y="13075920"/>
            <a:ext cx="24387175" cy="640080"/>
          </a:xfrm>
          <a:prstGeom prst="rect">
            <a:avLst/>
          </a:prstGeom>
          <a:solidFill>
            <a:srgbClr val="F4F4F4"/>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4" name="Footer Placeholder 3">
            <a:extLst>
              <a:ext uri="{FF2B5EF4-FFF2-40B4-BE49-F238E27FC236}">
                <a16:creationId xmlns:a16="http://schemas.microsoft.com/office/drawing/2014/main" id="{037E96D4-D5F1-1C65-A0F9-29BE63648268}"/>
              </a:ext>
            </a:extLst>
          </p:cNvPr>
          <p:cNvSpPr>
            <a:spLocks noGrp="1"/>
          </p:cNvSpPr>
          <p:nvPr>
            <p:ph type="ftr" idx="13"/>
          </p:nvPr>
        </p:nvSpPr>
        <p:spPr/>
        <p:txBody>
          <a:bodyPr/>
          <a:lstStyle>
            <a:lvl1pPr>
              <a:buNone/>
              <a:defRPr>
                <a:solidFill>
                  <a:schemeClr val="tx1"/>
                </a:solidFill>
              </a:defRPr>
            </a:lvl1pPr>
          </a:lstStyle>
          <a:p>
            <a:r>
              <a:t>IBM TechXchange | © 2026 IBM Corporation</a:t>
            </a:r>
          </a:p>
        </p:txBody>
      </p:sp>
      <p:sp>
        <p:nvSpPr>
          <p:cNvPr id="5" name="Slide Number Placeholder 4">
            <a:extLst>
              <a:ext uri="{FF2B5EF4-FFF2-40B4-BE49-F238E27FC236}">
                <a16:creationId xmlns:a16="http://schemas.microsoft.com/office/drawing/2014/main" id="{19E48A83-0FD7-BF61-017F-945B8A5ABA6B}"/>
              </a:ext>
            </a:extLst>
          </p:cNvPr>
          <p:cNvSpPr>
            <a:spLocks noGrp="1"/>
          </p:cNvSpPr>
          <p:nvPr>
            <p:ph type="sldNum" idx="14"/>
          </p:nvPr>
        </p:nvSpPr>
        <p:spPr/>
        <p:txBody>
          <a:bodyPr/>
          <a:lstStyle>
            <a:lvl1pPr>
              <a:buNone/>
              <a:defRPr>
                <a:solidFill>
                  <a:schemeClr val="tx1"/>
                </a:solidFill>
              </a:defRPr>
            </a:lvl1pPr>
          </a:lstStyle>
          <a:p>
            <a:fld id="{86CB4B4D-7CA3-9044-876B-883B54F8677D}" type="slidenum">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1_Text, pictograms, 2 wide columns">
    <p:bg>
      <p:bgPr>
        <a:solidFill>
          <a:srgbClr val="F4F4F4"/>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DABBA43D-8D00-4EDB-B803-D1EEE6CE2CB5}"/>
              </a:ext>
            </a:extLst>
          </p:cNvPr>
          <p:cNvSpPr>
            <a:spLocks noGrp="1"/>
          </p:cNvSpPr>
          <p:nvPr>
            <p:ph type="body" idx="11"/>
          </p:nvPr>
        </p:nvSpPr>
        <p:spPr>
          <a:xfrm>
            <a:off x="576072" y="6858000"/>
            <a:ext cx="10099675" cy="5138738"/>
          </a:xfrm>
        </p:spPr>
        <p:txBody>
          <a:bodyPr/>
          <a:lstStyle>
            <a:lvl1pPr>
              <a:lnSpc>
                <a:spcPct val="110000"/>
              </a:lnSpc>
              <a:spcBef>
                <a:spcPts val="0"/>
              </a:spcBef>
              <a:buNone/>
              <a:defRPr>
                <a:solidFill>
                  <a:schemeClr val="tx1"/>
                </a:solidFill>
              </a:defRPr>
            </a:lvl1pPr>
            <a:lvl2pPr>
              <a:lnSpc>
                <a:spcPct val="110000"/>
              </a:lnSpc>
              <a:spcBef>
                <a:spcPts val="0"/>
              </a:spcBef>
              <a:buNone/>
              <a:defRPr>
                <a:solidFill>
                  <a:schemeClr val="tx1"/>
                </a:solidFill>
              </a:defRPr>
            </a:lvl2pPr>
            <a:lvl3pPr>
              <a:lnSpc>
                <a:spcPct val="110000"/>
              </a:lnSpc>
              <a:spcBef>
                <a:spcPts val="0"/>
              </a:spcBef>
              <a:buNone/>
              <a:defRPr>
                <a:solidFill>
                  <a:schemeClr val="tx1"/>
                </a:solidFill>
              </a:defRPr>
            </a:lvl3pPr>
            <a:lvl4pPr>
              <a:lnSpc>
                <a:spcPct val="110000"/>
              </a:lnSpc>
              <a:spcBef>
                <a:spcPts val="0"/>
              </a:spcBef>
              <a:buNone/>
              <a:defRPr>
                <a:solidFill>
                  <a:schemeClr val="tx1"/>
                </a:solidFill>
              </a:defRPr>
            </a:lvl4pPr>
            <a:lvl5pPr>
              <a:lnSpc>
                <a:spcPct val="110000"/>
              </a:lnSpc>
              <a:spcBef>
                <a:spcPts val="0"/>
              </a:spcBef>
              <a:buNone/>
              <a:defRPr>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idx="12"/>
          </p:nvPr>
        </p:nvSpPr>
        <p:spPr>
          <a:xfrm>
            <a:off x="12763500" y="6858000"/>
            <a:ext cx="10096500" cy="5138738"/>
          </a:xfrm>
        </p:spPr>
        <p:txBody>
          <a:bodyPr/>
          <a:lstStyle>
            <a:lvl1pPr>
              <a:lnSpc>
                <a:spcPct val="110000"/>
              </a:lnSpc>
              <a:spcBef>
                <a:spcPts val="0"/>
              </a:spcBef>
              <a:buNone/>
              <a:defRPr>
                <a:solidFill>
                  <a:schemeClr val="tx1"/>
                </a:solidFill>
              </a:defRPr>
            </a:lvl1pPr>
            <a:lvl2pPr>
              <a:lnSpc>
                <a:spcPct val="110000"/>
              </a:lnSpc>
              <a:spcBef>
                <a:spcPts val="0"/>
              </a:spcBef>
              <a:buNone/>
              <a:defRPr>
                <a:solidFill>
                  <a:schemeClr val="tx1"/>
                </a:solidFill>
              </a:defRPr>
            </a:lvl2pPr>
            <a:lvl3pPr>
              <a:lnSpc>
                <a:spcPct val="110000"/>
              </a:lnSpc>
              <a:spcBef>
                <a:spcPts val="0"/>
              </a:spcBef>
              <a:buNone/>
              <a:defRPr>
                <a:solidFill>
                  <a:schemeClr val="tx1"/>
                </a:solidFill>
              </a:defRPr>
            </a:lvl3pPr>
            <a:lvl4pPr>
              <a:lnSpc>
                <a:spcPct val="110000"/>
              </a:lnSpc>
              <a:spcBef>
                <a:spcPts val="0"/>
              </a:spcBef>
              <a:buNone/>
              <a:defRPr>
                <a:solidFill>
                  <a:schemeClr val="tx1"/>
                </a:solidFill>
              </a:defRPr>
            </a:lvl4pPr>
            <a:lvl5pPr>
              <a:lnSpc>
                <a:spcPct val="110000"/>
              </a:lnSpc>
              <a:spcBef>
                <a:spcPts val="0"/>
              </a:spcBef>
              <a:buNone/>
              <a:defRPr>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8" name="Picture Placeholder 12">
            <a:extLst>
              <a:ext uri="{FF2B5EF4-FFF2-40B4-BE49-F238E27FC236}">
                <a16:creationId xmlns:a16="http://schemas.microsoft.com/office/drawing/2014/main" id="{79CF79E9-58BB-513E-43E9-E0BEE12B4583}"/>
              </a:ext>
            </a:extLst>
          </p:cNvPr>
          <p:cNvSpPr>
            <a:spLocks noGrp="1"/>
          </p:cNvSpPr>
          <p:nvPr>
            <p:ph type="pic" idx="15" hasCustomPrompt="1"/>
          </p:nvPr>
        </p:nvSpPr>
        <p:spPr>
          <a:xfrm>
            <a:off x="576072" y="4956048"/>
            <a:ext cx="1216152" cy="1216152"/>
          </a:xfrm>
        </p:spPr>
        <p:txBody>
          <a:bodyPr anchor="ctr"/>
          <a:lstStyle>
            <a:lvl1pPr algn="ctr">
              <a:buNone/>
              <a:defRPr sz="1600"/>
            </a:lvl1pPr>
          </a:lstStyle>
          <a:p>
            <a:r>
              <a:t>Pictogram</a:t>
            </a:r>
          </a:p>
        </p:txBody>
      </p:sp>
      <p:sp>
        <p:nvSpPr>
          <p:cNvPr id="9" name="Title 1">
            <a:extLst>
              <a:ext uri="{FF2B5EF4-FFF2-40B4-BE49-F238E27FC236}">
                <a16:creationId xmlns:a16="http://schemas.microsoft.com/office/drawing/2014/main" id="{922459F1-A8D7-D6F0-9077-040A2C23378F}"/>
              </a:ext>
            </a:extLst>
          </p:cNvPr>
          <p:cNvSpPr>
            <a:spLocks noGrp="1"/>
          </p:cNvSpPr>
          <p:nvPr>
            <p:ph type="title"/>
          </p:nvPr>
        </p:nvSpPr>
        <p:spPr>
          <a:xfrm>
            <a:off x="538493" y="383874"/>
            <a:ext cx="14691981" cy="2859087"/>
          </a:xfrm>
        </p:spPr>
        <p:txBody>
          <a:bodyPr rIns="457200"/>
          <a:lstStyle>
            <a:lvl1pPr>
              <a:lnSpc>
                <a:spcPct val="100000"/>
              </a:lnSpc>
              <a:buNone/>
              <a:defRPr sz="6400">
                <a:solidFill>
                  <a:schemeClr val="tx1"/>
                </a:solidFill>
              </a:defRPr>
            </a:lvl1pPr>
          </a:lstStyle>
          <a:p>
            <a:r>
              <a:t>Click to edit Master title style</a:t>
            </a:r>
          </a:p>
        </p:txBody>
      </p:sp>
      <p:sp>
        <p:nvSpPr>
          <p:cNvPr id="10" name="Picture Placeholder 12">
            <a:extLst>
              <a:ext uri="{FF2B5EF4-FFF2-40B4-BE49-F238E27FC236}">
                <a16:creationId xmlns:a16="http://schemas.microsoft.com/office/drawing/2014/main" id="{FA3EE5FA-E03D-2868-F43C-AED3641C30C5}"/>
              </a:ext>
            </a:extLst>
          </p:cNvPr>
          <p:cNvSpPr>
            <a:spLocks noGrp="1"/>
          </p:cNvSpPr>
          <p:nvPr>
            <p:ph type="pic" idx="16" hasCustomPrompt="1"/>
          </p:nvPr>
        </p:nvSpPr>
        <p:spPr>
          <a:xfrm>
            <a:off x="12763500" y="4956048"/>
            <a:ext cx="1216152" cy="1216152"/>
          </a:xfrm>
        </p:spPr>
        <p:txBody>
          <a:bodyPr anchor="ctr"/>
          <a:lstStyle>
            <a:lvl1pPr algn="ctr">
              <a:buNone/>
              <a:defRPr sz="1600"/>
            </a:lvl1pPr>
          </a:lstStyle>
          <a:p>
            <a:r>
              <a:t>Pictogram</a:t>
            </a:r>
          </a:p>
        </p:txBody>
      </p:sp>
      <p:sp>
        <p:nvSpPr>
          <p:cNvPr id="4" name="Rectangle 3">
            <a:extLst>
              <a:ext uri="{FF2B5EF4-FFF2-40B4-BE49-F238E27FC236}">
                <a16:creationId xmlns:a16="http://schemas.microsoft.com/office/drawing/2014/main" id="{468E7BF6-8449-6294-1E1A-3B6D6EF5A413}"/>
              </a:ext>
            </a:extLst>
          </p:cNvPr>
          <p:cNvSpPr>
            <a:spLocks noGrp="1"/>
          </p:cNvSpPr>
          <p:nvPr/>
        </p:nvSpPr>
        <p:spPr>
          <a:xfrm>
            <a:off x="0" y="13075920"/>
            <a:ext cx="24387175" cy="640080"/>
          </a:xfrm>
          <a:prstGeom prst="rect">
            <a:avLst/>
          </a:prstGeom>
          <a:solidFill>
            <a:srgbClr val="F4F4F4"/>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7" name="Footer Placeholder 3">
            <a:extLst>
              <a:ext uri="{FF2B5EF4-FFF2-40B4-BE49-F238E27FC236}">
                <a16:creationId xmlns:a16="http://schemas.microsoft.com/office/drawing/2014/main" id="{0AC98F1E-1339-D013-7A31-B5C86D9E7F73}"/>
              </a:ext>
            </a:extLst>
          </p:cNvPr>
          <p:cNvSpPr>
            <a:spLocks noGrp="1"/>
          </p:cNvSpPr>
          <p:nvPr>
            <p:ph type="ftr" idx="13"/>
          </p:nvPr>
        </p:nvSpPr>
        <p:spPr>
          <a:xfrm>
            <a:off x="568324" y="13272850"/>
            <a:ext cx="4956176" cy="246221"/>
          </a:xfrm>
        </p:spPr>
        <p:txBody>
          <a:bodyPr/>
          <a:lstStyle>
            <a:lvl1pPr>
              <a:buNone/>
              <a:defRPr>
                <a:solidFill>
                  <a:schemeClr val="tx1"/>
                </a:solidFill>
              </a:defRPr>
            </a:lvl1pPr>
          </a:lstStyle>
          <a:p>
            <a:r>
              <a:t>IBM TechXchange | © 2026 IBM Corporation</a:t>
            </a:r>
          </a:p>
        </p:txBody>
      </p:sp>
      <p:sp>
        <p:nvSpPr>
          <p:cNvPr id="12" name="Slide Number Placeholder 4">
            <a:extLst>
              <a:ext uri="{FF2B5EF4-FFF2-40B4-BE49-F238E27FC236}">
                <a16:creationId xmlns:a16="http://schemas.microsoft.com/office/drawing/2014/main" id="{567400D0-0153-7D77-B63C-F16B21E6A5C4}"/>
              </a:ext>
            </a:extLst>
          </p:cNvPr>
          <p:cNvSpPr>
            <a:spLocks noGrp="1"/>
          </p:cNvSpPr>
          <p:nvPr>
            <p:ph type="sldNum" idx="14"/>
          </p:nvPr>
        </p:nvSpPr>
        <p:spPr>
          <a:xfrm>
            <a:off x="23541592" y="13272850"/>
            <a:ext cx="270908" cy="246221"/>
          </a:xfrm>
        </p:spPr>
        <p:txBody>
          <a:bodyPr/>
          <a:lstStyle>
            <a:lvl1pPr>
              <a:buNone/>
              <a:defRPr>
                <a:solidFill>
                  <a:schemeClr val="tx1"/>
                </a:solidFill>
              </a:defRPr>
            </a:lvl1pPr>
          </a:lstStyle>
          <a:p>
            <a:fld id="{86CB4B4D-7CA3-9044-876B-883B54F8677D}" type="slidenum">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1_Title section, 3 columns">
    <p:bg>
      <p:bgPr>
        <a:solidFill>
          <a:srgbClr val="F4F4F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37972" y="396575"/>
            <a:ext cx="11050589" cy="2229691"/>
          </a:xfrm>
        </p:spPr>
        <p:txBody>
          <a:bodyPr rIns="457200"/>
          <a:lstStyle>
            <a:lvl1pPr>
              <a:lnSpc>
                <a:spcPct val="100000"/>
              </a:lnSpc>
              <a:buNone/>
              <a:defRPr>
                <a:solidFill>
                  <a:schemeClr val="tx1"/>
                </a:solidFill>
              </a:defRPr>
            </a:lvl1pPr>
          </a:lstStyle>
          <a:p>
            <a:r>
              <a:t>Click to edit Master title style</a:t>
            </a:r>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idx="11"/>
          </p:nvPr>
        </p:nvSpPr>
        <p:spPr>
          <a:xfrm>
            <a:off x="576071" y="5649438"/>
            <a:ext cx="6976872" cy="5143499"/>
          </a:xfrm>
        </p:spPr>
        <p:txBody>
          <a:bodyPr/>
          <a:lstStyle>
            <a:lvl1pPr>
              <a:spcBef>
                <a:spcPts val="0"/>
              </a:spcBef>
              <a:spcAft>
                <a:spcPts val="1200"/>
              </a:spcAft>
              <a:buNone/>
              <a:defRPr sz="3600">
                <a:solidFill>
                  <a:schemeClr val="tx1"/>
                </a:solidFill>
              </a:defRPr>
            </a:lvl1pPr>
            <a:lvl2pPr marL="256032" indent="-256032">
              <a:spcBef>
                <a:spcPts val="0"/>
              </a:spcBef>
              <a:spcAft>
                <a:spcPts val="1200"/>
              </a:spcAft>
              <a:buNone/>
              <a:defRPr sz="3600">
                <a:solidFill>
                  <a:schemeClr val="tx1"/>
                </a:solidFill>
              </a:defRPr>
            </a:lvl2pPr>
            <a:lvl3pPr marL="512064" indent="-256032">
              <a:spcBef>
                <a:spcPts val="0"/>
              </a:spcBef>
              <a:spcAft>
                <a:spcPts val="1200"/>
              </a:spcAft>
              <a:buNone/>
              <a:defRPr sz="3600">
                <a:solidFill>
                  <a:schemeClr val="tx1"/>
                </a:solidFill>
              </a:defRPr>
            </a:lvl3pPr>
            <a:lvl4pPr marL="768096" indent="-256032">
              <a:spcBef>
                <a:spcPts val="0"/>
              </a:spcBef>
              <a:spcAft>
                <a:spcPts val="1200"/>
              </a:spcAft>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idx="12"/>
          </p:nvPr>
        </p:nvSpPr>
        <p:spPr>
          <a:xfrm>
            <a:off x="8705849" y="5649438"/>
            <a:ext cx="6976872" cy="5143499"/>
          </a:xfrm>
        </p:spPr>
        <p:txBody>
          <a:bodyPr/>
          <a:lstStyle>
            <a:lvl1pPr>
              <a:spcBef>
                <a:spcPts val="0"/>
              </a:spcBef>
              <a:spcAft>
                <a:spcPts val="1200"/>
              </a:spcAft>
              <a:buNone/>
              <a:defRPr sz="3600">
                <a:solidFill>
                  <a:schemeClr val="tx1"/>
                </a:solidFill>
              </a:defRPr>
            </a:lvl1pPr>
            <a:lvl2pPr marL="256032" indent="-256032">
              <a:spcBef>
                <a:spcPts val="0"/>
              </a:spcBef>
              <a:spcAft>
                <a:spcPts val="1200"/>
              </a:spcAft>
              <a:buNone/>
              <a:defRPr sz="3600">
                <a:solidFill>
                  <a:schemeClr val="tx1"/>
                </a:solidFill>
              </a:defRPr>
            </a:lvl2pPr>
            <a:lvl3pPr marL="512064" indent="-256032">
              <a:spcBef>
                <a:spcPts val="0"/>
              </a:spcBef>
              <a:spcAft>
                <a:spcPts val="1200"/>
              </a:spcAft>
              <a:buNone/>
              <a:defRPr sz="3600">
                <a:solidFill>
                  <a:schemeClr val="tx1"/>
                </a:solidFill>
              </a:defRPr>
            </a:lvl3pPr>
            <a:lvl4pPr marL="768096" indent="-256032">
              <a:spcBef>
                <a:spcPts val="0"/>
              </a:spcBef>
              <a:spcAft>
                <a:spcPts val="1200"/>
              </a:spcAft>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idx="13"/>
          </p:nvPr>
        </p:nvSpPr>
        <p:spPr>
          <a:xfrm>
            <a:off x="16835628" y="5649438"/>
            <a:ext cx="6976872" cy="5143499"/>
          </a:xfrm>
        </p:spPr>
        <p:txBody>
          <a:bodyPr/>
          <a:lstStyle>
            <a:lvl1pPr>
              <a:spcBef>
                <a:spcPts val="0"/>
              </a:spcBef>
              <a:spcAft>
                <a:spcPts val="1200"/>
              </a:spcAft>
              <a:buNone/>
              <a:defRPr sz="3600">
                <a:solidFill>
                  <a:schemeClr val="tx1"/>
                </a:solidFill>
              </a:defRPr>
            </a:lvl1pPr>
            <a:lvl2pPr marL="256032" indent="-256032">
              <a:spcBef>
                <a:spcPts val="0"/>
              </a:spcBef>
              <a:spcAft>
                <a:spcPts val="1200"/>
              </a:spcAft>
              <a:buNone/>
              <a:defRPr sz="3600">
                <a:solidFill>
                  <a:schemeClr val="tx1"/>
                </a:solidFill>
              </a:defRPr>
            </a:lvl2pPr>
            <a:lvl3pPr marL="512064" indent="-256032">
              <a:spcBef>
                <a:spcPts val="0"/>
              </a:spcBef>
              <a:spcAft>
                <a:spcPts val="1200"/>
              </a:spcAft>
              <a:buNone/>
              <a:defRPr sz="3600">
                <a:solidFill>
                  <a:schemeClr val="tx1"/>
                </a:solidFill>
              </a:defRPr>
            </a:lvl3pPr>
            <a:lvl4pPr marL="768096" indent="-256032">
              <a:spcBef>
                <a:spcPts val="0"/>
              </a:spcBef>
              <a:spcAft>
                <a:spcPts val="1200"/>
              </a:spcAft>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3" name="Straight Connector 2">
            <a:extLst>
              <a:ext uri="{FF2B5EF4-FFF2-40B4-BE49-F238E27FC236}">
                <a16:creationId xmlns:a16="http://schemas.microsoft.com/office/drawing/2014/main" id="{8B4B7AC0-C944-40FE-8497-9DC9C62C0840}"/>
              </a:ext>
            </a:extLst>
          </p:cNvPr>
          <p:cNvSpPr>
            <a:spLocks noGrp="1"/>
          </p:cNvSpPr>
          <p:nvPr/>
        </p:nvSpPr>
        <p:spPr>
          <a:xfrm>
            <a:off x="8129396" y="5649438"/>
            <a:ext cx="0" cy="6325551"/>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6" name="Straight Connector 5">
            <a:extLst>
              <a:ext uri="{FF2B5EF4-FFF2-40B4-BE49-F238E27FC236}">
                <a16:creationId xmlns:a16="http://schemas.microsoft.com/office/drawing/2014/main" id="{9EF75D4A-5535-4A84-9252-66B9626EAF45}"/>
              </a:ext>
            </a:extLst>
          </p:cNvPr>
          <p:cNvSpPr>
            <a:spLocks noGrp="1"/>
          </p:cNvSpPr>
          <p:nvPr/>
        </p:nvSpPr>
        <p:spPr>
          <a:xfrm>
            <a:off x="16259174" y="5649438"/>
            <a:ext cx="0" cy="6347300"/>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7" name="Rectangle 6">
            <a:extLst>
              <a:ext uri="{FF2B5EF4-FFF2-40B4-BE49-F238E27FC236}">
                <a16:creationId xmlns:a16="http://schemas.microsoft.com/office/drawing/2014/main" id="{913CBEF8-8F4C-6D99-8D32-78E0E57835A9}"/>
              </a:ext>
            </a:extLst>
          </p:cNvPr>
          <p:cNvSpPr>
            <a:spLocks noGrp="1"/>
          </p:cNvSpPr>
          <p:nvPr/>
        </p:nvSpPr>
        <p:spPr>
          <a:xfrm>
            <a:off x="0" y="13075920"/>
            <a:ext cx="24387175" cy="640080"/>
          </a:xfrm>
          <a:prstGeom prst="rect">
            <a:avLst/>
          </a:prstGeom>
          <a:solidFill>
            <a:srgbClr val="F4F4F4"/>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8" name="Footer Placeholder 3">
            <a:extLst>
              <a:ext uri="{FF2B5EF4-FFF2-40B4-BE49-F238E27FC236}">
                <a16:creationId xmlns:a16="http://schemas.microsoft.com/office/drawing/2014/main" id="{01DC03A6-9A26-88C2-68E6-3DC0D93E969E}"/>
              </a:ext>
            </a:extLst>
          </p:cNvPr>
          <p:cNvSpPr>
            <a:spLocks noGrp="1"/>
          </p:cNvSpPr>
          <p:nvPr>
            <p:ph type="ftr" idx="14"/>
          </p:nvPr>
        </p:nvSpPr>
        <p:spPr>
          <a:xfrm>
            <a:off x="568324" y="13272850"/>
            <a:ext cx="4956176" cy="246221"/>
          </a:xfrm>
        </p:spPr>
        <p:txBody>
          <a:bodyPr/>
          <a:lstStyle>
            <a:lvl1pPr>
              <a:buNone/>
              <a:defRPr>
                <a:solidFill>
                  <a:schemeClr val="tx1"/>
                </a:solidFill>
              </a:defRPr>
            </a:lvl1pPr>
          </a:lstStyle>
          <a:p>
            <a:r>
              <a:t>IBM TechXchange | © 2026 IBM Corporation</a:t>
            </a:r>
          </a:p>
        </p:txBody>
      </p:sp>
      <p:sp>
        <p:nvSpPr>
          <p:cNvPr id="9" name="Slide Number Placeholder 4">
            <a:extLst>
              <a:ext uri="{FF2B5EF4-FFF2-40B4-BE49-F238E27FC236}">
                <a16:creationId xmlns:a16="http://schemas.microsoft.com/office/drawing/2014/main" id="{55BD75D3-9FCC-C4FD-03A2-E71E3BFD4E58}"/>
              </a:ext>
            </a:extLst>
          </p:cNvPr>
          <p:cNvSpPr>
            <a:spLocks noGrp="1"/>
          </p:cNvSpPr>
          <p:nvPr>
            <p:ph type="sldNum" idx="15"/>
          </p:nvPr>
        </p:nvSpPr>
        <p:spPr>
          <a:xfrm>
            <a:off x="23541592" y="13272850"/>
            <a:ext cx="270908" cy="246221"/>
          </a:xfrm>
        </p:spPr>
        <p:txBody>
          <a:bodyPr/>
          <a:lstStyle>
            <a:lvl1pPr>
              <a:buNone/>
              <a:defRPr>
                <a:solidFill>
                  <a:schemeClr val="tx1"/>
                </a:solidFill>
              </a:defRPr>
            </a:lvl1pPr>
          </a:lstStyle>
          <a:p>
            <a:fld id="{86CB4B4D-7CA3-9044-876B-883B54F8677D}" type="slidenum">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1_Title, pictograms, 3 columns">
    <p:bg>
      <p:bgPr>
        <a:solidFill>
          <a:srgbClr val="F4F4F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37972" y="396575"/>
            <a:ext cx="11050589" cy="2229691"/>
          </a:xfrm>
        </p:spPr>
        <p:txBody>
          <a:bodyPr rIns="457200"/>
          <a:lstStyle>
            <a:lvl1pPr>
              <a:lnSpc>
                <a:spcPct val="100000"/>
              </a:lnSpc>
              <a:buNone/>
              <a:defRPr>
                <a:solidFill>
                  <a:schemeClr val="tx1"/>
                </a:solidFill>
              </a:defRPr>
            </a:lvl1pPr>
          </a:lstStyle>
          <a:p>
            <a:r>
              <a:t>Click to edit Master title style</a:t>
            </a:r>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idx="11"/>
          </p:nvPr>
        </p:nvSpPr>
        <p:spPr>
          <a:xfrm>
            <a:off x="576071" y="6782092"/>
            <a:ext cx="6976872" cy="5143499"/>
          </a:xfrm>
        </p:spPr>
        <p:txBody>
          <a:bodyPr/>
          <a:lstStyle>
            <a:lvl1pPr>
              <a:spcBef>
                <a:spcPts val="0"/>
              </a:spcBef>
              <a:buNone/>
              <a:defRPr sz="3600">
                <a:solidFill>
                  <a:schemeClr val="tx1"/>
                </a:solidFill>
              </a:defRPr>
            </a:lvl1pPr>
            <a:lvl2pPr marL="256032" indent="-256032">
              <a:spcBef>
                <a:spcPts val="0"/>
              </a:spcBef>
              <a:buNone/>
              <a:defRPr sz="3600">
                <a:solidFill>
                  <a:schemeClr val="tx1"/>
                </a:solidFill>
              </a:defRPr>
            </a:lvl2pPr>
            <a:lvl3pPr marL="512064" indent="-256032">
              <a:spcBef>
                <a:spcPts val="0"/>
              </a:spcBef>
              <a:buNone/>
              <a:defRPr sz="3600">
                <a:solidFill>
                  <a:schemeClr val="tx1"/>
                </a:solidFill>
              </a:defRPr>
            </a:lvl3pPr>
            <a:lvl4pPr marL="768096" indent="-256032">
              <a:spcBef>
                <a:spcPts val="0"/>
              </a:spcBef>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idx="12"/>
          </p:nvPr>
        </p:nvSpPr>
        <p:spPr>
          <a:xfrm>
            <a:off x="8705849" y="6782092"/>
            <a:ext cx="6976872" cy="5143499"/>
          </a:xfrm>
        </p:spPr>
        <p:txBody>
          <a:bodyPr/>
          <a:lstStyle>
            <a:lvl1pPr>
              <a:spcBef>
                <a:spcPts val="0"/>
              </a:spcBef>
              <a:buNone/>
              <a:defRPr sz="3600">
                <a:solidFill>
                  <a:schemeClr val="tx1"/>
                </a:solidFill>
              </a:defRPr>
            </a:lvl1pPr>
            <a:lvl2pPr marL="256032" indent="-256032">
              <a:spcBef>
                <a:spcPts val="0"/>
              </a:spcBef>
              <a:buNone/>
              <a:defRPr sz="3600">
                <a:solidFill>
                  <a:schemeClr val="tx1"/>
                </a:solidFill>
              </a:defRPr>
            </a:lvl2pPr>
            <a:lvl3pPr marL="512064" indent="-256032">
              <a:spcBef>
                <a:spcPts val="0"/>
              </a:spcBef>
              <a:buNone/>
              <a:defRPr sz="3600">
                <a:solidFill>
                  <a:schemeClr val="tx1"/>
                </a:solidFill>
              </a:defRPr>
            </a:lvl3pPr>
            <a:lvl4pPr marL="768096" indent="-256032">
              <a:spcBef>
                <a:spcPts val="0"/>
              </a:spcBef>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idx="13"/>
          </p:nvPr>
        </p:nvSpPr>
        <p:spPr>
          <a:xfrm>
            <a:off x="16835628" y="6782092"/>
            <a:ext cx="6976872" cy="5143499"/>
          </a:xfrm>
        </p:spPr>
        <p:txBody>
          <a:bodyPr/>
          <a:lstStyle>
            <a:lvl1pPr>
              <a:spcBef>
                <a:spcPts val="0"/>
              </a:spcBef>
              <a:buNone/>
              <a:defRPr sz="3600">
                <a:solidFill>
                  <a:schemeClr val="tx1"/>
                </a:solidFill>
              </a:defRPr>
            </a:lvl1pPr>
            <a:lvl2pPr marL="256032" indent="-256032">
              <a:spcBef>
                <a:spcPts val="0"/>
              </a:spcBef>
              <a:buNone/>
              <a:defRPr sz="3600">
                <a:solidFill>
                  <a:schemeClr val="tx1"/>
                </a:solidFill>
              </a:defRPr>
            </a:lvl2pPr>
            <a:lvl3pPr marL="512064" indent="-256032">
              <a:spcBef>
                <a:spcPts val="0"/>
              </a:spcBef>
              <a:buNone/>
              <a:defRPr sz="3600">
                <a:solidFill>
                  <a:schemeClr val="tx1"/>
                </a:solidFill>
              </a:defRPr>
            </a:lvl3pPr>
            <a:lvl4pPr marL="768096" indent="-256032">
              <a:spcBef>
                <a:spcPts val="0"/>
              </a:spcBef>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9" name="Picture Placeholder 12">
            <a:extLst>
              <a:ext uri="{FF2B5EF4-FFF2-40B4-BE49-F238E27FC236}">
                <a16:creationId xmlns:a16="http://schemas.microsoft.com/office/drawing/2014/main" id="{3D239E8C-BDAD-3BA7-69BA-6E9D9922A765}"/>
              </a:ext>
            </a:extLst>
          </p:cNvPr>
          <p:cNvSpPr>
            <a:spLocks noGrp="1"/>
          </p:cNvSpPr>
          <p:nvPr>
            <p:ph type="pic" idx="18" hasCustomPrompt="1"/>
          </p:nvPr>
        </p:nvSpPr>
        <p:spPr>
          <a:xfrm>
            <a:off x="8705849" y="4880140"/>
            <a:ext cx="1216152" cy="1216152"/>
          </a:xfrm>
        </p:spPr>
        <p:txBody>
          <a:bodyPr anchor="ctr"/>
          <a:lstStyle>
            <a:lvl1pPr algn="ctr">
              <a:buNone/>
              <a:defRPr sz="1600"/>
            </a:lvl1pPr>
          </a:lstStyle>
          <a:p>
            <a:r>
              <a:t>Pictogram</a:t>
            </a:r>
          </a:p>
        </p:txBody>
      </p:sp>
      <p:sp>
        <p:nvSpPr>
          <p:cNvPr id="10" name="Picture Placeholder 12">
            <a:extLst>
              <a:ext uri="{FF2B5EF4-FFF2-40B4-BE49-F238E27FC236}">
                <a16:creationId xmlns:a16="http://schemas.microsoft.com/office/drawing/2014/main" id="{78F2607C-C2D8-FFBC-278F-61D7DB611750}"/>
              </a:ext>
            </a:extLst>
          </p:cNvPr>
          <p:cNvSpPr>
            <a:spLocks noGrp="1"/>
          </p:cNvSpPr>
          <p:nvPr>
            <p:ph type="pic" idx="19" hasCustomPrompt="1"/>
          </p:nvPr>
        </p:nvSpPr>
        <p:spPr>
          <a:xfrm>
            <a:off x="16835628" y="4880140"/>
            <a:ext cx="1216152" cy="1216152"/>
          </a:xfrm>
        </p:spPr>
        <p:txBody>
          <a:bodyPr anchor="ctr"/>
          <a:lstStyle>
            <a:lvl1pPr algn="ctr">
              <a:buNone/>
              <a:defRPr sz="1600"/>
            </a:lvl1pPr>
          </a:lstStyle>
          <a:p>
            <a:r>
              <a:t>Pictogram</a:t>
            </a:r>
          </a:p>
        </p:txBody>
      </p:sp>
      <p:sp>
        <p:nvSpPr>
          <p:cNvPr id="15" name="Picture Placeholder 12">
            <a:extLst>
              <a:ext uri="{FF2B5EF4-FFF2-40B4-BE49-F238E27FC236}">
                <a16:creationId xmlns:a16="http://schemas.microsoft.com/office/drawing/2014/main" id="{E646E100-F22C-3F1E-673A-CE8E02105E6C}"/>
              </a:ext>
            </a:extLst>
          </p:cNvPr>
          <p:cNvSpPr>
            <a:spLocks noGrp="1"/>
          </p:cNvSpPr>
          <p:nvPr>
            <p:ph type="pic" idx="21" hasCustomPrompt="1"/>
          </p:nvPr>
        </p:nvSpPr>
        <p:spPr>
          <a:xfrm>
            <a:off x="576072" y="4880140"/>
            <a:ext cx="1216152" cy="1216152"/>
          </a:xfrm>
        </p:spPr>
        <p:txBody>
          <a:bodyPr anchor="ctr"/>
          <a:lstStyle>
            <a:lvl1pPr algn="ctr">
              <a:buNone/>
              <a:defRPr sz="1600"/>
            </a:lvl1pPr>
          </a:lstStyle>
          <a:p>
            <a:r>
              <a:t>Pictogram</a:t>
            </a:r>
          </a:p>
        </p:txBody>
      </p:sp>
      <p:sp>
        <p:nvSpPr>
          <p:cNvPr id="5" name="Rectangle 4">
            <a:extLst>
              <a:ext uri="{FF2B5EF4-FFF2-40B4-BE49-F238E27FC236}">
                <a16:creationId xmlns:a16="http://schemas.microsoft.com/office/drawing/2014/main" id="{4E880CD3-E735-9E59-844C-B58598CBD8AD}"/>
              </a:ext>
            </a:extLst>
          </p:cNvPr>
          <p:cNvSpPr>
            <a:spLocks noGrp="1"/>
          </p:cNvSpPr>
          <p:nvPr/>
        </p:nvSpPr>
        <p:spPr>
          <a:xfrm>
            <a:off x="0" y="13075920"/>
            <a:ext cx="24387175" cy="640080"/>
          </a:xfrm>
          <a:prstGeom prst="rect">
            <a:avLst/>
          </a:prstGeom>
          <a:solidFill>
            <a:srgbClr val="F4F4F4"/>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6" name="Footer Placeholder 3">
            <a:extLst>
              <a:ext uri="{FF2B5EF4-FFF2-40B4-BE49-F238E27FC236}">
                <a16:creationId xmlns:a16="http://schemas.microsoft.com/office/drawing/2014/main" id="{75FDF568-0D8A-0518-802F-60466A578803}"/>
              </a:ext>
            </a:extLst>
          </p:cNvPr>
          <p:cNvSpPr>
            <a:spLocks noGrp="1"/>
          </p:cNvSpPr>
          <p:nvPr>
            <p:ph type="ftr" idx="22"/>
          </p:nvPr>
        </p:nvSpPr>
        <p:spPr>
          <a:xfrm>
            <a:off x="568324" y="13272850"/>
            <a:ext cx="4956176" cy="246221"/>
          </a:xfrm>
        </p:spPr>
        <p:txBody>
          <a:bodyPr/>
          <a:lstStyle>
            <a:lvl1pPr>
              <a:buNone/>
              <a:defRPr>
                <a:solidFill>
                  <a:schemeClr val="tx1"/>
                </a:solidFill>
              </a:defRPr>
            </a:lvl1pPr>
          </a:lstStyle>
          <a:p>
            <a:r>
              <a:t>IBM TechXchange | © 2026 IBM Corporation</a:t>
            </a:r>
          </a:p>
        </p:txBody>
      </p:sp>
      <p:sp>
        <p:nvSpPr>
          <p:cNvPr id="7" name="Slide Number Placeholder 4">
            <a:extLst>
              <a:ext uri="{FF2B5EF4-FFF2-40B4-BE49-F238E27FC236}">
                <a16:creationId xmlns:a16="http://schemas.microsoft.com/office/drawing/2014/main" id="{CBF43155-67FF-AEF6-3373-BD2ECA968D97}"/>
              </a:ext>
            </a:extLst>
          </p:cNvPr>
          <p:cNvSpPr>
            <a:spLocks noGrp="1"/>
          </p:cNvSpPr>
          <p:nvPr>
            <p:ph type="sldNum" idx="14"/>
          </p:nvPr>
        </p:nvSpPr>
        <p:spPr>
          <a:xfrm>
            <a:off x="23541592" y="13272850"/>
            <a:ext cx="270908" cy="246221"/>
          </a:xfrm>
        </p:spPr>
        <p:txBody>
          <a:bodyPr/>
          <a:lstStyle>
            <a:lvl1pPr>
              <a:buNone/>
              <a:defRPr>
                <a:solidFill>
                  <a:schemeClr val="tx1"/>
                </a:solidFill>
              </a:defRPr>
            </a:lvl1pPr>
          </a:lstStyle>
          <a:p>
            <a:fld id="{86CB4B4D-7CA3-9044-876B-883B54F8677D}" type="slidenum">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1_Title section, 3 middle columns">
    <p:bg>
      <p:bgPr>
        <a:solidFill>
          <a:srgbClr val="F4F4F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37972" y="396574"/>
            <a:ext cx="4987925" cy="6461426"/>
          </a:xfrm>
        </p:spPr>
        <p:txBody>
          <a:bodyPr rIns="457200"/>
          <a:lstStyle>
            <a:lvl1pPr>
              <a:lnSpc>
                <a:spcPct val="100000"/>
              </a:lnSpc>
              <a:buNone/>
              <a:defRPr>
                <a:solidFill>
                  <a:schemeClr val="tx1"/>
                </a:solidFill>
              </a:defRPr>
            </a:lvl1pPr>
          </a:lstStyle>
          <a:p>
            <a:r>
              <a:t>Click to edit Master title style</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idx="12"/>
          </p:nvPr>
        </p:nvSpPr>
        <p:spPr>
          <a:xfrm>
            <a:off x="6709469" y="5143500"/>
            <a:ext cx="4949825" cy="5143500"/>
          </a:xfrm>
        </p:spPr>
        <p:txBody>
          <a:bodyPr/>
          <a:lstStyle>
            <a:lvl1pPr>
              <a:spcBef>
                <a:spcPts val="0"/>
              </a:spcBef>
              <a:spcAft>
                <a:spcPts val="1200"/>
              </a:spcAft>
              <a:buNone/>
              <a:defRPr sz="3600">
                <a:solidFill>
                  <a:schemeClr val="tx1"/>
                </a:solidFill>
              </a:defRPr>
            </a:lvl1pPr>
            <a:lvl2pPr marL="256032" indent="-256032">
              <a:spcBef>
                <a:spcPts val="0"/>
              </a:spcBef>
              <a:spcAft>
                <a:spcPts val="1200"/>
              </a:spcAft>
              <a:buNone/>
              <a:defRPr sz="3600">
                <a:solidFill>
                  <a:schemeClr val="tx1"/>
                </a:solidFill>
              </a:defRPr>
            </a:lvl2pPr>
            <a:lvl3pPr marL="512064" indent="-256032">
              <a:spcBef>
                <a:spcPts val="0"/>
              </a:spcBef>
              <a:spcAft>
                <a:spcPts val="1200"/>
              </a:spcAft>
              <a:buNone/>
              <a:defRPr sz="3600">
                <a:solidFill>
                  <a:schemeClr val="tx1"/>
                </a:solidFill>
              </a:defRPr>
            </a:lvl3pPr>
            <a:lvl4pPr marL="768096" indent="-256032">
              <a:spcBef>
                <a:spcPts val="0"/>
              </a:spcBef>
              <a:spcAft>
                <a:spcPts val="1200"/>
              </a:spcAft>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idx="13"/>
          </p:nvPr>
        </p:nvSpPr>
        <p:spPr>
          <a:xfrm>
            <a:off x="12804423" y="5143500"/>
            <a:ext cx="4949825" cy="5143500"/>
          </a:xfrm>
        </p:spPr>
        <p:txBody>
          <a:bodyPr/>
          <a:lstStyle>
            <a:lvl1pPr>
              <a:spcBef>
                <a:spcPts val="0"/>
              </a:spcBef>
              <a:spcAft>
                <a:spcPts val="1200"/>
              </a:spcAft>
              <a:buNone/>
              <a:defRPr sz="3600">
                <a:solidFill>
                  <a:schemeClr val="tx1"/>
                </a:solidFill>
              </a:defRPr>
            </a:lvl1pPr>
            <a:lvl2pPr marL="256032" indent="-256032">
              <a:spcBef>
                <a:spcPts val="0"/>
              </a:spcBef>
              <a:spcAft>
                <a:spcPts val="1200"/>
              </a:spcAft>
              <a:buNone/>
              <a:defRPr sz="3600">
                <a:solidFill>
                  <a:schemeClr val="tx1"/>
                </a:solidFill>
              </a:defRPr>
            </a:lvl2pPr>
            <a:lvl3pPr marL="512064" indent="-256032">
              <a:spcBef>
                <a:spcPts val="0"/>
              </a:spcBef>
              <a:spcAft>
                <a:spcPts val="1200"/>
              </a:spcAft>
              <a:buNone/>
              <a:defRPr sz="3600">
                <a:solidFill>
                  <a:schemeClr val="tx1"/>
                </a:solidFill>
              </a:defRPr>
            </a:lvl3pPr>
            <a:lvl4pPr marL="768096" indent="-256032">
              <a:spcBef>
                <a:spcPts val="0"/>
              </a:spcBef>
              <a:spcAft>
                <a:spcPts val="1200"/>
              </a:spcAft>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idx="14"/>
          </p:nvPr>
        </p:nvSpPr>
        <p:spPr>
          <a:xfrm>
            <a:off x="18899378" y="5143500"/>
            <a:ext cx="4949825" cy="5143500"/>
          </a:xfrm>
        </p:spPr>
        <p:txBody>
          <a:bodyPr/>
          <a:lstStyle>
            <a:lvl1pPr>
              <a:spcBef>
                <a:spcPts val="0"/>
              </a:spcBef>
              <a:spcAft>
                <a:spcPts val="1200"/>
              </a:spcAft>
              <a:buNone/>
              <a:defRPr sz="3600">
                <a:solidFill>
                  <a:schemeClr val="tx1"/>
                </a:solidFill>
              </a:defRPr>
            </a:lvl1pPr>
            <a:lvl2pPr marL="256032" indent="-256032">
              <a:spcBef>
                <a:spcPts val="0"/>
              </a:spcBef>
              <a:spcAft>
                <a:spcPts val="1200"/>
              </a:spcAft>
              <a:buNone/>
              <a:defRPr sz="3600">
                <a:solidFill>
                  <a:schemeClr val="tx1"/>
                </a:solidFill>
              </a:defRPr>
            </a:lvl2pPr>
            <a:lvl3pPr marL="512064" indent="-256032">
              <a:spcBef>
                <a:spcPts val="0"/>
              </a:spcBef>
              <a:spcAft>
                <a:spcPts val="1200"/>
              </a:spcAft>
              <a:buNone/>
              <a:defRPr sz="3600">
                <a:solidFill>
                  <a:schemeClr val="tx1"/>
                </a:solidFill>
              </a:defRPr>
            </a:lvl3pPr>
            <a:lvl4pPr marL="768096" indent="-256032">
              <a:spcBef>
                <a:spcPts val="0"/>
              </a:spcBef>
              <a:spcAft>
                <a:spcPts val="1200"/>
              </a:spcAft>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6" name="Straight Connector 5">
            <a:extLst>
              <a:ext uri="{FF2B5EF4-FFF2-40B4-BE49-F238E27FC236}">
                <a16:creationId xmlns:a16="http://schemas.microsoft.com/office/drawing/2014/main" id="{C47F96D2-5695-411E-8E46-5B81C5B97D5B}"/>
              </a:ext>
            </a:extLst>
          </p:cNvPr>
          <p:cNvSpPr>
            <a:spLocks noGrp="1"/>
          </p:cNvSpPr>
          <p:nvPr/>
        </p:nvSpPr>
        <p:spPr>
          <a:xfrm>
            <a:off x="12188952" y="583755"/>
            <a:ext cx="0" cy="11412981"/>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7" name="Straight Connector 6">
            <a:extLst>
              <a:ext uri="{FF2B5EF4-FFF2-40B4-BE49-F238E27FC236}">
                <a16:creationId xmlns:a16="http://schemas.microsoft.com/office/drawing/2014/main" id="{87D92681-847B-442C-B27C-3030D97F6078}"/>
              </a:ext>
            </a:extLst>
          </p:cNvPr>
          <p:cNvSpPr>
            <a:spLocks noGrp="1"/>
          </p:cNvSpPr>
          <p:nvPr/>
        </p:nvSpPr>
        <p:spPr>
          <a:xfrm>
            <a:off x="18288000" y="577850"/>
            <a:ext cx="0" cy="11369770"/>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5" name="Rectangle 4">
            <a:extLst>
              <a:ext uri="{FF2B5EF4-FFF2-40B4-BE49-F238E27FC236}">
                <a16:creationId xmlns:a16="http://schemas.microsoft.com/office/drawing/2014/main" id="{EF5418CA-C8D8-8CFE-27F1-936C8545CDF2}"/>
              </a:ext>
            </a:extLst>
          </p:cNvPr>
          <p:cNvSpPr>
            <a:spLocks noGrp="1"/>
          </p:cNvSpPr>
          <p:nvPr/>
        </p:nvSpPr>
        <p:spPr>
          <a:xfrm>
            <a:off x="0" y="13075920"/>
            <a:ext cx="24387175" cy="640080"/>
          </a:xfrm>
          <a:prstGeom prst="rect">
            <a:avLst/>
          </a:prstGeom>
          <a:solidFill>
            <a:srgbClr val="F4F4F4"/>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9" name="Footer Placeholder 3">
            <a:extLst>
              <a:ext uri="{FF2B5EF4-FFF2-40B4-BE49-F238E27FC236}">
                <a16:creationId xmlns:a16="http://schemas.microsoft.com/office/drawing/2014/main" id="{8D921B52-18C3-FD2E-4FC1-5341A8E851B5}"/>
              </a:ext>
            </a:extLst>
          </p:cNvPr>
          <p:cNvSpPr>
            <a:spLocks noGrp="1"/>
          </p:cNvSpPr>
          <p:nvPr>
            <p:ph type="ftr" idx="15"/>
          </p:nvPr>
        </p:nvSpPr>
        <p:spPr>
          <a:xfrm>
            <a:off x="568324" y="13272850"/>
            <a:ext cx="4956176" cy="246221"/>
          </a:xfrm>
        </p:spPr>
        <p:txBody>
          <a:bodyPr/>
          <a:lstStyle>
            <a:lvl1pPr>
              <a:buNone/>
              <a:defRPr>
                <a:solidFill>
                  <a:schemeClr val="tx1"/>
                </a:solidFill>
              </a:defRPr>
            </a:lvl1pPr>
          </a:lstStyle>
          <a:p>
            <a:r>
              <a:t>IBM TechXchange | © 2026 IBM Corporation</a:t>
            </a:r>
          </a:p>
        </p:txBody>
      </p:sp>
      <p:sp>
        <p:nvSpPr>
          <p:cNvPr id="10" name="Slide Number Placeholder 4">
            <a:extLst>
              <a:ext uri="{FF2B5EF4-FFF2-40B4-BE49-F238E27FC236}">
                <a16:creationId xmlns:a16="http://schemas.microsoft.com/office/drawing/2014/main" id="{6AA83F13-59FA-70E1-4B11-051F109C95F5}"/>
              </a:ext>
            </a:extLst>
          </p:cNvPr>
          <p:cNvSpPr>
            <a:spLocks noGrp="1"/>
          </p:cNvSpPr>
          <p:nvPr>
            <p:ph type="sldNum" idx="16"/>
          </p:nvPr>
        </p:nvSpPr>
        <p:spPr>
          <a:xfrm>
            <a:off x="23541592" y="13272850"/>
            <a:ext cx="270908" cy="246221"/>
          </a:xfrm>
        </p:spPr>
        <p:txBody>
          <a:bodyPr/>
          <a:lstStyle>
            <a:lvl1pPr>
              <a:buNone/>
              <a:defRPr>
                <a:solidFill>
                  <a:schemeClr val="tx1"/>
                </a:solidFill>
              </a:defRPr>
            </a:lvl1pPr>
          </a:lstStyle>
          <a:p>
            <a:fld id="{86CB4B4D-7CA3-9044-876B-883B54F8677D}" type="slidenum">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1_Title, pictograms, 3 columns vertical">
    <p:bg>
      <p:bgPr>
        <a:solidFill>
          <a:srgbClr val="F4F4F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37972" y="396574"/>
            <a:ext cx="4987925" cy="6461426"/>
          </a:xfrm>
        </p:spPr>
        <p:txBody>
          <a:bodyPr rIns="457200"/>
          <a:lstStyle>
            <a:lvl1pPr>
              <a:lnSpc>
                <a:spcPct val="100000"/>
              </a:lnSpc>
              <a:buNone/>
              <a:defRPr>
                <a:solidFill>
                  <a:schemeClr val="tx1"/>
                </a:solidFill>
              </a:defRPr>
            </a:lvl1pPr>
          </a:lstStyle>
          <a:p>
            <a:r>
              <a:t>Click to edit Master title style</a:t>
            </a:r>
          </a:p>
        </p:txBody>
      </p:sp>
      <p:sp>
        <p:nvSpPr>
          <p:cNvPr id="6" name="Straight Connector 5">
            <a:extLst>
              <a:ext uri="{FF2B5EF4-FFF2-40B4-BE49-F238E27FC236}">
                <a16:creationId xmlns:a16="http://schemas.microsoft.com/office/drawing/2014/main" id="{81F7BD0B-B686-4F73-9C18-DC5639BDDF5B}"/>
              </a:ext>
            </a:extLst>
          </p:cNvPr>
          <p:cNvSpPr>
            <a:spLocks noGrp="1"/>
          </p:cNvSpPr>
          <p:nvPr/>
        </p:nvSpPr>
        <p:spPr>
          <a:xfrm>
            <a:off x="12188952" y="583755"/>
            <a:ext cx="0" cy="11412982"/>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7" name="Straight Connector 6">
            <a:extLst>
              <a:ext uri="{FF2B5EF4-FFF2-40B4-BE49-F238E27FC236}">
                <a16:creationId xmlns:a16="http://schemas.microsoft.com/office/drawing/2014/main" id="{6EEEBD69-248C-430D-A482-DF889CF49FAD}"/>
              </a:ext>
            </a:extLst>
          </p:cNvPr>
          <p:cNvSpPr>
            <a:spLocks noGrp="1"/>
          </p:cNvSpPr>
          <p:nvPr/>
        </p:nvSpPr>
        <p:spPr>
          <a:xfrm>
            <a:off x="18288000" y="577850"/>
            <a:ext cx="0" cy="11369770"/>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3" name="Text Placeholder 4">
            <a:extLst>
              <a:ext uri="{FF2B5EF4-FFF2-40B4-BE49-F238E27FC236}">
                <a16:creationId xmlns:a16="http://schemas.microsoft.com/office/drawing/2014/main" id="{375A15DB-1EFF-520D-BB52-429C515C5390}"/>
              </a:ext>
            </a:extLst>
          </p:cNvPr>
          <p:cNvSpPr>
            <a:spLocks noGrp="1"/>
          </p:cNvSpPr>
          <p:nvPr>
            <p:ph type="body" idx="22"/>
          </p:nvPr>
        </p:nvSpPr>
        <p:spPr>
          <a:xfrm>
            <a:off x="18851564" y="2478024"/>
            <a:ext cx="4952999" cy="6094476"/>
          </a:xfrm>
        </p:spPr>
        <p:txBody>
          <a:bodyPr/>
          <a:lstStyle>
            <a:lvl1pPr>
              <a:lnSpc>
                <a:spcPct val="100000"/>
              </a:lnSpc>
              <a:spcBef>
                <a:spcPts val="0"/>
              </a:spcBef>
              <a:spcAft>
                <a:spcPts val="1200"/>
              </a:spcAft>
              <a:buNone/>
              <a:defRPr sz="3600">
                <a:solidFill>
                  <a:schemeClr val="tx1"/>
                </a:solidFill>
              </a:defRPr>
            </a:lvl1pPr>
            <a:lvl2pPr marL="402336" indent="-402336">
              <a:lnSpc>
                <a:spcPct val="100000"/>
              </a:lnSpc>
              <a:spcBef>
                <a:spcPts val="0"/>
              </a:spcBef>
              <a:spcAft>
                <a:spcPts val="1200"/>
              </a:spcAft>
              <a:buNone/>
              <a:defRPr sz="3600">
                <a:solidFill>
                  <a:schemeClr val="tx1"/>
                </a:solidFill>
              </a:defRPr>
            </a:lvl2pPr>
            <a:lvl3pPr marL="804672" indent="-402336">
              <a:lnSpc>
                <a:spcPct val="100000"/>
              </a:lnSpc>
              <a:spcBef>
                <a:spcPts val="0"/>
              </a:spcBef>
              <a:spcAft>
                <a:spcPts val="1200"/>
              </a:spcAft>
              <a:buNone/>
              <a:defRPr sz="3600">
                <a:solidFill>
                  <a:schemeClr val="tx1"/>
                </a:solidFill>
              </a:defRPr>
            </a:lvl3pPr>
            <a:lvl4pPr marL="1115568" indent="-402336">
              <a:lnSpc>
                <a:spcPct val="100000"/>
              </a:lnSpc>
              <a:spcBef>
                <a:spcPts val="0"/>
              </a:spcBef>
              <a:spcAft>
                <a:spcPts val="1200"/>
              </a:spcAft>
              <a:buNone/>
              <a:defRPr sz="3600">
                <a:solidFill>
                  <a:schemeClr val="tx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9" name="Picture Placeholder 12">
            <a:extLst>
              <a:ext uri="{FF2B5EF4-FFF2-40B4-BE49-F238E27FC236}">
                <a16:creationId xmlns:a16="http://schemas.microsoft.com/office/drawing/2014/main" id="{DFA218C9-742E-511E-BA94-C411B5869722}"/>
              </a:ext>
            </a:extLst>
          </p:cNvPr>
          <p:cNvSpPr>
            <a:spLocks noGrp="1"/>
          </p:cNvSpPr>
          <p:nvPr>
            <p:ph type="pic" idx="23" hasCustomPrompt="1"/>
          </p:nvPr>
        </p:nvSpPr>
        <p:spPr>
          <a:xfrm>
            <a:off x="18851564" y="576072"/>
            <a:ext cx="1216152" cy="1216152"/>
          </a:xfrm>
        </p:spPr>
        <p:txBody>
          <a:bodyPr anchor="ctr"/>
          <a:lstStyle>
            <a:lvl1pPr algn="ctr">
              <a:buNone/>
              <a:defRPr sz="1600"/>
            </a:lvl1pPr>
          </a:lstStyle>
          <a:p>
            <a:r>
              <a:t>Pictogram</a:t>
            </a:r>
          </a:p>
        </p:txBody>
      </p:sp>
      <p:sp>
        <p:nvSpPr>
          <p:cNvPr id="10" name="Text Placeholder 4">
            <a:extLst>
              <a:ext uri="{FF2B5EF4-FFF2-40B4-BE49-F238E27FC236}">
                <a16:creationId xmlns:a16="http://schemas.microsoft.com/office/drawing/2014/main" id="{FFA8738A-CEF0-79AA-B419-B7680A6CC615}"/>
              </a:ext>
            </a:extLst>
          </p:cNvPr>
          <p:cNvSpPr>
            <a:spLocks noGrp="1"/>
          </p:cNvSpPr>
          <p:nvPr>
            <p:ph type="body" idx="24"/>
          </p:nvPr>
        </p:nvSpPr>
        <p:spPr>
          <a:xfrm>
            <a:off x="12780516" y="2478024"/>
            <a:ext cx="4952999" cy="6094476"/>
          </a:xfrm>
        </p:spPr>
        <p:txBody>
          <a:bodyPr/>
          <a:lstStyle>
            <a:lvl1pPr>
              <a:lnSpc>
                <a:spcPct val="100000"/>
              </a:lnSpc>
              <a:spcBef>
                <a:spcPts val="0"/>
              </a:spcBef>
              <a:spcAft>
                <a:spcPts val="1200"/>
              </a:spcAft>
              <a:buNone/>
              <a:defRPr sz="3600">
                <a:solidFill>
                  <a:schemeClr val="tx1"/>
                </a:solidFill>
              </a:defRPr>
            </a:lvl1pPr>
            <a:lvl2pPr marL="402336" indent="-402336">
              <a:lnSpc>
                <a:spcPct val="100000"/>
              </a:lnSpc>
              <a:spcBef>
                <a:spcPts val="0"/>
              </a:spcBef>
              <a:spcAft>
                <a:spcPts val="1200"/>
              </a:spcAft>
              <a:buNone/>
              <a:defRPr sz="3600">
                <a:solidFill>
                  <a:schemeClr val="tx1"/>
                </a:solidFill>
              </a:defRPr>
            </a:lvl2pPr>
            <a:lvl3pPr marL="804672" indent="-402336">
              <a:lnSpc>
                <a:spcPct val="100000"/>
              </a:lnSpc>
              <a:spcBef>
                <a:spcPts val="0"/>
              </a:spcBef>
              <a:spcAft>
                <a:spcPts val="1200"/>
              </a:spcAft>
              <a:buNone/>
              <a:defRPr sz="3600">
                <a:solidFill>
                  <a:schemeClr val="tx1"/>
                </a:solidFill>
              </a:defRPr>
            </a:lvl3pPr>
            <a:lvl4pPr marL="1115568" indent="-402336">
              <a:lnSpc>
                <a:spcPct val="100000"/>
              </a:lnSpc>
              <a:spcBef>
                <a:spcPts val="0"/>
              </a:spcBef>
              <a:spcAft>
                <a:spcPts val="1200"/>
              </a:spcAft>
              <a:buNone/>
              <a:defRPr sz="3600">
                <a:solidFill>
                  <a:schemeClr val="tx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1" name="Picture Placeholder 12">
            <a:extLst>
              <a:ext uri="{FF2B5EF4-FFF2-40B4-BE49-F238E27FC236}">
                <a16:creationId xmlns:a16="http://schemas.microsoft.com/office/drawing/2014/main" id="{742E71B1-B5F7-9235-D02B-4E7306F89829}"/>
              </a:ext>
            </a:extLst>
          </p:cNvPr>
          <p:cNvSpPr>
            <a:spLocks noGrp="1"/>
          </p:cNvSpPr>
          <p:nvPr>
            <p:ph type="pic" idx="25" hasCustomPrompt="1"/>
          </p:nvPr>
        </p:nvSpPr>
        <p:spPr>
          <a:xfrm>
            <a:off x="12780516" y="576072"/>
            <a:ext cx="1216152" cy="1216152"/>
          </a:xfrm>
        </p:spPr>
        <p:txBody>
          <a:bodyPr anchor="ctr"/>
          <a:lstStyle>
            <a:lvl1pPr algn="ctr">
              <a:buNone/>
              <a:defRPr sz="1600"/>
            </a:lvl1pPr>
          </a:lstStyle>
          <a:p>
            <a:r>
              <a:t>Pictogram</a:t>
            </a:r>
          </a:p>
        </p:txBody>
      </p:sp>
      <p:sp>
        <p:nvSpPr>
          <p:cNvPr id="15" name="Text Placeholder 4">
            <a:extLst>
              <a:ext uri="{FF2B5EF4-FFF2-40B4-BE49-F238E27FC236}">
                <a16:creationId xmlns:a16="http://schemas.microsoft.com/office/drawing/2014/main" id="{0B7FE31C-8FA8-1E02-8414-47C66592F2A1}"/>
              </a:ext>
            </a:extLst>
          </p:cNvPr>
          <p:cNvSpPr>
            <a:spLocks noGrp="1"/>
          </p:cNvSpPr>
          <p:nvPr>
            <p:ph type="body" idx="26"/>
          </p:nvPr>
        </p:nvSpPr>
        <p:spPr>
          <a:xfrm>
            <a:off x="6709469" y="2478024"/>
            <a:ext cx="4952999" cy="6094476"/>
          </a:xfrm>
        </p:spPr>
        <p:txBody>
          <a:bodyPr/>
          <a:lstStyle>
            <a:lvl1pPr>
              <a:lnSpc>
                <a:spcPct val="100000"/>
              </a:lnSpc>
              <a:spcBef>
                <a:spcPts val="0"/>
              </a:spcBef>
              <a:spcAft>
                <a:spcPts val="1200"/>
              </a:spcAft>
              <a:buNone/>
              <a:defRPr sz="3600">
                <a:solidFill>
                  <a:schemeClr val="tx1"/>
                </a:solidFill>
              </a:defRPr>
            </a:lvl1pPr>
            <a:lvl2pPr marL="402336" indent="-402336">
              <a:lnSpc>
                <a:spcPct val="100000"/>
              </a:lnSpc>
              <a:spcBef>
                <a:spcPts val="0"/>
              </a:spcBef>
              <a:spcAft>
                <a:spcPts val="1200"/>
              </a:spcAft>
              <a:buNone/>
              <a:defRPr sz="3600">
                <a:solidFill>
                  <a:schemeClr val="tx1"/>
                </a:solidFill>
              </a:defRPr>
            </a:lvl2pPr>
            <a:lvl3pPr marL="804672" indent="-402336">
              <a:lnSpc>
                <a:spcPct val="100000"/>
              </a:lnSpc>
              <a:spcBef>
                <a:spcPts val="0"/>
              </a:spcBef>
              <a:spcAft>
                <a:spcPts val="1200"/>
              </a:spcAft>
              <a:buNone/>
              <a:defRPr sz="3600">
                <a:solidFill>
                  <a:schemeClr val="tx1"/>
                </a:solidFill>
              </a:defRPr>
            </a:lvl3pPr>
            <a:lvl4pPr marL="1115568" indent="-402336">
              <a:lnSpc>
                <a:spcPct val="100000"/>
              </a:lnSpc>
              <a:spcBef>
                <a:spcPts val="0"/>
              </a:spcBef>
              <a:spcAft>
                <a:spcPts val="1200"/>
              </a:spcAft>
              <a:buNone/>
              <a:defRPr sz="3600">
                <a:solidFill>
                  <a:schemeClr val="tx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6" name="Picture Placeholder 12">
            <a:extLst>
              <a:ext uri="{FF2B5EF4-FFF2-40B4-BE49-F238E27FC236}">
                <a16:creationId xmlns:a16="http://schemas.microsoft.com/office/drawing/2014/main" id="{E798A212-9B60-58A9-FAAF-19FACBA14613}"/>
              </a:ext>
            </a:extLst>
          </p:cNvPr>
          <p:cNvSpPr>
            <a:spLocks noGrp="1"/>
          </p:cNvSpPr>
          <p:nvPr>
            <p:ph type="pic" idx="27" hasCustomPrompt="1"/>
          </p:nvPr>
        </p:nvSpPr>
        <p:spPr>
          <a:xfrm>
            <a:off x="6709469" y="576072"/>
            <a:ext cx="1216152" cy="1216152"/>
          </a:xfrm>
        </p:spPr>
        <p:txBody>
          <a:bodyPr anchor="ctr"/>
          <a:lstStyle>
            <a:lvl1pPr algn="ctr">
              <a:buNone/>
              <a:defRPr sz="1600"/>
            </a:lvl1pPr>
          </a:lstStyle>
          <a:p>
            <a:r>
              <a:t>Pictogram</a:t>
            </a:r>
          </a:p>
        </p:txBody>
      </p:sp>
      <p:sp>
        <p:nvSpPr>
          <p:cNvPr id="17" name="Straight Connector 16">
            <a:extLst>
              <a:ext uri="{FF2B5EF4-FFF2-40B4-BE49-F238E27FC236}">
                <a16:creationId xmlns:a16="http://schemas.microsoft.com/office/drawing/2014/main" id="{DE96F8B0-F303-46B7-98B6-CA60B3664625}"/>
              </a:ext>
            </a:extLst>
          </p:cNvPr>
          <p:cNvSpPr>
            <a:spLocks noGrp="1"/>
          </p:cNvSpPr>
          <p:nvPr/>
        </p:nvSpPr>
        <p:spPr>
          <a:xfrm>
            <a:off x="6111168" y="583755"/>
            <a:ext cx="0" cy="11412982"/>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8" name="Rectangle 7">
            <a:extLst>
              <a:ext uri="{FF2B5EF4-FFF2-40B4-BE49-F238E27FC236}">
                <a16:creationId xmlns:a16="http://schemas.microsoft.com/office/drawing/2014/main" id="{441E9F78-32B4-2BAB-C352-A7C9B1EEB4C9}"/>
              </a:ext>
            </a:extLst>
          </p:cNvPr>
          <p:cNvSpPr>
            <a:spLocks noGrp="1"/>
          </p:cNvSpPr>
          <p:nvPr/>
        </p:nvSpPr>
        <p:spPr>
          <a:xfrm>
            <a:off x="0" y="13075920"/>
            <a:ext cx="24387175" cy="640080"/>
          </a:xfrm>
          <a:prstGeom prst="rect">
            <a:avLst/>
          </a:prstGeom>
          <a:solidFill>
            <a:srgbClr val="F4F4F4"/>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12" name="Footer Placeholder 3">
            <a:extLst>
              <a:ext uri="{FF2B5EF4-FFF2-40B4-BE49-F238E27FC236}">
                <a16:creationId xmlns:a16="http://schemas.microsoft.com/office/drawing/2014/main" id="{FA53B0FA-6B06-6CCB-E887-755D99D2BCAD}"/>
              </a:ext>
            </a:extLst>
          </p:cNvPr>
          <p:cNvSpPr>
            <a:spLocks noGrp="1"/>
          </p:cNvSpPr>
          <p:nvPr>
            <p:ph type="ftr" idx="13"/>
          </p:nvPr>
        </p:nvSpPr>
        <p:spPr>
          <a:xfrm>
            <a:off x="568324" y="13272850"/>
            <a:ext cx="4956176" cy="246221"/>
          </a:xfrm>
        </p:spPr>
        <p:txBody>
          <a:bodyPr/>
          <a:lstStyle>
            <a:lvl1pPr>
              <a:buNone/>
              <a:defRPr>
                <a:solidFill>
                  <a:schemeClr val="tx1"/>
                </a:solidFill>
              </a:defRPr>
            </a:lvl1pPr>
          </a:lstStyle>
          <a:p>
            <a:r>
              <a:t>IBM TechXchange | © 2026 IBM Corporation</a:t>
            </a:r>
          </a:p>
        </p:txBody>
      </p:sp>
      <p:sp>
        <p:nvSpPr>
          <p:cNvPr id="13" name="Slide Number Placeholder 4">
            <a:extLst>
              <a:ext uri="{FF2B5EF4-FFF2-40B4-BE49-F238E27FC236}">
                <a16:creationId xmlns:a16="http://schemas.microsoft.com/office/drawing/2014/main" id="{37A55763-82CA-9BC3-0764-1C415665AFA2}"/>
              </a:ext>
            </a:extLst>
          </p:cNvPr>
          <p:cNvSpPr>
            <a:spLocks noGrp="1"/>
          </p:cNvSpPr>
          <p:nvPr>
            <p:ph type="sldNum" idx="14"/>
          </p:nvPr>
        </p:nvSpPr>
        <p:spPr>
          <a:xfrm>
            <a:off x="23541592" y="13272850"/>
            <a:ext cx="270908" cy="246221"/>
          </a:xfrm>
        </p:spPr>
        <p:txBody>
          <a:bodyPr/>
          <a:lstStyle>
            <a:lvl1pPr>
              <a:buNone/>
              <a:defRPr>
                <a:solidFill>
                  <a:schemeClr val="tx1"/>
                </a:solidFill>
              </a:defRPr>
            </a:lvl1pPr>
          </a:lstStyle>
          <a:p>
            <a:fld id="{86CB4B4D-7CA3-9044-876B-883B54F8677D}" type="slidenum">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Title section, pictograms, 3 columns vertical">
    <p:bg>
      <p:bgPr>
        <a:solidFill>
          <a:srgbClr val="F4F4F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37972" y="396574"/>
            <a:ext cx="4987925" cy="6461426"/>
          </a:xfrm>
        </p:spPr>
        <p:txBody>
          <a:bodyPr rIns="457200"/>
          <a:lstStyle>
            <a:lvl1pPr>
              <a:lnSpc>
                <a:spcPct val="100000"/>
              </a:lnSpc>
              <a:buNone/>
              <a:defRPr>
                <a:solidFill>
                  <a:schemeClr val="tx1"/>
                </a:solidFill>
              </a:defRPr>
            </a:lvl1pPr>
          </a:lstStyle>
          <a:p>
            <a:r>
              <a:t>Click to edit Master title style</a:t>
            </a:r>
          </a:p>
        </p:txBody>
      </p:sp>
      <p:sp>
        <p:nvSpPr>
          <p:cNvPr id="6" name="Straight Connector 5">
            <a:extLst>
              <a:ext uri="{FF2B5EF4-FFF2-40B4-BE49-F238E27FC236}">
                <a16:creationId xmlns:a16="http://schemas.microsoft.com/office/drawing/2014/main" id="{D0DCE9CB-20E7-450E-8918-81658136CFB7}"/>
              </a:ext>
            </a:extLst>
          </p:cNvPr>
          <p:cNvSpPr>
            <a:spLocks noGrp="1"/>
          </p:cNvSpPr>
          <p:nvPr/>
        </p:nvSpPr>
        <p:spPr>
          <a:xfrm>
            <a:off x="12188952" y="583755"/>
            <a:ext cx="0" cy="11412982"/>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7" name="Straight Connector 6">
            <a:extLst>
              <a:ext uri="{FF2B5EF4-FFF2-40B4-BE49-F238E27FC236}">
                <a16:creationId xmlns:a16="http://schemas.microsoft.com/office/drawing/2014/main" id="{5B597E03-A73C-4E18-AE2D-FE02DAA8524B}"/>
              </a:ext>
            </a:extLst>
          </p:cNvPr>
          <p:cNvSpPr>
            <a:spLocks noGrp="1"/>
          </p:cNvSpPr>
          <p:nvPr/>
        </p:nvSpPr>
        <p:spPr>
          <a:xfrm>
            <a:off x="18288000" y="577850"/>
            <a:ext cx="0" cy="11369770"/>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3" name="Text Placeholder 4">
            <a:extLst>
              <a:ext uri="{FF2B5EF4-FFF2-40B4-BE49-F238E27FC236}">
                <a16:creationId xmlns:a16="http://schemas.microsoft.com/office/drawing/2014/main" id="{375A15DB-1EFF-520D-BB52-429C515C5390}"/>
              </a:ext>
            </a:extLst>
          </p:cNvPr>
          <p:cNvSpPr>
            <a:spLocks noGrp="1"/>
          </p:cNvSpPr>
          <p:nvPr>
            <p:ph type="body" idx="22"/>
          </p:nvPr>
        </p:nvSpPr>
        <p:spPr>
          <a:xfrm>
            <a:off x="18851564" y="2478024"/>
            <a:ext cx="4952999" cy="6094476"/>
          </a:xfrm>
        </p:spPr>
        <p:txBody>
          <a:bodyPr/>
          <a:lstStyle>
            <a:lvl1pPr>
              <a:lnSpc>
                <a:spcPct val="100000"/>
              </a:lnSpc>
              <a:spcBef>
                <a:spcPts val="0"/>
              </a:spcBef>
              <a:spcAft>
                <a:spcPts val="1200"/>
              </a:spcAft>
              <a:buNone/>
              <a:defRPr sz="3600">
                <a:solidFill>
                  <a:schemeClr val="tx1"/>
                </a:solidFill>
              </a:defRPr>
            </a:lvl1pPr>
            <a:lvl2pPr marL="402336" indent="-402336">
              <a:lnSpc>
                <a:spcPct val="100000"/>
              </a:lnSpc>
              <a:spcBef>
                <a:spcPts val="0"/>
              </a:spcBef>
              <a:spcAft>
                <a:spcPts val="1200"/>
              </a:spcAft>
              <a:buNone/>
              <a:defRPr sz="3600">
                <a:solidFill>
                  <a:schemeClr val="tx1"/>
                </a:solidFill>
              </a:defRPr>
            </a:lvl2pPr>
            <a:lvl3pPr marL="804672" indent="-402336">
              <a:lnSpc>
                <a:spcPct val="100000"/>
              </a:lnSpc>
              <a:spcBef>
                <a:spcPts val="0"/>
              </a:spcBef>
              <a:spcAft>
                <a:spcPts val="1200"/>
              </a:spcAft>
              <a:buNone/>
              <a:defRPr sz="3600">
                <a:solidFill>
                  <a:schemeClr val="tx1"/>
                </a:solidFill>
              </a:defRPr>
            </a:lvl3pPr>
            <a:lvl4pPr marL="1115568" indent="-402336">
              <a:lnSpc>
                <a:spcPct val="100000"/>
              </a:lnSpc>
              <a:spcBef>
                <a:spcPts val="0"/>
              </a:spcBef>
              <a:spcAft>
                <a:spcPts val="1200"/>
              </a:spcAft>
              <a:buNone/>
              <a:defRPr sz="3600">
                <a:solidFill>
                  <a:schemeClr val="tx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9" name="Picture Placeholder 12">
            <a:extLst>
              <a:ext uri="{FF2B5EF4-FFF2-40B4-BE49-F238E27FC236}">
                <a16:creationId xmlns:a16="http://schemas.microsoft.com/office/drawing/2014/main" id="{DFA218C9-742E-511E-BA94-C411B5869722}"/>
              </a:ext>
            </a:extLst>
          </p:cNvPr>
          <p:cNvSpPr>
            <a:spLocks noGrp="1"/>
          </p:cNvSpPr>
          <p:nvPr>
            <p:ph type="pic" idx="23" hasCustomPrompt="1"/>
          </p:nvPr>
        </p:nvSpPr>
        <p:spPr>
          <a:xfrm>
            <a:off x="18851564" y="576072"/>
            <a:ext cx="1216152" cy="1216152"/>
          </a:xfrm>
        </p:spPr>
        <p:txBody>
          <a:bodyPr anchor="ctr"/>
          <a:lstStyle>
            <a:lvl1pPr algn="ctr">
              <a:buNone/>
              <a:defRPr sz="1600"/>
            </a:lvl1pPr>
          </a:lstStyle>
          <a:p>
            <a:r>
              <a:t>Pictogram</a:t>
            </a:r>
          </a:p>
        </p:txBody>
      </p:sp>
      <p:sp>
        <p:nvSpPr>
          <p:cNvPr id="10" name="Text Placeholder 4">
            <a:extLst>
              <a:ext uri="{FF2B5EF4-FFF2-40B4-BE49-F238E27FC236}">
                <a16:creationId xmlns:a16="http://schemas.microsoft.com/office/drawing/2014/main" id="{FFA8738A-CEF0-79AA-B419-B7680A6CC615}"/>
              </a:ext>
            </a:extLst>
          </p:cNvPr>
          <p:cNvSpPr>
            <a:spLocks noGrp="1"/>
          </p:cNvSpPr>
          <p:nvPr>
            <p:ph type="body" idx="24"/>
          </p:nvPr>
        </p:nvSpPr>
        <p:spPr>
          <a:xfrm>
            <a:off x="12780516" y="2478024"/>
            <a:ext cx="4952999" cy="6094476"/>
          </a:xfrm>
        </p:spPr>
        <p:txBody>
          <a:bodyPr/>
          <a:lstStyle>
            <a:lvl1pPr>
              <a:lnSpc>
                <a:spcPct val="100000"/>
              </a:lnSpc>
              <a:spcBef>
                <a:spcPts val="0"/>
              </a:spcBef>
              <a:spcAft>
                <a:spcPts val="1200"/>
              </a:spcAft>
              <a:buNone/>
              <a:defRPr sz="3600">
                <a:solidFill>
                  <a:schemeClr val="tx1"/>
                </a:solidFill>
              </a:defRPr>
            </a:lvl1pPr>
            <a:lvl2pPr marL="402336" indent="-402336">
              <a:lnSpc>
                <a:spcPct val="100000"/>
              </a:lnSpc>
              <a:spcBef>
                <a:spcPts val="0"/>
              </a:spcBef>
              <a:spcAft>
                <a:spcPts val="1200"/>
              </a:spcAft>
              <a:buNone/>
              <a:defRPr sz="3600">
                <a:solidFill>
                  <a:schemeClr val="tx1"/>
                </a:solidFill>
              </a:defRPr>
            </a:lvl2pPr>
            <a:lvl3pPr marL="804672" indent="-402336">
              <a:lnSpc>
                <a:spcPct val="100000"/>
              </a:lnSpc>
              <a:spcBef>
                <a:spcPts val="0"/>
              </a:spcBef>
              <a:spcAft>
                <a:spcPts val="1200"/>
              </a:spcAft>
              <a:buNone/>
              <a:defRPr sz="3600">
                <a:solidFill>
                  <a:schemeClr val="tx1"/>
                </a:solidFill>
              </a:defRPr>
            </a:lvl3pPr>
            <a:lvl4pPr marL="1115568" indent="-402336">
              <a:lnSpc>
                <a:spcPct val="100000"/>
              </a:lnSpc>
              <a:spcBef>
                <a:spcPts val="0"/>
              </a:spcBef>
              <a:spcAft>
                <a:spcPts val="1200"/>
              </a:spcAft>
              <a:buNone/>
              <a:defRPr sz="3600">
                <a:solidFill>
                  <a:schemeClr val="tx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1" name="Picture Placeholder 12">
            <a:extLst>
              <a:ext uri="{FF2B5EF4-FFF2-40B4-BE49-F238E27FC236}">
                <a16:creationId xmlns:a16="http://schemas.microsoft.com/office/drawing/2014/main" id="{742E71B1-B5F7-9235-D02B-4E7306F89829}"/>
              </a:ext>
            </a:extLst>
          </p:cNvPr>
          <p:cNvSpPr>
            <a:spLocks noGrp="1"/>
          </p:cNvSpPr>
          <p:nvPr>
            <p:ph type="pic" idx="25" hasCustomPrompt="1"/>
          </p:nvPr>
        </p:nvSpPr>
        <p:spPr>
          <a:xfrm>
            <a:off x="12780516" y="576072"/>
            <a:ext cx="1216152" cy="1216152"/>
          </a:xfrm>
        </p:spPr>
        <p:txBody>
          <a:bodyPr anchor="ctr"/>
          <a:lstStyle>
            <a:lvl1pPr algn="ctr">
              <a:buNone/>
              <a:defRPr sz="1600"/>
            </a:lvl1pPr>
          </a:lstStyle>
          <a:p>
            <a:r>
              <a:t>Pictogram</a:t>
            </a:r>
          </a:p>
        </p:txBody>
      </p:sp>
      <p:sp>
        <p:nvSpPr>
          <p:cNvPr id="15" name="Text Placeholder 4">
            <a:extLst>
              <a:ext uri="{FF2B5EF4-FFF2-40B4-BE49-F238E27FC236}">
                <a16:creationId xmlns:a16="http://schemas.microsoft.com/office/drawing/2014/main" id="{0B7FE31C-8FA8-1E02-8414-47C66592F2A1}"/>
              </a:ext>
            </a:extLst>
          </p:cNvPr>
          <p:cNvSpPr>
            <a:spLocks noGrp="1"/>
          </p:cNvSpPr>
          <p:nvPr>
            <p:ph type="body" idx="26"/>
          </p:nvPr>
        </p:nvSpPr>
        <p:spPr>
          <a:xfrm>
            <a:off x="6709469" y="2478024"/>
            <a:ext cx="4952999" cy="6094476"/>
          </a:xfrm>
        </p:spPr>
        <p:txBody>
          <a:bodyPr/>
          <a:lstStyle>
            <a:lvl1pPr>
              <a:lnSpc>
                <a:spcPct val="100000"/>
              </a:lnSpc>
              <a:spcBef>
                <a:spcPts val="0"/>
              </a:spcBef>
              <a:spcAft>
                <a:spcPts val="1200"/>
              </a:spcAft>
              <a:buNone/>
              <a:defRPr sz="3600">
                <a:solidFill>
                  <a:schemeClr val="tx1"/>
                </a:solidFill>
              </a:defRPr>
            </a:lvl1pPr>
            <a:lvl2pPr marL="402336" indent="-402336">
              <a:lnSpc>
                <a:spcPct val="100000"/>
              </a:lnSpc>
              <a:spcBef>
                <a:spcPts val="0"/>
              </a:spcBef>
              <a:spcAft>
                <a:spcPts val="1200"/>
              </a:spcAft>
              <a:buNone/>
              <a:defRPr sz="3600">
                <a:solidFill>
                  <a:schemeClr val="tx1"/>
                </a:solidFill>
              </a:defRPr>
            </a:lvl2pPr>
            <a:lvl3pPr marL="804672" indent="-402336">
              <a:lnSpc>
                <a:spcPct val="100000"/>
              </a:lnSpc>
              <a:spcBef>
                <a:spcPts val="0"/>
              </a:spcBef>
              <a:spcAft>
                <a:spcPts val="1200"/>
              </a:spcAft>
              <a:buNone/>
              <a:defRPr sz="3600">
                <a:solidFill>
                  <a:schemeClr val="tx1"/>
                </a:solidFill>
              </a:defRPr>
            </a:lvl3pPr>
            <a:lvl4pPr marL="1115568" indent="-402336">
              <a:lnSpc>
                <a:spcPct val="100000"/>
              </a:lnSpc>
              <a:spcBef>
                <a:spcPts val="0"/>
              </a:spcBef>
              <a:spcAft>
                <a:spcPts val="1200"/>
              </a:spcAft>
              <a:buNone/>
              <a:defRPr sz="3600">
                <a:solidFill>
                  <a:schemeClr val="tx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6" name="Picture Placeholder 12">
            <a:extLst>
              <a:ext uri="{FF2B5EF4-FFF2-40B4-BE49-F238E27FC236}">
                <a16:creationId xmlns:a16="http://schemas.microsoft.com/office/drawing/2014/main" id="{E798A212-9B60-58A9-FAAF-19FACBA14613}"/>
              </a:ext>
            </a:extLst>
          </p:cNvPr>
          <p:cNvSpPr>
            <a:spLocks noGrp="1"/>
          </p:cNvSpPr>
          <p:nvPr>
            <p:ph type="pic" idx="27" hasCustomPrompt="1"/>
          </p:nvPr>
        </p:nvSpPr>
        <p:spPr>
          <a:xfrm>
            <a:off x="6709469" y="576072"/>
            <a:ext cx="1216152" cy="1216152"/>
          </a:xfrm>
        </p:spPr>
        <p:txBody>
          <a:bodyPr anchor="ctr"/>
          <a:lstStyle>
            <a:lvl1pPr algn="ctr">
              <a:buNone/>
              <a:defRPr sz="1600"/>
            </a:lvl1pPr>
          </a:lstStyle>
          <a:p>
            <a:r>
              <a:t>Pictogram</a:t>
            </a:r>
          </a:p>
        </p:txBody>
      </p:sp>
      <p:sp>
        <p:nvSpPr>
          <p:cNvPr id="8" name="Rectangle 7">
            <a:extLst>
              <a:ext uri="{FF2B5EF4-FFF2-40B4-BE49-F238E27FC236}">
                <a16:creationId xmlns:a16="http://schemas.microsoft.com/office/drawing/2014/main" id="{7429D2D3-B9E2-E21C-D741-C1C5E15E0752}"/>
              </a:ext>
            </a:extLst>
          </p:cNvPr>
          <p:cNvSpPr>
            <a:spLocks noGrp="1"/>
          </p:cNvSpPr>
          <p:nvPr/>
        </p:nvSpPr>
        <p:spPr>
          <a:xfrm>
            <a:off x="0" y="13075920"/>
            <a:ext cx="24387175" cy="640080"/>
          </a:xfrm>
          <a:prstGeom prst="rect">
            <a:avLst/>
          </a:prstGeom>
          <a:solidFill>
            <a:srgbClr val="F4F4F4"/>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12" name="Footer Placeholder 3">
            <a:extLst>
              <a:ext uri="{FF2B5EF4-FFF2-40B4-BE49-F238E27FC236}">
                <a16:creationId xmlns:a16="http://schemas.microsoft.com/office/drawing/2014/main" id="{B0D8C562-32F6-555C-89DB-31CC38F52933}"/>
              </a:ext>
            </a:extLst>
          </p:cNvPr>
          <p:cNvSpPr>
            <a:spLocks noGrp="1"/>
          </p:cNvSpPr>
          <p:nvPr>
            <p:ph type="ftr" idx="13"/>
          </p:nvPr>
        </p:nvSpPr>
        <p:spPr>
          <a:xfrm>
            <a:off x="568324" y="13272850"/>
            <a:ext cx="4956176" cy="246221"/>
          </a:xfrm>
        </p:spPr>
        <p:txBody>
          <a:bodyPr/>
          <a:lstStyle>
            <a:lvl1pPr>
              <a:buNone/>
              <a:defRPr>
                <a:solidFill>
                  <a:schemeClr val="tx1"/>
                </a:solidFill>
              </a:defRPr>
            </a:lvl1pPr>
          </a:lstStyle>
          <a:p>
            <a:r>
              <a:t>IBM TechXchange | © 2026 IBM Corporation</a:t>
            </a:r>
          </a:p>
        </p:txBody>
      </p:sp>
      <p:sp>
        <p:nvSpPr>
          <p:cNvPr id="13" name="Slide Number Placeholder 4">
            <a:extLst>
              <a:ext uri="{FF2B5EF4-FFF2-40B4-BE49-F238E27FC236}">
                <a16:creationId xmlns:a16="http://schemas.microsoft.com/office/drawing/2014/main" id="{9148E234-E999-B9CA-E6FB-2E3A6061DF82}"/>
              </a:ext>
            </a:extLst>
          </p:cNvPr>
          <p:cNvSpPr>
            <a:spLocks noGrp="1"/>
          </p:cNvSpPr>
          <p:nvPr>
            <p:ph type="sldNum" idx="14"/>
          </p:nvPr>
        </p:nvSpPr>
        <p:spPr>
          <a:xfrm>
            <a:off x="23541592" y="13272850"/>
            <a:ext cx="270908" cy="246221"/>
          </a:xfrm>
        </p:spPr>
        <p:txBody>
          <a:bodyPr/>
          <a:lstStyle>
            <a:lvl1pPr>
              <a:buNone/>
              <a:defRPr>
                <a:solidFill>
                  <a:schemeClr val="tx1"/>
                </a:solidFill>
              </a:defRPr>
            </a:lvl1pPr>
          </a:lstStyle>
          <a:p>
            <a:fld id="{86CB4B4D-7CA3-9044-876B-883B54F8677D}" type="slidenum">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1_Title, pictograms, 2x2 callouts">
    <p:bg>
      <p:bgPr>
        <a:solidFill>
          <a:srgbClr val="F4F4F4"/>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31099CB-CB87-D5D5-506D-4B49C08161D3}"/>
              </a:ext>
            </a:extLst>
          </p:cNvPr>
          <p:cNvSpPr>
            <a:spLocks noGrp="1"/>
          </p:cNvSpPr>
          <p:nvPr>
            <p:ph type="body" idx="11"/>
          </p:nvPr>
        </p:nvSpPr>
        <p:spPr>
          <a:xfrm>
            <a:off x="577850" y="5351399"/>
            <a:ext cx="6670675" cy="1508125"/>
          </a:xfrm>
        </p:spPr>
        <p:txBody>
          <a:bodyPr/>
          <a:lstStyle>
            <a:lvl1pPr>
              <a:lnSpc>
                <a:spcPct val="100000"/>
              </a:lnSpc>
              <a:spcBef>
                <a:spcPts val="0"/>
              </a:spcBef>
              <a:buNone/>
              <a:defRPr sz="3600">
                <a:solidFill>
                  <a:schemeClr val="tx1"/>
                </a:solidFill>
              </a:defRPr>
            </a:lvl1pPr>
            <a:lvl2pPr marL="402336" indent="-402336">
              <a:lnSpc>
                <a:spcPct val="100000"/>
              </a:lnSpc>
              <a:spcBef>
                <a:spcPts val="0"/>
              </a:spcBef>
              <a:buNone/>
              <a:defRPr sz="3600">
                <a:solidFill>
                  <a:schemeClr val="tx1"/>
                </a:solidFill>
              </a:defRPr>
            </a:lvl2pPr>
            <a:lvl3pPr marL="804672" indent="-402336">
              <a:lnSpc>
                <a:spcPct val="100000"/>
              </a:lnSpc>
              <a:spcBef>
                <a:spcPts val="0"/>
              </a:spcBef>
              <a:buNone/>
              <a:defRPr sz="3600">
                <a:solidFill>
                  <a:schemeClr val="tx1"/>
                </a:solidFill>
              </a:defRPr>
            </a:lvl3pPr>
            <a:lvl4pPr marL="1115568" indent="-402336">
              <a:lnSpc>
                <a:spcPct val="100000"/>
              </a:lnSpc>
              <a:spcBef>
                <a:spcPts val="0"/>
              </a:spcBef>
              <a:buNone/>
              <a:defRPr sz="3600">
                <a:solidFill>
                  <a:schemeClr val="tx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idx="12"/>
          </p:nvPr>
        </p:nvSpPr>
        <p:spPr>
          <a:xfrm>
            <a:off x="12765278" y="5349875"/>
            <a:ext cx="6667500" cy="1508125"/>
          </a:xfrm>
        </p:spPr>
        <p:txBody>
          <a:bodyPr/>
          <a:lstStyle>
            <a:lvl1pPr>
              <a:lnSpc>
                <a:spcPct val="100000"/>
              </a:lnSpc>
              <a:spcBef>
                <a:spcPts val="0"/>
              </a:spcBef>
              <a:buNone/>
              <a:defRPr sz="3600">
                <a:solidFill>
                  <a:schemeClr val="tx1"/>
                </a:solidFill>
              </a:defRPr>
            </a:lvl1pPr>
            <a:lvl2pPr marL="402336" indent="-402336">
              <a:lnSpc>
                <a:spcPct val="100000"/>
              </a:lnSpc>
              <a:spcBef>
                <a:spcPts val="0"/>
              </a:spcBef>
              <a:buNone/>
              <a:defRPr sz="3600">
                <a:solidFill>
                  <a:schemeClr val="tx1"/>
                </a:solidFill>
              </a:defRPr>
            </a:lvl2pPr>
            <a:lvl3pPr marL="804672" indent="-402336">
              <a:lnSpc>
                <a:spcPct val="100000"/>
              </a:lnSpc>
              <a:spcBef>
                <a:spcPts val="0"/>
              </a:spcBef>
              <a:buNone/>
              <a:defRPr sz="3600">
                <a:solidFill>
                  <a:schemeClr val="tx1"/>
                </a:solidFill>
              </a:defRPr>
            </a:lvl3pPr>
            <a:lvl4pPr marL="1115568" indent="-402336">
              <a:lnSpc>
                <a:spcPct val="100000"/>
              </a:lnSpc>
              <a:spcBef>
                <a:spcPts val="0"/>
              </a:spcBef>
              <a:buNone/>
              <a:defRPr sz="3600">
                <a:solidFill>
                  <a:schemeClr val="tx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idx="13"/>
          </p:nvPr>
        </p:nvSpPr>
        <p:spPr>
          <a:xfrm>
            <a:off x="577850" y="10295777"/>
            <a:ext cx="6670676" cy="1508125"/>
          </a:xfrm>
        </p:spPr>
        <p:txBody>
          <a:bodyPr/>
          <a:lstStyle>
            <a:lvl1pPr>
              <a:lnSpc>
                <a:spcPct val="100000"/>
              </a:lnSpc>
              <a:spcBef>
                <a:spcPts val="0"/>
              </a:spcBef>
              <a:buNone/>
              <a:defRPr sz="3600">
                <a:solidFill>
                  <a:schemeClr val="tx1"/>
                </a:solidFill>
              </a:defRPr>
            </a:lvl1pPr>
            <a:lvl2pPr marL="402336" indent="-402336">
              <a:lnSpc>
                <a:spcPct val="100000"/>
              </a:lnSpc>
              <a:spcBef>
                <a:spcPts val="0"/>
              </a:spcBef>
              <a:buNone/>
              <a:defRPr sz="3600">
                <a:solidFill>
                  <a:schemeClr val="tx1"/>
                </a:solidFill>
              </a:defRPr>
            </a:lvl2pPr>
            <a:lvl3pPr marL="804672" indent="-402336">
              <a:lnSpc>
                <a:spcPct val="100000"/>
              </a:lnSpc>
              <a:spcBef>
                <a:spcPts val="0"/>
              </a:spcBef>
              <a:buNone/>
              <a:defRPr sz="3600">
                <a:solidFill>
                  <a:schemeClr val="tx1"/>
                </a:solidFill>
              </a:defRPr>
            </a:lvl3pPr>
            <a:lvl4pPr marL="1115568" indent="-402336">
              <a:lnSpc>
                <a:spcPct val="100000"/>
              </a:lnSpc>
              <a:spcBef>
                <a:spcPts val="0"/>
              </a:spcBef>
              <a:buNone/>
              <a:defRPr sz="3600">
                <a:solidFill>
                  <a:schemeClr val="tx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idx="14"/>
          </p:nvPr>
        </p:nvSpPr>
        <p:spPr>
          <a:xfrm>
            <a:off x="12765279" y="10292729"/>
            <a:ext cx="6667500" cy="1508125"/>
          </a:xfrm>
        </p:spPr>
        <p:txBody>
          <a:bodyPr/>
          <a:lstStyle>
            <a:lvl1pPr>
              <a:lnSpc>
                <a:spcPct val="100000"/>
              </a:lnSpc>
              <a:spcBef>
                <a:spcPts val="0"/>
              </a:spcBef>
              <a:buNone/>
              <a:defRPr sz="3600">
                <a:solidFill>
                  <a:schemeClr val="tx1"/>
                </a:solidFill>
              </a:defRPr>
            </a:lvl1pPr>
            <a:lvl2pPr marL="402336" indent="-402336">
              <a:lnSpc>
                <a:spcPct val="100000"/>
              </a:lnSpc>
              <a:spcBef>
                <a:spcPts val="0"/>
              </a:spcBef>
              <a:buNone/>
              <a:defRPr sz="3600">
                <a:solidFill>
                  <a:schemeClr val="tx1"/>
                </a:solidFill>
              </a:defRPr>
            </a:lvl2pPr>
            <a:lvl3pPr marL="804672" indent="-402336">
              <a:lnSpc>
                <a:spcPct val="100000"/>
              </a:lnSpc>
              <a:spcBef>
                <a:spcPts val="0"/>
              </a:spcBef>
              <a:buNone/>
              <a:defRPr sz="3600">
                <a:solidFill>
                  <a:schemeClr val="tx1"/>
                </a:solidFill>
              </a:defRPr>
            </a:lvl3pPr>
            <a:lvl4pPr marL="1115568" indent="-402336">
              <a:lnSpc>
                <a:spcPct val="100000"/>
              </a:lnSpc>
              <a:spcBef>
                <a:spcPts val="0"/>
              </a:spcBef>
              <a:buNone/>
              <a:defRPr sz="3600">
                <a:solidFill>
                  <a:schemeClr val="tx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3" name="Picture Placeholder 12">
            <a:extLst>
              <a:ext uri="{FF2B5EF4-FFF2-40B4-BE49-F238E27FC236}">
                <a16:creationId xmlns:a16="http://schemas.microsoft.com/office/drawing/2014/main" id="{30AB5158-BCB8-39EE-DA85-F2CD01699FBB}"/>
              </a:ext>
            </a:extLst>
          </p:cNvPr>
          <p:cNvSpPr>
            <a:spLocks noGrp="1"/>
          </p:cNvSpPr>
          <p:nvPr>
            <p:ph type="pic" idx="15" hasCustomPrompt="1"/>
          </p:nvPr>
        </p:nvSpPr>
        <p:spPr>
          <a:xfrm>
            <a:off x="577850" y="3449447"/>
            <a:ext cx="1216152" cy="1216152"/>
          </a:xfrm>
        </p:spPr>
        <p:txBody>
          <a:bodyPr anchor="ctr"/>
          <a:lstStyle>
            <a:lvl1pPr algn="ctr">
              <a:buNone/>
              <a:defRPr sz="1600"/>
            </a:lvl1pPr>
          </a:lstStyle>
          <a:p>
            <a:r>
              <a:t>Pictogram</a:t>
            </a:r>
          </a:p>
        </p:txBody>
      </p:sp>
      <p:sp>
        <p:nvSpPr>
          <p:cNvPr id="15" name="Picture Placeholder 14">
            <a:extLst>
              <a:ext uri="{FF2B5EF4-FFF2-40B4-BE49-F238E27FC236}">
                <a16:creationId xmlns:a16="http://schemas.microsoft.com/office/drawing/2014/main" id="{3C3730E5-61EB-7405-CC85-AB04242CDBC4}"/>
              </a:ext>
            </a:extLst>
          </p:cNvPr>
          <p:cNvSpPr>
            <a:spLocks noGrp="1"/>
          </p:cNvSpPr>
          <p:nvPr>
            <p:ph type="pic" idx="16" hasCustomPrompt="1"/>
          </p:nvPr>
        </p:nvSpPr>
        <p:spPr>
          <a:xfrm>
            <a:off x="12765278" y="3449447"/>
            <a:ext cx="1216152" cy="1216152"/>
          </a:xfrm>
        </p:spPr>
        <p:txBody>
          <a:bodyPr anchor="ctr"/>
          <a:lstStyle>
            <a:lvl1pPr algn="ctr">
              <a:buNone/>
              <a:defRPr sz="1600"/>
            </a:lvl1pPr>
          </a:lstStyle>
          <a:p>
            <a:r>
              <a:t>Pictogram</a:t>
            </a:r>
          </a:p>
        </p:txBody>
      </p:sp>
      <p:sp>
        <p:nvSpPr>
          <p:cNvPr id="17" name="Picture Placeholder 16">
            <a:extLst>
              <a:ext uri="{FF2B5EF4-FFF2-40B4-BE49-F238E27FC236}">
                <a16:creationId xmlns:a16="http://schemas.microsoft.com/office/drawing/2014/main" id="{62C94928-6A9B-2EA7-301C-71E5F2547C8A}"/>
              </a:ext>
            </a:extLst>
          </p:cNvPr>
          <p:cNvSpPr>
            <a:spLocks noGrp="1"/>
          </p:cNvSpPr>
          <p:nvPr>
            <p:ph type="pic" idx="17" hasCustomPrompt="1"/>
          </p:nvPr>
        </p:nvSpPr>
        <p:spPr>
          <a:xfrm>
            <a:off x="577850" y="8384680"/>
            <a:ext cx="1216152" cy="1216152"/>
          </a:xfrm>
        </p:spPr>
        <p:txBody>
          <a:bodyPr anchor="ctr"/>
          <a:lstStyle>
            <a:lvl1pPr algn="ctr">
              <a:buNone/>
              <a:defRPr sz="1600"/>
            </a:lvl1pPr>
          </a:lstStyle>
          <a:p>
            <a:r>
              <a:t>Pictogram</a:t>
            </a:r>
          </a:p>
        </p:txBody>
      </p:sp>
      <p:sp>
        <p:nvSpPr>
          <p:cNvPr id="19" name="Picture Placeholder 18">
            <a:extLst>
              <a:ext uri="{FF2B5EF4-FFF2-40B4-BE49-F238E27FC236}">
                <a16:creationId xmlns:a16="http://schemas.microsoft.com/office/drawing/2014/main" id="{2E840026-2FAF-826F-DCFD-3FF0082B0823}"/>
              </a:ext>
            </a:extLst>
          </p:cNvPr>
          <p:cNvSpPr>
            <a:spLocks noGrp="1"/>
          </p:cNvSpPr>
          <p:nvPr>
            <p:ph type="pic" idx="18" hasCustomPrompt="1"/>
          </p:nvPr>
        </p:nvSpPr>
        <p:spPr>
          <a:xfrm>
            <a:off x="12765278" y="8387729"/>
            <a:ext cx="1216152" cy="1216152"/>
          </a:xfrm>
        </p:spPr>
        <p:txBody>
          <a:bodyPr anchor="ctr"/>
          <a:lstStyle>
            <a:lvl1pPr algn="ctr">
              <a:buNone/>
              <a:defRPr sz="1600"/>
            </a:lvl1pPr>
          </a:lstStyle>
          <a:p>
            <a:r>
              <a:t>Pictogram</a:t>
            </a:r>
          </a:p>
        </p:txBody>
      </p:sp>
      <p:sp>
        <p:nvSpPr>
          <p:cNvPr id="14" name="Straight Connector 13">
            <a:extLst>
              <a:ext uri="{FF2B5EF4-FFF2-40B4-BE49-F238E27FC236}">
                <a16:creationId xmlns:a16="http://schemas.microsoft.com/office/drawing/2014/main" id="{ABBA673A-3801-4DAB-A2BD-544F61C52ABC}"/>
              </a:ext>
            </a:extLst>
          </p:cNvPr>
          <p:cNvSpPr>
            <a:spLocks noGrp="1"/>
          </p:cNvSpPr>
          <p:nvPr/>
        </p:nvSpPr>
        <p:spPr>
          <a:xfrm>
            <a:off x="12192000" y="3429000"/>
            <a:ext cx="0" cy="8572500"/>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16" name="Straight Connector 15">
            <a:extLst>
              <a:ext uri="{FF2B5EF4-FFF2-40B4-BE49-F238E27FC236}">
                <a16:creationId xmlns:a16="http://schemas.microsoft.com/office/drawing/2014/main" id="{2312973B-BBB9-4239-B67E-B6EBDEE99A1B}"/>
              </a:ext>
            </a:extLst>
          </p:cNvPr>
          <p:cNvSpPr>
            <a:spLocks noGrp="1"/>
          </p:cNvSpPr>
          <p:nvPr/>
        </p:nvSpPr>
        <p:spPr>
          <a:xfrm>
            <a:off x="568325" y="7715250"/>
            <a:ext cx="23244175" cy="0"/>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6" name="Title 1">
            <a:extLst>
              <a:ext uri="{FF2B5EF4-FFF2-40B4-BE49-F238E27FC236}">
                <a16:creationId xmlns:a16="http://schemas.microsoft.com/office/drawing/2014/main" id="{52EBAB1D-E41A-FCE6-D13F-87955CDFEE44}"/>
              </a:ext>
            </a:extLst>
          </p:cNvPr>
          <p:cNvSpPr>
            <a:spLocks noGrp="1"/>
          </p:cNvSpPr>
          <p:nvPr>
            <p:ph type="title"/>
          </p:nvPr>
        </p:nvSpPr>
        <p:spPr>
          <a:xfrm>
            <a:off x="537972" y="396574"/>
            <a:ext cx="23244172" cy="2581086"/>
          </a:xfrm>
        </p:spPr>
        <p:txBody>
          <a:bodyPr rIns="457200"/>
          <a:lstStyle>
            <a:lvl1pPr>
              <a:lnSpc>
                <a:spcPct val="100000"/>
              </a:lnSpc>
              <a:buNone/>
              <a:defRPr>
                <a:solidFill>
                  <a:schemeClr val="tx1"/>
                </a:solidFill>
              </a:defRPr>
            </a:lvl1pPr>
          </a:lstStyle>
          <a:p>
            <a:r>
              <a:t>Click to edit Master title style</a:t>
            </a:r>
          </a:p>
        </p:txBody>
      </p:sp>
      <p:sp>
        <p:nvSpPr>
          <p:cNvPr id="4" name="Rectangle 3">
            <a:extLst>
              <a:ext uri="{FF2B5EF4-FFF2-40B4-BE49-F238E27FC236}">
                <a16:creationId xmlns:a16="http://schemas.microsoft.com/office/drawing/2014/main" id="{6467113F-49DA-75E7-0386-17DF24C517EF}"/>
              </a:ext>
            </a:extLst>
          </p:cNvPr>
          <p:cNvSpPr>
            <a:spLocks noGrp="1"/>
          </p:cNvSpPr>
          <p:nvPr/>
        </p:nvSpPr>
        <p:spPr>
          <a:xfrm>
            <a:off x="0" y="13075920"/>
            <a:ext cx="24387175" cy="640080"/>
          </a:xfrm>
          <a:prstGeom prst="rect">
            <a:avLst/>
          </a:prstGeom>
          <a:solidFill>
            <a:srgbClr val="F4F4F4"/>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8" name="Footer Placeholder 3">
            <a:extLst>
              <a:ext uri="{FF2B5EF4-FFF2-40B4-BE49-F238E27FC236}">
                <a16:creationId xmlns:a16="http://schemas.microsoft.com/office/drawing/2014/main" id="{E7042464-4FAD-4ED7-400D-31C9999A7F28}"/>
              </a:ext>
            </a:extLst>
          </p:cNvPr>
          <p:cNvSpPr>
            <a:spLocks noGrp="1"/>
          </p:cNvSpPr>
          <p:nvPr>
            <p:ph type="ftr" idx="19"/>
          </p:nvPr>
        </p:nvSpPr>
        <p:spPr>
          <a:xfrm>
            <a:off x="568324" y="13272850"/>
            <a:ext cx="4956176" cy="246221"/>
          </a:xfrm>
        </p:spPr>
        <p:txBody>
          <a:bodyPr/>
          <a:lstStyle>
            <a:lvl1pPr>
              <a:buNone/>
              <a:defRPr>
                <a:solidFill>
                  <a:schemeClr val="tx1"/>
                </a:solidFill>
              </a:defRPr>
            </a:lvl1pPr>
          </a:lstStyle>
          <a:p>
            <a:r>
              <a:t>IBM TechXchange | © 2026 IBM Corporation</a:t>
            </a:r>
          </a:p>
        </p:txBody>
      </p:sp>
      <p:sp>
        <p:nvSpPr>
          <p:cNvPr id="10" name="Slide Number Placeholder 4">
            <a:extLst>
              <a:ext uri="{FF2B5EF4-FFF2-40B4-BE49-F238E27FC236}">
                <a16:creationId xmlns:a16="http://schemas.microsoft.com/office/drawing/2014/main" id="{4C9A8F94-669B-C374-870A-836A44F43BE9}"/>
              </a:ext>
            </a:extLst>
          </p:cNvPr>
          <p:cNvSpPr>
            <a:spLocks noGrp="1"/>
          </p:cNvSpPr>
          <p:nvPr>
            <p:ph type="sldNum" idx="20"/>
          </p:nvPr>
        </p:nvSpPr>
        <p:spPr>
          <a:xfrm>
            <a:off x="23541592" y="13272850"/>
            <a:ext cx="270908" cy="246221"/>
          </a:xfrm>
        </p:spPr>
        <p:txBody>
          <a:bodyPr/>
          <a:lstStyle>
            <a:lvl1pPr>
              <a:buNone/>
              <a:defRPr>
                <a:solidFill>
                  <a:schemeClr val="tx1"/>
                </a:solidFill>
              </a:defRPr>
            </a:lvl1pPr>
          </a:lstStyle>
          <a:p>
            <a:fld id="{86CB4B4D-7CA3-9044-876B-883B54F8677D}" type="slidenum">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1_Title, pictograms, 3x2 callouts">
    <p:bg>
      <p:bgPr>
        <a:solidFill>
          <a:srgbClr val="F4F4F4"/>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31099CB-CB87-D5D5-506D-4B49C08161D3}"/>
              </a:ext>
            </a:extLst>
          </p:cNvPr>
          <p:cNvSpPr>
            <a:spLocks noGrp="1"/>
          </p:cNvSpPr>
          <p:nvPr>
            <p:ph type="body" idx="11"/>
          </p:nvPr>
        </p:nvSpPr>
        <p:spPr>
          <a:xfrm>
            <a:off x="574675" y="5351399"/>
            <a:ext cx="6670675" cy="1508125"/>
          </a:xfrm>
        </p:spPr>
        <p:txBody>
          <a:bodyPr/>
          <a:lstStyle>
            <a:lvl1pPr>
              <a:lnSpc>
                <a:spcPct val="100000"/>
              </a:lnSpc>
              <a:spcBef>
                <a:spcPts val="0"/>
              </a:spcBef>
              <a:buNone/>
              <a:defRPr sz="3600">
                <a:solidFill>
                  <a:schemeClr val="tx1"/>
                </a:solidFill>
              </a:defRPr>
            </a:lvl1pPr>
            <a:lvl2pPr marL="402336" indent="-402336">
              <a:lnSpc>
                <a:spcPct val="100000"/>
              </a:lnSpc>
              <a:spcBef>
                <a:spcPts val="0"/>
              </a:spcBef>
              <a:buNone/>
              <a:defRPr sz="3600">
                <a:solidFill>
                  <a:schemeClr val="tx1"/>
                </a:solidFill>
              </a:defRPr>
            </a:lvl2pPr>
            <a:lvl3pPr marL="804672" indent="-402336">
              <a:lnSpc>
                <a:spcPct val="100000"/>
              </a:lnSpc>
              <a:spcBef>
                <a:spcPts val="0"/>
              </a:spcBef>
              <a:buNone/>
              <a:defRPr sz="3600">
                <a:solidFill>
                  <a:schemeClr val="tx1"/>
                </a:solidFill>
              </a:defRPr>
            </a:lvl3pPr>
            <a:lvl4pPr marL="1115568" indent="-402336">
              <a:lnSpc>
                <a:spcPct val="100000"/>
              </a:lnSpc>
              <a:spcBef>
                <a:spcPts val="0"/>
              </a:spcBef>
              <a:buNone/>
              <a:defRPr sz="3600">
                <a:solidFill>
                  <a:schemeClr val="tx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idx="12"/>
          </p:nvPr>
        </p:nvSpPr>
        <p:spPr>
          <a:xfrm>
            <a:off x="8704071" y="5349875"/>
            <a:ext cx="6667500" cy="1508125"/>
          </a:xfrm>
        </p:spPr>
        <p:txBody>
          <a:bodyPr/>
          <a:lstStyle>
            <a:lvl1pPr>
              <a:lnSpc>
                <a:spcPct val="100000"/>
              </a:lnSpc>
              <a:spcBef>
                <a:spcPts val="0"/>
              </a:spcBef>
              <a:buNone/>
              <a:defRPr sz="3600">
                <a:solidFill>
                  <a:schemeClr val="tx1"/>
                </a:solidFill>
              </a:defRPr>
            </a:lvl1pPr>
            <a:lvl2pPr marL="402336" indent="-402336">
              <a:lnSpc>
                <a:spcPct val="100000"/>
              </a:lnSpc>
              <a:spcBef>
                <a:spcPts val="0"/>
              </a:spcBef>
              <a:buNone/>
              <a:defRPr sz="3600">
                <a:solidFill>
                  <a:schemeClr val="tx1"/>
                </a:solidFill>
              </a:defRPr>
            </a:lvl2pPr>
            <a:lvl3pPr marL="804672" indent="-402336">
              <a:lnSpc>
                <a:spcPct val="100000"/>
              </a:lnSpc>
              <a:spcBef>
                <a:spcPts val="0"/>
              </a:spcBef>
              <a:buNone/>
              <a:defRPr sz="3600">
                <a:solidFill>
                  <a:schemeClr val="tx1"/>
                </a:solidFill>
              </a:defRPr>
            </a:lvl3pPr>
            <a:lvl4pPr marL="1115568" indent="-402336">
              <a:lnSpc>
                <a:spcPct val="100000"/>
              </a:lnSpc>
              <a:spcBef>
                <a:spcPts val="0"/>
              </a:spcBef>
              <a:buNone/>
              <a:defRPr sz="3600">
                <a:solidFill>
                  <a:schemeClr val="tx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idx="13"/>
          </p:nvPr>
        </p:nvSpPr>
        <p:spPr>
          <a:xfrm>
            <a:off x="574675" y="10295777"/>
            <a:ext cx="6670676" cy="1508125"/>
          </a:xfrm>
        </p:spPr>
        <p:txBody>
          <a:bodyPr/>
          <a:lstStyle>
            <a:lvl1pPr>
              <a:lnSpc>
                <a:spcPct val="100000"/>
              </a:lnSpc>
              <a:spcBef>
                <a:spcPts val="0"/>
              </a:spcBef>
              <a:buNone/>
              <a:defRPr sz="3600">
                <a:solidFill>
                  <a:schemeClr val="tx1"/>
                </a:solidFill>
              </a:defRPr>
            </a:lvl1pPr>
            <a:lvl2pPr marL="402336" indent="-402336">
              <a:lnSpc>
                <a:spcPct val="100000"/>
              </a:lnSpc>
              <a:spcBef>
                <a:spcPts val="0"/>
              </a:spcBef>
              <a:buNone/>
              <a:defRPr sz="3600">
                <a:solidFill>
                  <a:schemeClr val="tx1"/>
                </a:solidFill>
              </a:defRPr>
            </a:lvl2pPr>
            <a:lvl3pPr marL="804672" indent="-402336">
              <a:lnSpc>
                <a:spcPct val="100000"/>
              </a:lnSpc>
              <a:spcBef>
                <a:spcPts val="0"/>
              </a:spcBef>
              <a:buNone/>
              <a:defRPr sz="3600">
                <a:solidFill>
                  <a:schemeClr val="tx1"/>
                </a:solidFill>
              </a:defRPr>
            </a:lvl3pPr>
            <a:lvl4pPr marL="1115568" indent="-402336">
              <a:lnSpc>
                <a:spcPct val="100000"/>
              </a:lnSpc>
              <a:spcBef>
                <a:spcPts val="0"/>
              </a:spcBef>
              <a:buNone/>
              <a:defRPr sz="3600">
                <a:solidFill>
                  <a:schemeClr val="tx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idx="14"/>
          </p:nvPr>
        </p:nvSpPr>
        <p:spPr>
          <a:xfrm>
            <a:off x="8704071" y="10292729"/>
            <a:ext cx="6667500" cy="1508125"/>
          </a:xfrm>
        </p:spPr>
        <p:txBody>
          <a:bodyPr/>
          <a:lstStyle>
            <a:lvl1pPr>
              <a:lnSpc>
                <a:spcPct val="100000"/>
              </a:lnSpc>
              <a:spcBef>
                <a:spcPts val="0"/>
              </a:spcBef>
              <a:buNone/>
              <a:defRPr sz="3600">
                <a:solidFill>
                  <a:schemeClr val="tx1"/>
                </a:solidFill>
              </a:defRPr>
            </a:lvl1pPr>
            <a:lvl2pPr marL="402336" indent="-402336">
              <a:lnSpc>
                <a:spcPct val="100000"/>
              </a:lnSpc>
              <a:spcBef>
                <a:spcPts val="0"/>
              </a:spcBef>
              <a:buNone/>
              <a:defRPr sz="3600">
                <a:solidFill>
                  <a:schemeClr val="tx1"/>
                </a:solidFill>
              </a:defRPr>
            </a:lvl2pPr>
            <a:lvl3pPr marL="804672" indent="-402336">
              <a:lnSpc>
                <a:spcPct val="100000"/>
              </a:lnSpc>
              <a:spcBef>
                <a:spcPts val="0"/>
              </a:spcBef>
              <a:buNone/>
              <a:defRPr sz="3600">
                <a:solidFill>
                  <a:schemeClr val="tx1"/>
                </a:solidFill>
              </a:defRPr>
            </a:lvl3pPr>
            <a:lvl4pPr marL="1115568" indent="-402336">
              <a:lnSpc>
                <a:spcPct val="100000"/>
              </a:lnSpc>
              <a:spcBef>
                <a:spcPts val="0"/>
              </a:spcBef>
              <a:buNone/>
              <a:defRPr sz="3600">
                <a:solidFill>
                  <a:schemeClr val="tx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3" name="Picture Placeholder 12">
            <a:extLst>
              <a:ext uri="{FF2B5EF4-FFF2-40B4-BE49-F238E27FC236}">
                <a16:creationId xmlns:a16="http://schemas.microsoft.com/office/drawing/2014/main" id="{30AB5158-BCB8-39EE-DA85-F2CD01699FBB}"/>
              </a:ext>
            </a:extLst>
          </p:cNvPr>
          <p:cNvSpPr>
            <a:spLocks noGrp="1"/>
          </p:cNvSpPr>
          <p:nvPr>
            <p:ph type="pic" idx="15" hasCustomPrompt="1"/>
          </p:nvPr>
        </p:nvSpPr>
        <p:spPr>
          <a:xfrm>
            <a:off x="574675" y="3449447"/>
            <a:ext cx="1216152" cy="1216152"/>
          </a:xfrm>
        </p:spPr>
        <p:txBody>
          <a:bodyPr anchor="ctr"/>
          <a:lstStyle>
            <a:lvl1pPr algn="ctr">
              <a:buNone/>
              <a:defRPr sz="1600"/>
            </a:lvl1pPr>
          </a:lstStyle>
          <a:p>
            <a:r>
              <a:t>Pictogram</a:t>
            </a:r>
          </a:p>
        </p:txBody>
      </p:sp>
      <p:sp>
        <p:nvSpPr>
          <p:cNvPr id="15" name="Picture Placeholder 14">
            <a:extLst>
              <a:ext uri="{FF2B5EF4-FFF2-40B4-BE49-F238E27FC236}">
                <a16:creationId xmlns:a16="http://schemas.microsoft.com/office/drawing/2014/main" id="{3C3730E5-61EB-7405-CC85-AB04242CDBC4}"/>
              </a:ext>
            </a:extLst>
          </p:cNvPr>
          <p:cNvSpPr>
            <a:spLocks noGrp="1"/>
          </p:cNvSpPr>
          <p:nvPr>
            <p:ph type="pic" idx="16" hasCustomPrompt="1"/>
          </p:nvPr>
        </p:nvSpPr>
        <p:spPr>
          <a:xfrm>
            <a:off x="8704071" y="3449447"/>
            <a:ext cx="1216152" cy="1216152"/>
          </a:xfrm>
        </p:spPr>
        <p:txBody>
          <a:bodyPr anchor="ctr"/>
          <a:lstStyle>
            <a:lvl1pPr algn="ctr">
              <a:buNone/>
              <a:defRPr sz="1600"/>
            </a:lvl1pPr>
          </a:lstStyle>
          <a:p>
            <a:r>
              <a:t>Pictogram</a:t>
            </a:r>
          </a:p>
        </p:txBody>
      </p:sp>
      <p:sp>
        <p:nvSpPr>
          <p:cNvPr id="17" name="Picture Placeholder 16">
            <a:extLst>
              <a:ext uri="{FF2B5EF4-FFF2-40B4-BE49-F238E27FC236}">
                <a16:creationId xmlns:a16="http://schemas.microsoft.com/office/drawing/2014/main" id="{62C94928-6A9B-2EA7-301C-71E5F2547C8A}"/>
              </a:ext>
            </a:extLst>
          </p:cNvPr>
          <p:cNvSpPr>
            <a:spLocks noGrp="1"/>
          </p:cNvSpPr>
          <p:nvPr>
            <p:ph type="pic" idx="17" hasCustomPrompt="1"/>
          </p:nvPr>
        </p:nvSpPr>
        <p:spPr>
          <a:xfrm>
            <a:off x="574675" y="8384680"/>
            <a:ext cx="1216152" cy="1216152"/>
          </a:xfrm>
        </p:spPr>
        <p:txBody>
          <a:bodyPr anchor="ctr"/>
          <a:lstStyle>
            <a:lvl1pPr algn="ctr">
              <a:buNone/>
              <a:defRPr sz="1600"/>
            </a:lvl1pPr>
          </a:lstStyle>
          <a:p>
            <a:r>
              <a:t>Pictogram</a:t>
            </a:r>
          </a:p>
        </p:txBody>
      </p:sp>
      <p:sp>
        <p:nvSpPr>
          <p:cNvPr id="19" name="Picture Placeholder 18">
            <a:extLst>
              <a:ext uri="{FF2B5EF4-FFF2-40B4-BE49-F238E27FC236}">
                <a16:creationId xmlns:a16="http://schemas.microsoft.com/office/drawing/2014/main" id="{2E840026-2FAF-826F-DCFD-3FF0082B0823}"/>
              </a:ext>
            </a:extLst>
          </p:cNvPr>
          <p:cNvSpPr>
            <a:spLocks noGrp="1"/>
          </p:cNvSpPr>
          <p:nvPr>
            <p:ph type="pic" idx="18" hasCustomPrompt="1"/>
          </p:nvPr>
        </p:nvSpPr>
        <p:spPr>
          <a:xfrm>
            <a:off x="8704071" y="8387729"/>
            <a:ext cx="1216152" cy="1216152"/>
          </a:xfrm>
        </p:spPr>
        <p:txBody>
          <a:bodyPr anchor="ctr"/>
          <a:lstStyle>
            <a:lvl1pPr algn="ctr">
              <a:buNone/>
              <a:defRPr sz="1600"/>
            </a:lvl1pPr>
          </a:lstStyle>
          <a:p>
            <a:r>
              <a:t>Pictogram</a:t>
            </a:r>
          </a:p>
        </p:txBody>
      </p:sp>
      <p:sp>
        <p:nvSpPr>
          <p:cNvPr id="16" name="Straight Connector 15">
            <a:extLst>
              <a:ext uri="{FF2B5EF4-FFF2-40B4-BE49-F238E27FC236}">
                <a16:creationId xmlns:a16="http://schemas.microsoft.com/office/drawing/2014/main" id="{BEC5FB6E-87E0-43D5-B3C3-AF9A0500152C}"/>
              </a:ext>
            </a:extLst>
          </p:cNvPr>
          <p:cNvSpPr>
            <a:spLocks noGrp="1"/>
          </p:cNvSpPr>
          <p:nvPr/>
        </p:nvSpPr>
        <p:spPr>
          <a:xfrm>
            <a:off x="568325" y="7715250"/>
            <a:ext cx="23244175" cy="0"/>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6" name="Title 1">
            <a:extLst>
              <a:ext uri="{FF2B5EF4-FFF2-40B4-BE49-F238E27FC236}">
                <a16:creationId xmlns:a16="http://schemas.microsoft.com/office/drawing/2014/main" id="{52EBAB1D-E41A-FCE6-D13F-87955CDFEE44}"/>
              </a:ext>
            </a:extLst>
          </p:cNvPr>
          <p:cNvSpPr>
            <a:spLocks noGrp="1"/>
          </p:cNvSpPr>
          <p:nvPr>
            <p:ph type="title"/>
          </p:nvPr>
        </p:nvSpPr>
        <p:spPr>
          <a:xfrm>
            <a:off x="537972" y="396574"/>
            <a:ext cx="23244172" cy="2581086"/>
          </a:xfrm>
        </p:spPr>
        <p:txBody>
          <a:bodyPr rIns="457200"/>
          <a:lstStyle>
            <a:lvl1pPr>
              <a:lnSpc>
                <a:spcPct val="100000"/>
              </a:lnSpc>
              <a:buNone/>
              <a:defRPr>
                <a:solidFill>
                  <a:schemeClr val="tx1"/>
                </a:solidFill>
              </a:defRPr>
            </a:lvl1pPr>
          </a:lstStyle>
          <a:p>
            <a:r>
              <a:t>Click to edit Master title style</a:t>
            </a:r>
          </a:p>
        </p:txBody>
      </p:sp>
      <p:sp>
        <p:nvSpPr>
          <p:cNvPr id="22" name="Straight Connector 21">
            <a:extLst>
              <a:ext uri="{FF2B5EF4-FFF2-40B4-BE49-F238E27FC236}">
                <a16:creationId xmlns:a16="http://schemas.microsoft.com/office/drawing/2014/main" id="{10E2D29B-9DBB-468E-8C9D-DE5C8041A616}"/>
              </a:ext>
            </a:extLst>
          </p:cNvPr>
          <p:cNvSpPr>
            <a:spLocks noGrp="1"/>
          </p:cNvSpPr>
          <p:nvPr/>
        </p:nvSpPr>
        <p:spPr>
          <a:xfrm>
            <a:off x="24399875" y="3429000"/>
            <a:ext cx="0" cy="8572500"/>
          </a:xfrm>
          <a:prstGeom prst="line">
            <a:avLst/>
          </a:prstGeom>
          <a:ln w="19050">
            <a:solidFill>
              <a:srgbClr val="E0E0E0"/>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25" name="Text Placeholder 6">
            <a:extLst>
              <a:ext uri="{FF2B5EF4-FFF2-40B4-BE49-F238E27FC236}">
                <a16:creationId xmlns:a16="http://schemas.microsoft.com/office/drawing/2014/main" id="{8B9EFF9D-890D-D148-A2C6-192C52B23959}"/>
              </a:ext>
            </a:extLst>
          </p:cNvPr>
          <p:cNvSpPr>
            <a:spLocks noGrp="1"/>
          </p:cNvSpPr>
          <p:nvPr>
            <p:ph type="body" idx="19"/>
          </p:nvPr>
        </p:nvSpPr>
        <p:spPr>
          <a:xfrm>
            <a:off x="16833849" y="5349875"/>
            <a:ext cx="6667500" cy="1508125"/>
          </a:xfrm>
        </p:spPr>
        <p:txBody>
          <a:bodyPr/>
          <a:lstStyle>
            <a:lvl1pPr>
              <a:lnSpc>
                <a:spcPct val="100000"/>
              </a:lnSpc>
              <a:spcBef>
                <a:spcPts val="0"/>
              </a:spcBef>
              <a:buNone/>
              <a:defRPr sz="3600">
                <a:solidFill>
                  <a:schemeClr val="tx1"/>
                </a:solidFill>
              </a:defRPr>
            </a:lvl1pPr>
            <a:lvl2pPr marL="402336" indent="-402336">
              <a:lnSpc>
                <a:spcPct val="100000"/>
              </a:lnSpc>
              <a:spcBef>
                <a:spcPts val="0"/>
              </a:spcBef>
              <a:buNone/>
              <a:defRPr sz="3600">
                <a:solidFill>
                  <a:schemeClr val="tx1"/>
                </a:solidFill>
              </a:defRPr>
            </a:lvl2pPr>
            <a:lvl3pPr marL="804672" indent="-402336">
              <a:lnSpc>
                <a:spcPct val="100000"/>
              </a:lnSpc>
              <a:spcBef>
                <a:spcPts val="0"/>
              </a:spcBef>
              <a:buNone/>
              <a:defRPr sz="3600">
                <a:solidFill>
                  <a:schemeClr val="tx1"/>
                </a:solidFill>
              </a:defRPr>
            </a:lvl3pPr>
            <a:lvl4pPr marL="1115568" indent="-402336">
              <a:lnSpc>
                <a:spcPct val="100000"/>
              </a:lnSpc>
              <a:spcBef>
                <a:spcPts val="0"/>
              </a:spcBef>
              <a:buNone/>
              <a:defRPr sz="3600">
                <a:solidFill>
                  <a:schemeClr val="tx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26" name="Text Placeholder 10">
            <a:extLst>
              <a:ext uri="{FF2B5EF4-FFF2-40B4-BE49-F238E27FC236}">
                <a16:creationId xmlns:a16="http://schemas.microsoft.com/office/drawing/2014/main" id="{C244D07D-A8B6-2745-B18C-5087765DDAE5}"/>
              </a:ext>
            </a:extLst>
          </p:cNvPr>
          <p:cNvSpPr>
            <a:spLocks noGrp="1"/>
          </p:cNvSpPr>
          <p:nvPr>
            <p:ph type="body" idx="20"/>
          </p:nvPr>
        </p:nvSpPr>
        <p:spPr>
          <a:xfrm>
            <a:off x="16833849" y="10292729"/>
            <a:ext cx="6667500" cy="1508125"/>
          </a:xfrm>
        </p:spPr>
        <p:txBody>
          <a:bodyPr/>
          <a:lstStyle>
            <a:lvl1pPr>
              <a:lnSpc>
                <a:spcPct val="100000"/>
              </a:lnSpc>
              <a:spcBef>
                <a:spcPts val="0"/>
              </a:spcBef>
              <a:buNone/>
              <a:defRPr sz="3600">
                <a:solidFill>
                  <a:schemeClr val="tx1"/>
                </a:solidFill>
              </a:defRPr>
            </a:lvl1pPr>
            <a:lvl2pPr marL="402336" indent="-402336">
              <a:lnSpc>
                <a:spcPct val="100000"/>
              </a:lnSpc>
              <a:spcBef>
                <a:spcPts val="0"/>
              </a:spcBef>
              <a:buNone/>
              <a:defRPr sz="3600">
                <a:solidFill>
                  <a:schemeClr val="tx1"/>
                </a:solidFill>
              </a:defRPr>
            </a:lvl2pPr>
            <a:lvl3pPr marL="804672" indent="-402336">
              <a:lnSpc>
                <a:spcPct val="100000"/>
              </a:lnSpc>
              <a:spcBef>
                <a:spcPts val="0"/>
              </a:spcBef>
              <a:buNone/>
              <a:defRPr sz="3600">
                <a:solidFill>
                  <a:schemeClr val="tx1"/>
                </a:solidFill>
              </a:defRPr>
            </a:lvl3pPr>
            <a:lvl4pPr marL="1115568" indent="-402336">
              <a:lnSpc>
                <a:spcPct val="100000"/>
              </a:lnSpc>
              <a:spcBef>
                <a:spcPts val="0"/>
              </a:spcBef>
              <a:buNone/>
              <a:defRPr sz="3600">
                <a:solidFill>
                  <a:schemeClr val="tx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27" name="Picture Placeholder 14">
            <a:extLst>
              <a:ext uri="{FF2B5EF4-FFF2-40B4-BE49-F238E27FC236}">
                <a16:creationId xmlns:a16="http://schemas.microsoft.com/office/drawing/2014/main" id="{9443ABB9-5EB9-E54E-980D-BA16DF410BC1}"/>
              </a:ext>
            </a:extLst>
          </p:cNvPr>
          <p:cNvSpPr>
            <a:spLocks noGrp="1"/>
          </p:cNvSpPr>
          <p:nvPr>
            <p:ph type="pic" idx="21" hasCustomPrompt="1"/>
          </p:nvPr>
        </p:nvSpPr>
        <p:spPr>
          <a:xfrm>
            <a:off x="16833849" y="3449447"/>
            <a:ext cx="1216152" cy="1216152"/>
          </a:xfrm>
        </p:spPr>
        <p:txBody>
          <a:bodyPr anchor="ctr"/>
          <a:lstStyle>
            <a:lvl1pPr algn="ctr">
              <a:buNone/>
              <a:defRPr sz="1600"/>
            </a:lvl1pPr>
          </a:lstStyle>
          <a:p>
            <a:r>
              <a:t>Pictogram</a:t>
            </a:r>
          </a:p>
        </p:txBody>
      </p:sp>
      <p:sp>
        <p:nvSpPr>
          <p:cNvPr id="28" name="Picture Placeholder 18">
            <a:extLst>
              <a:ext uri="{FF2B5EF4-FFF2-40B4-BE49-F238E27FC236}">
                <a16:creationId xmlns:a16="http://schemas.microsoft.com/office/drawing/2014/main" id="{F805BE6A-EC94-4440-92C2-C014B19B378E}"/>
              </a:ext>
            </a:extLst>
          </p:cNvPr>
          <p:cNvSpPr>
            <a:spLocks noGrp="1"/>
          </p:cNvSpPr>
          <p:nvPr>
            <p:ph type="pic" idx="22" hasCustomPrompt="1"/>
          </p:nvPr>
        </p:nvSpPr>
        <p:spPr>
          <a:xfrm>
            <a:off x="16833849" y="8387729"/>
            <a:ext cx="1216152" cy="1216152"/>
          </a:xfrm>
        </p:spPr>
        <p:txBody>
          <a:bodyPr anchor="ctr"/>
          <a:lstStyle>
            <a:lvl1pPr algn="ctr">
              <a:buNone/>
              <a:defRPr sz="1600"/>
            </a:lvl1pPr>
          </a:lstStyle>
          <a:p>
            <a:r>
              <a:t>Pictogram</a:t>
            </a:r>
          </a:p>
        </p:txBody>
      </p:sp>
      <p:sp>
        <p:nvSpPr>
          <p:cNvPr id="31" name="Straight Connector 30">
            <a:extLst>
              <a:ext uri="{FF2B5EF4-FFF2-40B4-BE49-F238E27FC236}">
                <a16:creationId xmlns:a16="http://schemas.microsoft.com/office/drawing/2014/main" id="{F9092ADE-C6D2-402B-8598-1A914146956F}"/>
              </a:ext>
            </a:extLst>
          </p:cNvPr>
          <p:cNvSpPr>
            <a:spLocks noGrp="1"/>
          </p:cNvSpPr>
          <p:nvPr/>
        </p:nvSpPr>
        <p:spPr>
          <a:xfrm>
            <a:off x="8129396" y="3424238"/>
            <a:ext cx="0" cy="8543121"/>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32" name="Straight Connector 31">
            <a:extLst>
              <a:ext uri="{FF2B5EF4-FFF2-40B4-BE49-F238E27FC236}">
                <a16:creationId xmlns:a16="http://schemas.microsoft.com/office/drawing/2014/main" id="{D94F69E3-7A0B-46FC-995F-4D8EC39FC4D1}"/>
              </a:ext>
            </a:extLst>
          </p:cNvPr>
          <p:cNvSpPr>
            <a:spLocks noGrp="1"/>
          </p:cNvSpPr>
          <p:nvPr/>
        </p:nvSpPr>
        <p:spPr>
          <a:xfrm>
            <a:off x="16259174" y="3424238"/>
            <a:ext cx="0" cy="8572495"/>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4" name="Rectangle 3">
            <a:extLst>
              <a:ext uri="{FF2B5EF4-FFF2-40B4-BE49-F238E27FC236}">
                <a16:creationId xmlns:a16="http://schemas.microsoft.com/office/drawing/2014/main" id="{8417913B-E993-548A-E874-BF04B997FBAB}"/>
              </a:ext>
            </a:extLst>
          </p:cNvPr>
          <p:cNvSpPr>
            <a:spLocks noGrp="1"/>
          </p:cNvSpPr>
          <p:nvPr/>
        </p:nvSpPr>
        <p:spPr>
          <a:xfrm>
            <a:off x="0" y="13075920"/>
            <a:ext cx="24387175" cy="640080"/>
          </a:xfrm>
          <a:prstGeom prst="rect">
            <a:avLst/>
          </a:prstGeom>
          <a:solidFill>
            <a:srgbClr val="F4F4F4"/>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8" name="Footer Placeholder 3">
            <a:extLst>
              <a:ext uri="{FF2B5EF4-FFF2-40B4-BE49-F238E27FC236}">
                <a16:creationId xmlns:a16="http://schemas.microsoft.com/office/drawing/2014/main" id="{0318E898-260A-C5D1-62C6-48C095C9C9FF}"/>
              </a:ext>
            </a:extLst>
          </p:cNvPr>
          <p:cNvSpPr>
            <a:spLocks noGrp="1"/>
          </p:cNvSpPr>
          <p:nvPr>
            <p:ph type="ftr" idx="23"/>
          </p:nvPr>
        </p:nvSpPr>
        <p:spPr>
          <a:xfrm>
            <a:off x="568324" y="13272850"/>
            <a:ext cx="4956176" cy="246221"/>
          </a:xfrm>
        </p:spPr>
        <p:txBody>
          <a:bodyPr/>
          <a:lstStyle>
            <a:lvl1pPr>
              <a:buNone/>
              <a:defRPr>
                <a:solidFill>
                  <a:schemeClr val="tx1"/>
                </a:solidFill>
              </a:defRPr>
            </a:lvl1pPr>
          </a:lstStyle>
          <a:p>
            <a:r>
              <a:t>IBM TechXchange | © 2026 IBM Corporation</a:t>
            </a:r>
          </a:p>
        </p:txBody>
      </p:sp>
      <p:sp>
        <p:nvSpPr>
          <p:cNvPr id="10" name="Slide Number Placeholder 4">
            <a:extLst>
              <a:ext uri="{FF2B5EF4-FFF2-40B4-BE49-F238E27FC236}">
                <a16:creationId xmlns:a16="http://schemas.microsoft.com/office/drawing/2014/main" id="{35A0AC26-E97F-2B0C-7B3E-2A8A3E566A04}"/>
              </a:ext>
            </a:extLst>
          </p:cNvPr>
          <p:cNvSpPr>
            <a:spLocks noGrp="1"/>
          </p:cNvSpPr>
          <p:nvPr>
            <p:ph type="sldNum" idx="24"/>
          </p:nvPr>
        </p:nvSpPr>
        <p:spPr>
          <a:xfrm>
            <a:off x="23541592" y="13272850"/>
            <a:ext cx="270908" cy="246221"/>
          </a:xfrm>
        </p:spPr>
        <p:txBody>
          <a:bodyPr/>
          <a:lstStyle>
            <a:lvl1pPr>
              <a:buNone/>
              <a:defRPr>
                <a:solidFill>
                  <a:schemeClr val="tx1"/>
                </a:solidFill>
              </a:defRPr>
            </a:lvl1pPr>
          </a:lstStyle>
          <a:p>
            <a:fld id="{86CB4B4D-7CA3-9044-876B-883B54F8677D}" type="slidenum">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2_Title section, 2x2 side callouts">
    <p:bg>
      <p:bgPr>
        <a:solidFill>
          <a:srgbClr val="F4F4F4"/>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793A9C8C-F98C-5899-BE8B-D1A544D66C6A}"/>
              </a:ext>
            </a:extLst>
          </p:cNvPr>
          <p:cNvSpPr>
            <a:spLocks noGrp="1"/>
          </p:cNvSpPr>
          <p:nvPr>
            <p:ph type="body" idx="16"/>
          </p:nvPr>
        </p:nvSpPr>
        <p:spPr>
          <a:xfrm>
            <a:off x="12763500" y="494757"/>
            <a:ext cx="4953000" cy="5145087"/>
          </a:xfrm>
        </p:spPr>
        <p:txBody>
          <a:bodyPr/>
          <a:lstStyle>
            <a:lvl1pPr>
              <a:lnSpc>
                <a:spcPct val="110000"/>
              </a:lnSpc>
              <a:spcBef>
                <a:spcPts val="0"/>
              </a:spcBef>
              <a:spcAft>
                <a:spcPts val="1200"/>
              </a:spcAft>
              <a:buNone/>
              <a:defRPr sz="3600" b="0" i="0">
                <a:solidFill>
                  <a:schemeClr val="tx1"/>
                </a:solidFill>
                <a:latin typeface="IBM Plex Sans Light"/>
                <a:ea typeface="IBM Plex Sans Light"/>
                <a:cs typeface="IBM Plex Sans Light"/>
              </a:defRPr>
            </a:lvl1pPr>
            <a:lvl2pPr marL="256032" indent="-256032">
              <a:lnSpc>
                <a:spcPct val="110000"/>
              </a:lnSpc>
              <a:spcBef>
                <a:spcPts val="0"/>
              </a:spcBef>
              <a:spcAft>
                <a:spcPts val="1200"/>
              </a:spcAft>
              <a:buNone/>
              <a:defRPr sz="3600" b="0" i="0">
                <a:solidFill>
                  <a:schemeClr val="tx1"/>
                </a:solidFill>
                <a:latin typeface="IBM Plex Sans Light"/>
                <a:ea typeface="IBM Plex Sans Light"/>
                <a:cs typeface="IBM Plex Sans Light"/>
              </a:defRPr>
            </a:lvl2pPr>
            <a:lvl3pPr marL="512064" indent="-256032">
              <a:lnSpc>
                <a:spcPct val="110000"/>
              </a:lnSpc>
              <a:spcBef>
                <a:spcPts val="0"/>
              </a:spcBef>
              <a:spcAft>
                <a:spcPts val="1200"/>
              </a:spcAft>
              <a:buNone/>
              <a:defRPr sz="3600" b="0" i="0">
                <a:solidFill>
                  <a:schemeClr val="tx1"/>
                </a:solidFill>
                <a:latin typeface="IBM Plex Sans Light"/>
                <a:ea typeface="IBM Plex Sans Light"/>
                <a:cs typeface="IBM Plex Sans Light"/>
              </a:defRPr>
            </a:lvl3pPr>
            <a:lvl4pPr marL="768096" indent="-256032">
              <a:lnSpc>
                <a:spcPct val="110000"/>
              </a:lnSpc>
              <a:spcBef>
                <a:spcPts val="0"/>
              </a:spcBef>
              <a:spcAft>
                <a:spcPts val="1200"/>
              </a:spcAft>
              <a:buNone/>
              <a:defRPr sz="3600" b="0" i="0">
                <a:solidFill>
                  <a:schemeClr val="tx1"/>
                </a:solidFill>
                <a:latin typeface="IBM Plex Sans Light"/>
                <a:ea typeface="IBM Plex Sans Light"/>
                <a:cs typeface="IBM Plex Sans Light"/>
              </a:defRPr>
            </a:lvl4pPr>
            <a:lvl5pPr>
              <a:lnSpc>
                <a:spcPct val="110000"/>
              </a:lnSpc>
              <a:spcBef>
                <a:spcPts val="0"/>
              </a:spcBef>
              <a:buNone/>
              <a:defRPr sz="2800" b="0" i="0">
                <a:solidFill>
                  <a:schemeClr val="tx1"/>
                </a:solidFill>
                <a:latin typeface="IBM Plex Sans Light"/>
                <a:ea typeface="IBM Plex Sans Light"/>
                <a:cs typeface="IBM Plex Sans Light"/>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idx="17"/>
          </p:nvPr>
        </p:nvSpPr>
        <p:spPr>
          <a:xfrm>
            <a:off x="18859500" y="494757"/>
            <a:ext cx="4959350" cy="5145087"/>
          </a:xfrm>
        </p:spPr>
        <p:txBody>
          <a:bodyPr/>
          <a:lstStyle>
            <a:lvl1pPr>
              <a:lnSpc>
                <a:spcPct val="110000"/>
              </a:lnSpc>
              <a:spcBef>
                <a:spcPts val="0"/>
              </a:spcBef>
              <a:spcAft>
                <a:spcPts val="1200"/>
              </a:spcAft>
              <a:buNone/>
              <a:defRPr sz="3600" b="0" i="0">
                <a:solidFill>
                  <a:schemeClr val="tx1"/>
                </a:solidFill>
                <a:latin typeface="IBM Plex Sans Light"/>
                <a:ea typeface="IBM Plex Sans Light"/>
                <a:cs typeface="IBM Plex Sans Light"/>
              </a:defRPr>
            </a:lvl1pPr>
            <a:lvl2pPr marL="256032" indent="-256032">
              <a:lnSpc>
                <a:spcPct val="110000"/>
              </a:lnSpc>
              <a:spcBef>
                <a:spcPts val="0"/>
              </a:spcBef>
              <a:spcAft>
                <a:spcPts val="1200"/>
              </a:spcAft>
              <a:buNone/>
              <a:defRPr sz="3600" b="0" i="0">
                <a:solidFill>
                  <a:schemeClr val="tx1"/>
                </a:solidFill>
                <a:latin typeface="IBM Plex Sans Light"/>
                <a:ea typeface="IBM Plex Sans Light"/>
                <a:cs typeface="IBM Plex Sans Light"/>
              </a:defRPr>
            </a:lvl2pPr>
            <a:lvl3pPr marL="512064" indent="-256032">
              <a:lnSpc>
                <a:spcPct val="110000"/>
              </a:lnSpc>
              <a:spcBef>
                <a:spcPts val="0"/>
              </a:spcBef>
              <a:spcAft>
                <a:spcPts val="1200"/>
              </a:spcAft>
              <a:buNone/>
              <a:defRPr sz="3600" b="0" i="0">
                <a:solidFill>
                  <a:schemeClr val="tx1"/>
                </a:solidFill>
                <a:latin typeface="IBM Plex Sans Light"/>
                <a:ea typeface="IBM Plex Sans Light"/>
                <a:cs typeface="IBM Plex Sans Light"/>
              </a:defRPr>
            </a:lvl3pPr>
            <a:lvl4pPr marL="768096" indent="-256032">
              <a:lnSpc>
                <a:spcPct val="110000"/>
              </a:lnSpc>
              <a:spcBef>
                <a:spcPts val="0"/>
              </a:spcBef>
              <a:spcAft>
                <a:spcPts val="1200"/>
              </a:spcAft>
              <a:buNone/>
              <a:defRPr sz="3600" b="0" i="0">
                <a:solidFill>
                  <a:schemeClr val="tx1"/>
                </a:solidFill>
                <a:latin typeface="IBM Plex Sans Light"/>
                <a:ea typeface="IBM Plex Sans Light"/>
                <a:cs typeface="IBM Plex Sans Light"/>
              </a:defRPr>
            </a:lvl4pPr>
            <a:lvl5pPr>
              <a:lnSpc>
                <a:spcPct val="110000"/>
              </a:lnSpc>
              <a:spcBef>
                <a:spcPts val="0"/>
              </a:spcBef>
              <a:buNone/>
              <a:defRPr sz="2800" b="0" i="0">
                <a:solidFill>
                  <a:schemeClr val="tx1"/>
                </a:solidFill>
                <a:latin typeface="IBM Plex Sans Light"/>
                <a:ea typeface="IBM Plex Sans Light"/>
                <a:cs typeface="IBM Plex Sans Light"/>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idx="18"/>
          </p:nvPr>
        </p:nvSpPr>
        <p:spPr>
          <a:xfrm>
            <a:off x="12763500" y="6780234"/>
            <a:ext cx="4953000" cy="4953000"/>
          </a:xfrm>
        </p:spPr>
        <p:txBody>
          <a:bodyPr/>
          <a:lstStyle>
            <a:lvl1pPr>
              <a:lnSpc>
                <a:spcPct val="110000"/>
              </a:lnSpc>
              <a:spcBef>
                <a:spcPts val="0"/>
              </a:spcBef>
              <a:spcAft>
                <a:spcPts val="1200"/>
              </a:spcAft>
              <a:buNone/>
              <a:defRPr sz="3600" b="0" i="0">
                <a:solidFill>
                  <a:schemeClr val="tx1"/>
                </a:solidFill>
                <a:latin typeface="IBM Plex Sans Light"/>
                <a:ea typeface="IBM Plex Sans Light"/>
                <a:cs typeface="IBM Plex Sans Light"/>
              </a:defRPr>
            </a:lvl1pPr>
            <a:lvl2pPr marL="256032" indent="-256032">
              <a:lnSpc>
                <a:spcPct val="110000"/>
              </a:lnSpc>
              <a:spcBef>
                <a:spcPts val="0"/>
              </a:spcBef>
              <a:spcAft>
                <a:spcPts val="1200"/>
              </a:spcAft>
              <a:buNone/>
              <a:defRPr sz="3600" b="0" i="0">
                <a:solidFill>
                  <a:schemeClr val="tx1"/>
                </a:solidFill>
                <a:latin typeface="IBM Plex Sans Light"/>
                <a:ea typeface="IBM Plex Sans Light"/>
                <a:cs typeface="IBM Plex Sans Light"/>
              </a:defRPr>
            </a:lvl2pPr>
            <a:lvl3pPr marL="512064" indent="-256032">
              <a:lnSpc>
                <a:spcPct val="110000"/>
              </a:lnSpc>
              <a:spcBef>
                <a:spcPts val="0"/>
              </a:spcBef>
              <a:spcAft>
                <a:spcPts val="1200"/>
              </a:spcAft>
              <a:buNone/>
              <a:defRPr sz="3600" b="0" i="0">
                <a:solidFill>
                  <a:schemeClr val="tx1"/>
                </a:solidFill>
                <a:latin typeface="IBM Plex Sans Light"/>
                <a:ea typeface="IBM Plex Sans Light"/>
                <a:cs typeface="IBM Plex Sans Light"/>
              </a:defRPr>
            </a:lvl3pPr>
            <a:lvl4pPr marL="768096" indent="-256032">
              <a:lnSpc>
                <a:spcPct val="110000"/>
              </a:lnSpc>
              <a:spcBef>
                <a:spcPts val="0"/>
              </a:spcBef>
              <a:spcAft>
                <a:spcPts val="1200"/>
              </a:spcAft>
              <a:buNone/>
              <a:defRPr sz="3600" b="0" i="0">
                <a:solidFill>
                  <a:schemeClr val="tx1"/>
                </a:solidFill>
                <a:latin typeface="IBM Plex Sans Light"/>
                <a:ea typeface="IBM Plex Sans Light"/>
                <a:cs typeface="IBM Plex Sans Light"/>
              </a:defRPr>
            </a:lvl4pPr>
            <a:lvl5pPr>
              <a:lnSpc>
                <a:spcPct val="110000"/>
              </a:lnSpc>
              <a:spcBef>
                <a:spcPts val="0"/>
              </a:spcBef>
              <a:buNone/>
              <a:defRPr sz="2800" b="0" i="0">
                <a:solidFill>
                  <a:schemeClr val="tx1"/>
                </a:solidFill>
                <a:latin typeface="IBM Plex Sans Light"/>
                <a:ea typeface="IBM Plex Sans Light"/>
                <a:cs typeface="IBM Plex Sans Light"/>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idx="19"/>
          </p:nvPr>
        </p:nvSpPr>
        <p:spPr>
          <a:xfrm>
            <a:off x="18859500" y="6780234"/>
            <a:ext cx="4953000" cy="4953000"/>
          </a:xfrm>
        </p:spPr>
        <p:txBody>
          <a:bodyPr/>
          <a:lstStyle>
            <a:lvl1pPr>
              <a:lnSpc>
                <a:spcPct val="110000"/>
              </a:lnSpc>
              <a:spcBef>
                <a:spcPts val="0"/>
              </a:spcBef>
              <a:spcAft>
                <a:spcPts val="1200"/>
              </a:spcAft>
              <a:buNone/>
              <a:defRPr sz="3600" b="0" i="0">
                <a:solidFill>
                  <a:schemeClr val="tx1"/>
                </a:solidFill>
                <a:latin typeface="IBM Plex Sans Light"/>
                <a:ea typeface="IBM Plex Sans Light"/>
                <a:cs typeface="IBM Plex Sans Light"/>
              </a:defRPr>
            </a:lvl1pPr>
            <a:lvl2pPr marL="256032" indent="-256032">
              <a:lnSpc>
                <a:spcPct val="110000"/>
              </a:lnSpc>
              <a:spcBef>
                <a:spcPts val="0"/>
              </a:spcBef>
              <a:spcAft>
                <a:spcPts val="1200"/>
              </a:spcAft>
              <a:buNone/>
              <a:defRPr sz="3600" b="0" i="0">
                <a:solidFill>
                  <a:schemeClr val="tx1"/>
                </a:solidFill>
                <a:latin typeface="IBM Plex Sans Light"/>
                <a:ea typeface="IBM Plex Sans Light"/>
                <a:cs typeface="IBM Plex Sans Light"/>
              </a:defRPr>
            </a:lvl2pPr>
            <a:lvl3pPr marL="512064" indent="-256032">
              <a:lnSpc>
                <a:spcPct val="110000"/>
              </a:lnSpc>
              <a:spcBef>
                <a:spcPts val="0"/>
              </a:spcBef>
              <a:spcAft>
                <a:spcPts val="1200"/>
              </a:spcAft>
              <a:buNone/>
              <a:defRPr sz="3600" b="0" i="0">
                <a:solidFill>
                  <a:schemeClr val="tx1"/>
                </a:solidFill>
                <a:latin typeface="IBM Plex Sans Light"/>
                <a:ea typeface="IBM Plex Sans Light"/>
                <a:cs typeface="IBM Plex Sans Light"/>
              </a:defRPr>
            </a:lvl3pPr>
            <a:lvl4pPr marL="768096" indent="-256032">
              <a:lnSpc>
                <a:spcPct val="110000"/>
              </a:lnSpc>
              <a:spcBef>
                <a:spcPts val="0"/>
              </a:spcBef>
              <a:spcAft>
                <a:spcPts val="1200"/>
              </a:spcAft>
              <a:buNone/>
              <a:defRPr sz="3600" b="0" i="0">
                <a:solidFill>
                  <a:schemeClr val="tx1"/>
                </a:solidFill>
                <a:latin typeface="IBM Plex Sans Light"/>
                <a:ea typeface="IBM Plex Sans Light"/>
                <a:cs typeface="IBM Plex Sans Light"/>
              </a:defRPr>
            </a:lvl4pPr>
            <a:lvl5pPr>
              <a:lnSpc>
                <a:spcPct val="110000"/>
              </a:lnSpc>
              <a:spcBef>
                <a:spcPts val="0"/>
              </a:spcBef>
              <a:buNone/>
              <a:defRPr sz="2800" b="0" i="0">
                <a:solidFill>
                  <a:schemeClr val="tx1"/>
                </a:solidFill>
                <a:latin typeface="IBM Plex Sans Light"/>
                <a:ea typeface="IBM Plex Sans Light"/>
                <a:cs typeface="IBM Plex Sans Light"/>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9" name="Straight Connector 8">
            <a:extLst>
              <a:ext uri="{FF2B5EF4-FFF2-40B4-BE49-F238E27FC236}">
                <a16:creationId xmlns:a16="http://schemas.microsoft.com/office/drawing/2014/main" id="{1A15CF20-0F06-4D85-9F9E-51D924EFB67E}"/>
              </a:ext>
            </a:extLst>
          </p:cNvPr>
          <p:cNvSpPr>
            <a:spLocks noGrp="1"/>
          </p:cNvSpPr>
          <p:nvPr/>
        </p:nvSpPr>
        <p:spPr>
          <a:xfrm>
            <a:off x="18288000" y="569913"/>
            <a:ext cx="0" cy="11431587"/>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7" name="Title 1">
            <a:extLst>
              <a:ext uri="{FF2B5EF4-FFF2-40B4-BE49-F238E27FC236}">
                <a16:creationId xmlns:a16="http://schemas.microsoft.com/office/drawing/2014/main" id="{2FD89A00-A4D6-01CC-82BF-001A1713FD38}"/>
              </a:ext>
            </a:extLst>
          </p:cNvPr>
          <p:cNvSpPr>
            <a:spLocks noGrp="1"/>
          </p:cNvSpPr>
          <p:nvPr>
            <p:ph type="title"/>
          </p:nvPr>
        </p:nvSpPr>
        <p:spPr>
          <a:xfrm>
            <a:off x="537972" y="396574"/>
            <a:ext cx="11050589" cy="4746926"/>
          </a:xfrm>
        </p:spPr>
        <p:txBody>
          <a:bodyPr rIns="457200"/>
          <a:lstStyle>
            <a:lvl1pPr>
              <a:lnSpc>
                <a:spcPct val="100000"/>
              </a:lnSpc>
              <a:buNone/>
              <a:defRPr>
                <a:solidFill>
                  <a:schemeClr val="tx1"/>
                </a:solidFill>
              </a:defRPr>
            </a:lvl1pPr>
          </a:lstStyle>
          <a:p>
            <a:r>
              <a:t>Click to edit Master title style</a:t>
            </a:r>
          </a:p>
        </p:txBody>
      </p:sp>
      <p:sp>
        <p:nvSpPr>
          <p:cNvPr id="6" name="TextBox 5">
            <a:extLst>
              <a:ext uri="{FF2B5EF4-FFF2-40B4-BE49-F238E27FC236}">
                <a16:creationId xmlns:a16="http://schemas.microsoft.com/office/drawing/2014/main" id="{8EFC5A26-34B7-2D99-2FE4-3CEAFB6D46F7}"/>
              </a:ext>
            </a:extLst>
          </p:cNvPr>
          <p:cNvSpPr>
            <a:spLocks noGrp="1"/>
          </p:cNvSpPr>
          <p:nvPr/>
        </p:nvSpPr>
        <p:spPr>
          <a:xfrm>
            <a:off x="15905747" y="6160168"/>
            <a:ext cx="0" cy="0"/>
          </a:xfrm>
          <a:prstGeom prst="rect">
            <a:avLst/>
          </a:prstGeom>
          <a:ln w="12700"/>
        </p:spPr>
        <p:txBody>
          <a:bodyPr wrap="none" lIns="0" tIns="0" rIns="0" bIns="0">
            <a:noAutofit/>
          </a:bodyPr>
          <a:lstStyle/>
          <a:p>
            <a:pPr algn="l" defTabSz="2438400">
              <a:spcBef>
                <a:spcPts val="2900"/>
              </a:spcBef>
              <a:buSzPct val="100000"/>
              <a:buNone/>
            </a:pPr>
            <a:endParaRPr kern="0">
              <a:solidFill>
                <a:srgbClr val="000000"/>
              </a:solidFill>
            </a:endParaRPr>
          </a:p>
        </p:txBody>
      </p:sp>
      <p:sp>
        <p:nvSpPr>
          <p:cNvPr id="8" name="Straight Connector 7">
            <a:extLst>
              <a:ext uri="{FF2B5EF4-FFF2-40B4-BE49-F238E27FC236}">
                <a16:creationId xmlns:a16="http://schemas.microsoft.com/office/drawing/2014/main" id="{19A5E500-A6C2-432B-977A-8BCD4670143E}"/>
              </a:ext>
            </a:extLst>
          </p:cNvPr>
          <p:cNvSpPr>
            <a:spLocks noGrp="1"/>
          </p:cNvSpPr>
          <p:nvPr/>
        </p:nvSpPr>
        <p:spPr>
          <a:xfrm>
            <a:off x="12763500" y="6285706"/>
            <a:ext cx="11050524" cy="0"/>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11" name="Rectangle 10">
            <a:extLst>
              <a:ext uri="{FF2B5EF4-FFF2-40B4-BE49-F238E27FC236}">
                <a16:creationId xmlns:a16="http://schemas.microsoft.com/office/drawing/2014/main" id="{502E6015-5FD7-07F7-E3F5-575DC3FA96C4}"/>
              </a:ext>
            </a:extLst>
          </p:cNvPr>
          <p:cNvSpPr>
            <a:spLocks noGrp="1"/>
          </p:cNvSpPr>
          <p:nvPr/>
        </p:nvSpPr>
        <p:spPr>
          <a:xfrm>
            <a:off x="0" y="13075920"/>
            <a:ext cx="24387175" cy="640080"/>
          </a:xfrm>
          <a:prstGeom prst="rect">
            <a:avLst/>
          </a:prstGeom>
          <a:solidFill>
            <a:srgbClr val="F4F4F4"/>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15" name="Footer Placeholder 3">
            <a:extLst>
              <a:ext uri="{FF2B5EF4-FFF2-40B4-BE49-F238E27FC236}">
                <a16:creationId xmlns:a16="http://schemas.microsoft.com/office/drawing/2014/main" id="{5D044269-C6FC-B177-8D03-5271AED2C276}"/>
              </a:ext>
            </a:extLst>
          </p:cNvPr>
          <p:cNvSpPr>
            <a:spLocks noGrp="1"/>
          </p:cNvSpPr>
          <p:nvPr>
            <p:ph type="ftr" idx="13"/>
          </p:nvPr>
        </p:nvSpPr>
        <p:spPr>
          <a:xfrm>
            <a:off x="568324" y="13272850"/>
            <a:ext cx="4956176" cy="246221"/>
          </a:xfrm>
        </p:spPr>
        <p:txBody>
          <a:bodyPr/>
          <a:lstStyle>
            <a:lvl1pPr>
              <a:buNone/>
              <a:defRPr>
                <a:solidFill>
                  <a:schemeClr val="tx1"/>
                </a:solidFill>
              </a:defRPr>
            </a:lvl1pPr>
          </a:lstStyle>
          <a:p>
            <a:r>
              <a:t>IBM TechXchange | © 2026 IBM Corporation</a:t>
            </a:r>
          </a:p>
        </p:txBody>
      </p:sp>
      <p:sp>
        <p:nvSpPr>
          <p:cNvPr id="16" name="Slide Number Placeholder 4">
            <a:extLst>
              <a:ext uri="{FF2B5EF4-FFF2-40B4-BE49-F238E27FC236}">
                <a16:creationId xmlns:a16="http://schemas.microsoft.com/office/drawing/2014/main" id="{B6CC4D7C-AAD7-10E8-0412-A1261FC8D6E9}"/>
              </a:ext>
            </a:extLst>
          </p:cNvPr>
          <p:cNvSpPr>
            <a:spLocks noGrp="1"/>
          </p:cNvSpPr>
          <p:nvPr>
            <p:ph type="sldNum" idx="14"/>
          </p:nvPr>
        </p:nvSpPr>
        <p:spPr>
          <a:xfrm>
            <a:off x="23541592" y="13272850"/>
            <a:ext cx="270908" cy="246221"/>
          </a:xfrm>
        </p:spPr>
        <p:txBody>
          <a:bodyPr/>
          <a:lstStyle>
            <a:lvl1pPr>
              <a:buNone/>
              <a:defRPr>
                <a:solidFill>
                  <a:schemeClr val="tx1"/>
                </a:solidFill>
              </a:defRPr>
            </a:lvl1pPr>
          </a:lstStyle>
          <a:p>
            <a:fld id="{86CB4B4D-7CA3-9044-876B-883B54F8677D}" type="slidenum">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1_Title, pictograms, 4 columns plain">
    <p:bg>
      <p:bgPr>
        <a:solidFill>
          <a:srgbClr val="F4F4F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37972" y="396575"/>
            <a:ext cx="11050589" cy="3032426"/>
          </a:xfrm>
        </p:spPr>
        <p:txBody>
          <a:bodyPr rIns="457200"/>
          <a:lstStyle>
            <a:lvl1pPr>
              <a:lnSpc>
                <a:spcPct val="100000"/>
              </a:lnSpc>
              <a:buNone/>
              <a:defRPr>
                <a:solidFill>
                  <a:schemeClr val="tx1"/>
                </a:solidFill>
              </a:defRPr>
            </a:lvl1pPr>
          </a:lstStyle>
          <a:p>
            <a:r>
              <a:t>Click to edit Master title style</a:t>
            </a:r>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idx="11"/>
          </p:nvPr>
        </p:nvSpPr>
        <p:spPr>
          <a:xfrm>
            <a:off x="576072" y="6782093"/>
            <a:ext cx="4949825" cy="5214646"/>
          </a:xfrm>
        </p:spPr>
        <p:txBody>
          <a:bodyPr/>
          <a:lstStyle>
            <a:lvl1pPr>
              <a:spcBef>
                <a:spcPts val="0"/>
              </a:spcBef>
              <a:buNone/>
              <a:defRPr sz="3600">
                <a:solidFill>
                  <a:schemeClr val="tx1"/>
                </a:solidFill>
              </a:defRPr>
            </a:lvl1pPr>
            <a:lvl2pPr marL="256032" indent="-256032">
              <a:spcBef>
                <a:spcPts val="0"/>
              </a:spcBef>
              <a:buNone/>
              <a:defRPr sz="3600">
                <a:solidFill>
                  <a:schemeClr val="tx1"/>
                </a:solidFill>
              </a:defRPr>
            </a:lvl2pPr>
            <a:lvl3pPr marL="512064" indent="-256032">
              <a:spcBef>
                <a:spcPts val="0"/>
              </a:spcBef>
              <a:buNone/>
              <a:defRPr sz="3600">
                <a:solidFill>
                  <a:schemeClr val="tx1"/>
                </a:solidFill>
              </a:defRPr>
            </a:lvl3pPr>
            <a:lvl4pPr marL="768096" indent="-256032">
              <a:spcBef>
                <a:spcPts val="0"/>
              </a:spcBef>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idx="12"/>
          </p:nvPr>
        </p:nvSpPr>
        <p:spPr>
          <a:xfrm>
            <a:off x="6669591" y="6782093"/>
            <a:ext cx="4949825" cy="5214646"/>
          </a:xfrm>
        </p:spPr>
        <p:txBody>
          <a:bodyPr/>
          <a:lstStyle>
            <a:lvl1pPr>
              <a:spcBef>
                <a:spcPts val="0"/>
              </a:spcBef>
              <a:buNone/>
              <a:defRPr sz="3600">
                <a:solidFill>
                  <a:schemeClr val="tx1"/>
                </a:solidFill>
              </a:defRPr>
            </a:lvl1pPr>
            <a:lvl2pPr marL="256032" indent="-256032">
              <a:spcBef>
                <a:spcPts val="0"/>
              </a:spcBef>
              <a:buNone/>
              <a:defRPr sz="3600">
                <a:solidFill>
                  <a:schemeClr val="tx1"/>
                </a:solidFill>
              </a:defRPr>
            </a:lvl2pPr>
            <a:lvl3pPr marL="512064" indent="-256032">
              <a:spcBef>
                <a:spcPts val="0"/>
              </a:spcBef>
              <a:buNone/>
              <a:defRPr sz="3600">
                <a:solidFill>
                  <a:schemeClr val="tx1"/>
                </a:solidFill>
              </a:defRPr>
            </a:lvl3pPr>
            <a:lvl4pPr marL="768096" indent="-256032">
              <a:spcBef>
                <a:spcPts val="0"/>
              </a:spcBef>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idx="13"/>
          </p:nvPr>
        </p:nvSpPr>
        <p:spPr>
          <a:xfrm>
            <a:off x="12767760" y="6782093"/>
            <a:ext cx="4949825" cy="5214646"/>
          </a:xfrm>
        </p:spPr>
        <p:txBody>
          <a:bodyPr/>
          <a:lstStyle>
            <a:lvl1pPr>
              <a:spcBef>
                <a:spcPts val="0"/>
              </a:spcBef>
              <a:buNone/>
              <a:defRPr sz="3600">
                <a:solidFill>
                  <a:schemeClr val="tx1"/>
                </a:solidFill>
              </a:defRPr>
            </a:lvl1pPr>
            <a:lvl2pPr marL="256032" indent="-256032">
              <a:spcBef>
                <a:spcPts val="0"/>
              </a:spcBef>
              <a:buNone/>
              <a:defRPr sz="3600">
                <a:solidFill>
                  <a:schemeClr val="tx1"/>
                </a:solidFill>
              </a:defRPr>
            </a:lvl2pPr>
            <a:lvl3pPr marL="512064" indent="-256032">
              <a:spcBef>
                <a:spcPts val="0"/>
              </a:spcBef>
              <a:buNone/>
              <a:defRPr sz="3600">
                <a:solidFill>
                  <a:schemeClr val="tx1"/>
                </a:solidFill>
              </a:defRPr>
            </a:lvl3pPr>
            <a:lvl4pPr marL="768096" indent="-256032">
              <a:spcBef>
                <a:spcPts val="0"/>
              </a:spcBef>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idx="14"/>
          </p:nvPr>
        </p:nvSpPr>
        <p:spPr>
          <a:xfrm>
            <a:off x="18859500" y="6782093"/>
            <a:ext cx="4949825" cy="5214646"/>
          </a:xfrm>
        </p:spPr>
        <p:txBody>
          <a:bodyPr/>
          <a:lstStyle>
            <a:lvl1pPr>
              <a:spcBef>
                <a:spcPts val="0"/>
              </a:spcBef>
              <a:buNone/>
              <a:defRPr sz="3600">
                <a:solidFill>
                  <a:schemeClr val="tx1"/>
                </a:solidFill>
              </a:defRPr>
            </a:lvl1pPr>
            <a:lvl2pPr marL="256032" indent="-256032">
              <a:spcBef>
                <a:spcPts val="0"/>
              </a:spcBef>
              <a:buNone/>
              <a:defRPr sz="3600">
                <a:solidFill>
                  <a:schemeClr val="tx1"/>
                </a:solidFill>
              </a:defRPr>
            </a:lvl2pPr>
            <a:lvl3pPr marL="512064" indent="-256032">
              <a:spcBef>
                <a:spcPts val="0"/>
              </a:spcBef>
              <a:buNone/>
              <a:defRPr sz="3600">
                <a:solidFill>
                  <a:schemeClr val="tx1"/>
                </a:solidFill>
              </a:defRPr>
            </a:lvl3pPr>
            <a:lvl4pPr marL="768096" indent="-256032">
              <a:spcBef>
                <a:spcPts val="0"/>
              </a:spcBef>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0" name="Picture Placeholder 12">
            <a:extLst>
              <a:ext uri="{FF2B5EF4-FFF2-40B4-BE49-F238E27FC236}">
                <a16:creationId xmlns:a16="http://schemas.microsoft.com/office/drawing/2014/main" id="{229F0A3E-56B4-C089-C20B-6B33FC69B856}"/>
              </a:ext>
            </a:extLst>
          </p:cNvPr>
          <p:cNvSpPr>
            <a:spLocks noGrp="1"/>
          </p:cNvSpPr>
          <p:nvPr>
            <p:ph type="pic" idx="17" hasCustomPrompt="1"/>
          </p:nvPr>
        </p:nvSpPr>
        <p:spPr>
          <a:xfrm>
            <a:off x="576072" y="4880140"/>
            <a:ext cx="1216152" cy="1216152"/>
          </a:xfrm>
        </p:spPr>
        <p:txBody>
          <a:bodyPr anchor="ctr"/>
          <a:lstStyle>
            <a:lvl1pPr algn="ctr">
              <a:buNone/>
              <a:defRPr sz="1600"/>
            </a:lvl1pPr>
          </a:lstStyle>
          <a:p>
            <a:r>
              <a:t>Pictogram</a:t>
            </a:r>
          </a:p>
        </p:txBody>
      </p:sp>
      <p:sp>
        <p:nvSpPr>
          <p:cNvPr id="15" name="Picture Placeholder 12">
            <a:extLst>
              <a:ext uri="{FF2B5EF4-FFF2-40B4-BE49-F238E27FC236}">
                <a16:creationId xmlns:a16="http://schemas.microsoft.com/office/drawing/2014/main" id="{D9CE9053-2DD6-966F-8843-B50FBF7C7C97}"/>
              </a:ext>
            </a:extLst>
          </p:cNvPr>
          <p:cNvSpPr>
            <a:spLocks noGrp="1"/>
          </p:cNvSpPr>
          <p:nvPr>
            <p:ph type="pic" idx="18" hasCustomPrompt="1"/>
          </p:nvPr>
        </p:nvSpPr>
        <p:spPr>
          <a:xfrm>
            <a:off x="6669591" y="4880140"/>
            <a:ext cx="1216152" cy="1216152"/>
          </a:xfrm>
        </p:spPr>
        <p:txBody>
          <a:bodyPr anchor="ctr"/>
          <a:lstStyle>
            <a:lvl1pPr algn="ctr">
              <a:buNone/>
              <a:defRPr sz="1600"/>
            </a:lvl1pPr>
          </a:lstStyle>
          <a:p>
            <a:r>
              <a:t>Pictogram</a:t>
            </a:r>
          </a:p>
        </p:txBody>
      </p:sp>
      <p:sp>
        <p:nvSpPr>
          <p:cNvPr id="16" name="Picture Placeholder 12">
            <a:extLst>
              <a:ext uri="{FF2B5EF4-FFF2-40B4-BE49-F238E27FC236}">
                <a16:creationId xmlns:a16="http://schemas.microsoft.com/office/drawing/2014/main" id="{29DB6E44-F962-A27A-53E2-9736F1F7CE60}"/>
              </a:ext>
            </a:extLst>
          </p:cNvPr>
          <p:cNvSpPr>
            <a:spLocks noGrp="1"/>
          </p:cNvSpPr>
          <p:nvPr>
            <p:ph type="pic" idx="19" hasCustomPrompt="1"/>
          </p:nvPr>
        </p:nvSpPr>
        <p:spPr>
          <a:xfrm>
            <a:off x="12767760" y="4880140"/>
            <a:ext cx="1216152" cy="1216152"/>
          </a:xfrm>
        </p:spPr>
        <p:txBody>
          <a:bodyPr anchor="ctr"/>
          <a:lstStyle>
            <a:lvl1pPr algn="ctr">
              <a:buNone/>
              <a:defRPr sz="1600"/>
            </a:lvl1pPr>
          </a:lstStyle>
          <a:p>
            <a:r>
              <a:t>Pictogram</a:t>
            </a:r>
          </a:p>
        </p:txBody>
      </p:sp>
      <p:sp>
        <p:nvSpPr>
          <p:cNvPr id="17" name="Picture Placeholder 12">
            <a:extLst>
              <a:ext uri="{FF2B5EF4-FFF2-40B4-BE49-F238E27FC236}">
                <a16:creationId xmlns:a16="http://schemas.microsoft.com/office/drawing/2014/main" id="{7F43B7C7-FC2D-A79E-9E4C-CAB7C1D5F693}"/>
              </a:ext>
            </a:extLst>
          </p:cNvPr>
          <p:cNvSpPr>
            <a:spLocks noGrp="1"/>
          </p:cNvSpPr>
          <p:nvPr>
            <p:ph type="pic" idx="20" hasCustomPrompt="1"/>
          </p:nvPr>
        </p:nvSpPr>
        <p:spPr>
          <a:xfrm>
            <a:off x="18859500" y="4880140"/>
            <a:ext cx="1216152" cy="1216152"/>
          </a:xfrm>
        </p:spPr>
        <p:txBody>
          <a:bodyPr anchor="ctr"/>
          <a:lstStyle>
            <a:lvl1pPr algn="ctr">
              <a:buNone/>
              <a:defRPr sz="1600"/>
            </a:lvl1pPr>
          </a:lstStyle>
          <a:p>
            <a:r>
              <a:t>Pictogram</a:t>
            </a:r>
          </a:p>
        </p:txBody>
      </p:sp>
      <p:sp>
        <p:nvSpPr>
          <p:cNvPr id="5" name="Rectangle 4">
            <a:extLst>
              <a:ext uri="{FF2B5EF4-FFF2-40B4-BE49-F238E27FC236}">
                <a16:creationId xmlns:a16="http://schemas.microsoft.com/office/drawing/2014/main" id="{223EFD07-1A14-3284-0AF4-8CCE57DD9DA4}"/>
              </a:ext>
            </a:extLst>
          </p:cNvPr>
          <p:cNvSpPr>
            <a:spLocks noGrp="1"/>
          </p:cNvSpPr>
          <p:nvPr/>
        </p:nvSpPr>
        <p:spPr>
          <a:xfrm>
            <a:off x="0" y="13075920"/>
            <a:ext cx="24387175" cy="640080"/>
          </a:xfrm>
          <a:prstGeom prst="rect">
            <a:avLst/>
          </a:prstGeom>
          <a:solidFill>
            <a:srgbClr val="F4F4F4"/>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6" name="Footer Placeholder 3">
            <a:extLst>
              <a:ext uri="{FF2B5EF4-FFF2-40B4-BE49-F238E27FC236}">
                <a16:creationId xmlns:a16="http://schemas.microsoft.com/office/drawing/2014/main" id="{5B053D67-5484-CC9C-4955-884084677E32}"/>
              </a:ext>
            </a:extLst>
          </p:cNvPr>
          <p:cNvSpPr>
            <a:spLocks noGrp="1"/>
          </p:cNvSpPr>
          <p:nvPr>
            <p:ph type="ftr" idx="21"/>
          </p:nvPr>
        </p:nvSpPr>
        <p:spPr>
          <a:xfrm>
            <a:off x="568324" y="13272850"/>
            <a:ext cx="4956176" cy="246221"/>
          </a:xfrm>
        </p:spPr>
        <p:txBody>
          <a:bodyPr/>
          <a:lstStyle>
            <a:lvl1pPr>
              <a:buNone/>
              <a:defRPr>
                <a:solidFill>
                  <a:schemeClr val="tx1"/>
                </a:solidFill>
              </a:defRPr>
            </a:lvl1pPr>
          </a:lstStyle>
          <a:p>
            <a:r>
              <a:t>IBM TechXchange | © 2026 IBM Corporation</a:t>
            </a:r>
          </a:p>
        </p:txBody>
      </p:sp>
      <p:sp>
        <p:nvSpPr>
          <p:cNvPr id="7" name="Slide Number Placeholder 4">
            <a:extLst>
              <a:ext uri="{FF2B5EF4-FFF2-40B4-BE49-F238E27FC236}">
                <a16:creationId xmlns:a16="http://schemas.microsoft.com/office/drawing/2014/main" id="{62CA49D2-83E0-766B-32BE-EFCC1E0B4049}"/>
              </a:ext>
            </a:extLst>
          </p:cNvPr>
          <p:cNvSpPr>
            <a:spLocks noGrp="1"/>
          </p:cNvSpPr>
          <p:nvPr>
            <p:ph type="sldNum" idx="22"/>
          </p:nvPr>
        </p:nvSpPr>
        <p:spPr>
          <a:xfrm>
            <a:off x="23541592" y="13272850"/>
            <a:ext cx="270908" cy="246221"/>
          </a:xfrm>
        </p:spPr>
        <p:txBody>
          <a:bodyPr/>
          <a:lstStyle>
            <a:lvl1pPr>
              <a:buNone/>
              <a:defRPr>
                <a:solidFill>
                  <a:schemeClr val="tx1"/>
                </a:solidFill>
              </a:defRPr>
            </a:lvl1pPr>
          </a:lstStyle>
          <a:p>
            <a:fld id="{86CB4B4D-7CA3-9044-876B-883B54F8677D}" type="slidenum">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1_Title section, icons, 4 columns">
    <p:bg>
      <p:bgPr>
        <a:solidFill>
          <a:srgbClr val="F4F4F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37972" y="396575"/>
            <a:ext cx="11050589" cy="3032426"/>
          </a:xfrm>
        </p:spPr>
        <p:txBody>
          <a:bodyPr rIns="457200"/>
          <a:lstStyle>
            <a:lvl1pPr>
              <a:lnSpc>
                <a:spcPct val="100000"/>
              </a:lnSpc>
              <a:buNone/>
              <a:defRPr>
                <a:solidFill>
                  <a:schemeClr val="tx1"/>
                </a:solidFill>
              </a:defRPr>
            </a:lvl1pPr>
          </a:lstStyle>
          <a:p>
            <a:r>
              <a:t>Click to edit Master title style</a:t>
            </a:r>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idx="11"/>
          </p:nvPr>
        </p:nvSpPr>
        <p:spPr>
          <a:xfrm>
            <a:off x="576072" y="6236677"/>
            <a:ext cx="4949825" cy="5760061"/>
          </a:xfrm>
        </p:spPr>
        <p:txBody>
          <a:bodyPr/>
          <a:lstStyle>
            <a:lvl1pPr>
              <a:spcBef>
                <a:spcPts val="0"/>
              </a:spcBef>
              <a:buNone/>
              <a:defRPr sz="3600">
                <a:solidFill>
                  <a:schemeClr val="tx1"/>
                </a:solidFill>
              </a:defRPr>
            </a:lvl1pPr>
            <a:lvl2pPr marL="256032" indent="-256032">
              <a:spcBef>
                <a:spcPts val="0"/>
              </a:spcBef>
              <a:buNone/>
              <a:defRPr sz="3600">
                <a:solidFill>
                  <a:schemeClr val="tx1"/>
                </a:solidFill>
              </a:defRPr>
            </a:lvl2pPr>
            <a:lvl3pPr marL="512064" indent="-256032">
              <a:spcBef>
                <a:spcPts val="0"/>
              </a:spcBef>
              <a:buNone/>
              <a:defRPr sz="3600">
                <a:solidFill>
                  <a:schemeClr val="tx1"/>
                </a:solidFill>
              </a:defRPr>
            </a:lvl3pPr>
            <a:lvl4pPr marL="768096" indent="-256032">
              <a:spcBef>
                <a:spcPts val="0"/>
              </a:spcBef>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idx="12"/>
          </p:nvPr>
        </p:nvSpPr>
        <p:spPr>
          <a:xfrm>
            <a:off x="6669591" y="6236677"/>
            <a:ext cx="4949825" cy="5760061"/>
          </a:xfrm>
        </p:spPr>
        <p:txBody>
          <a:bodyPr/>
          <a:lstStyle>
            <a:lvl1pPr>
              <a:spcBef>
                <a:spcPts val="0"/>
              </a:spcBef>
              <a:buNone/>
              <a:defRPr sz="3600">
                <a:solidFill>
                  <a:schemeClr val="tx1"/>
                </a:solidFill>
              </a:defRPr>
            </a:lvl1pPr>
            <a:lvl2pPr marL="256032" indent="-256032">
              <a:spcBef>
                <a:spcPts val="0"/>
              </a:spcBef>
              <a:buNone/>
              <a:defRPr sz="3600">
                <a:solidFill>
                  <a:schemeClr val="tx1"/>
                </a:solidFill>
              </a:defRPr>
            </a:lvl2pPr>
            <a:lvl3pPr marL="512064" indent="-256032">
              <a:spcBef>
                <a:spcPts val="0"/>
              </a:spcBef>
              <a:buNone/>
              <a:defRPr sz="3600">
                <a:solidFill>
                  <a:schemeClr val="tx1"/>
                </a:solidFill>
              </a:defRPr>
            </a:lvl3pPr>
            <a:lvl4pPr marL="768096" indent="-256032">
              <a:spcBef>
                <a:spcPts val="0"/>
              </a:spcBef>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idx="13"/>
          </p:nvPr>
        </p:nvSpPr>
        <p:spPr>
          <a:xfrm>
            <a:off x="12767760" y="6236677"/>
            <a:ext cx="4949825" cy="5760061"/>
          </a:xfrm>
        </p:spPr>
        <p:txBody>
          <a:bodyPr/>
          <a:lstStyle>
            <a:lvl1pPr>
              <a:spcBef>
                <a:spcPts val="0"/>
              </a:spcBef>
              <a:buNone/>
              <a:defRPr sz="3600">
                <a:solidFill>
                  <a:schemeClr val="tx1"/>
                </a:solidFill>
              </a:defRPr>
            </a:lvl1pPr>
            <a:lvl2pPr marL="256032" indent="-256032">
              <a:spcBef>
                <a:spcPts val="0"/>
              </a:spcBef>
              <a:buNone/>
              <a:defRPr sz="3600">
                <a:solidFill>
                  <a:schemeClr val="tx1"/>
                </a:solidFill>
              </a:defRPr>
            </a:lvl2pPr>
            <a:lvl3pPr marL="512064" indent="-256032">
              <a:spcBef>
                <a:spcPts val="0"/>
              </a:spcBef>
              <a:buNone/>
              <a:defRPr sz="3600">
                <a:solidFill>
                  <a:schemeClr val="tx1"/>
                </a:solidFill>
              </a:defRPr>
            </a:lvl3pPr>
            <a:lvl4pPr marL="768096" indent="-256032">
              <a:spcBef>
                <a:spcPts val="0"/>
              </a:spcBef>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idx="14"/>
          </p:nvPr>
        </p:nvSpPr>
        <p:spPr>
          <a:xfrm>
            <a:off x="18859500" y="6236677"/>
            <a:ext cx="4949825" cy="5760061"/>
          </a:xfrm>
        </p:spPr>
        <p:txBody>
          <a:bodyPr/>
          <a:lstStyle>
            <a:lvl1pPr>
              <a:spcBef>
                <a:spcPts val="0"/>
              </a:spcBef>
              <a:buNone/>
              <a:defRPr sz="3600">
                <a:solidFill>
                  <a:schemeClr val="tx1"/>
                </a:solidFill>
              </a:defRPr>
            </a:lvl1pPr>
            <a:lvl2pPr marL="256032" indent="-256032">
              <a:spcBef>
                <a:spcPts val="0"/>
              </a:spcBef>
              <a:buNone/>
              <a:defRPr sz="3600">
                <a:solidFill>
                  <a:schemeClr val="tx1"/>
                </a:solidFill>
              </a:defRPr>
            </a:lvl2pPr>
            <a:lvl3pPr marL="512064" indent="-256032">
              <a:spcBef>
                <a:spcPts val="0"/>
              </a:spcBef>
              <a:buNone/>
              <a:defRPr sz="3600">
                <a:solidFill>
                  <a:schemeClr val="tx1"/>
                </a:solidFill>
              </a:defRPr>
            </a:lvl3pPr>
            <a:lvl4pPr marL="768096" indent="-256032">
              <a:spcBef>
                <a:spcPts val="0"/>
              </a:spcBef>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3" name="Straight Connector 2">
            <a:extLst>
              <a:ext uri="{FF2B5EF4-FFF2-40B4-BE49-F238E27FC236}">
                <a16:creationId xmlns:a16="http://schemas.microsoft.com/office/drawing/2014/main" id="{0EC7EBB3-5030-4BF3-BFAF-E90600B658BE}"/>
              </a:ext>
            </a:extLst>
          </p:cNvPr>
          <p:cNvSpPr>
            <a:spLocks noGrp="1"/>
          </p:cNvSpPr>
          <p:nvPr/>
        </p:nvSpPr>
        <p:spPr>
          <a:xfrm>
            <a:off x="6096000" y="5649438"/>
            <a:ext cx="0" cy="6315249"/>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6" name="Straight Connector 5">
            <a:extLst>
              <a:ext uri="{FF2B5EF4-FFF2-40B4-BE49-F238E27FC236}">
                <a16:creationId xmlns:a16="http://schemas.microsoft.com/office/drawing/2014/main" id="{EEDF131C-F3E0-4CDE-8936-3CF113E7FFAB}"/>
              </a:ext>
            </a:extLst>
          </p:cNvPr>
          <p:cNvSpPr>
            <a:spLocks noGrp="1"/>
          </p:cNvSpPr>
          <p:nvPr/>
        </p:nvSpPr>
        <p:spPr>
          <a:xfrm>
            <a:off x="12188952" y="5652717"/>
            <a:ext cx="0" cy="6336961"/>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7" name="Straight Connector 6">
            <a:extLst>
              <a:ext uri="{FF2B5EF4-FFF2-40B4-BE49-F238E27FC236}">
                <a16:creationId xmlns:a16="http://schemas.microsoft.com/office/drawing/2014/main" id="{B0005EEA-1FF6-4417-B00D-55588DF820B7}"/>
              </a:ext>
            </a:extLst>
          </p:cNvPr>
          <p:cNvSpPr>
            <a:spLocks noGrp="1"/>
          </p:cNvSpPr>
          <p:nvPr/>
        </p:nvSpPr>
        <p:spPr>
          <a:xfrm>
            <a:off x="18288000" y="5649438"/>
            <a:ext cx="0" cy="6312969"/>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8" name="Rectangle 7">
            <a:extLst>
              <a:ext uri="{FF2B5EF4-FFF2-40B4-BE49-F238E27FC236}">
                <a16:creationId xmlns:a16="http://schemas.microsoft.com/office/drawing/2014/main" id="{C11E8071-6811-0367-56F9-C3CD49C3B478}"/>
              </a:ext>
            </a:extLst>
          </p:cNvPr>
          <p:cNvSpPr>
            <a:spLocks noGrp="1"/>
          </p:cNvSpPr>
          <p:nvPr/>
        </p:nvSpPr>
        <p:spPr>
          <a:xfrm>
            <a:off x="0" y="13075920"/>
            <a:ext cx="24387175" cy="640080"/>
          </a:xfrm>
          <a:prstGeom prst="rect">
            <a:avLst/>
          </a:prstGeom>
          <a:solidFill>
            <a:srgbClr val="F4F4F4"/>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10" name="Footer Placeholder 3">
            <a:extLst>
              <a:ext uri="{FF2B5EF4-FFF2-40B4-BE49-F238E27FC236}">
                <a16:creationId xmlns:a16="http://schemas.microsoft.com/office/drawing/2014/main" id="{75FF8FBD-0F6C-991C-9D0B-BF3B7DEF23A5}"/>
              </a:ext>
            </a:extLst>
          </p:cNvPr>
          <p:cNvSpPr>
            <a:spLocks noGrp="1"/>
          </p:cNvSpPr>
          <p:nvPr>
            <p:ph type="ftr" idx="15"/>
          </p:nvPr>
        </p:nvSpPr>
        <p:spPr>
          <a:xfrm>
            <a:off x="568324" y="13272850"/>
            <a:ext cx="4956176" cy="246221"/>
          </a:xfrm>
        </p:spPr>
        <p:txBody>
          <a:bodyPr/>
          <a:lstStyle>
            <a:lvl1pPr>
              <a:buNone/>
              <a:defRPr>
                <a:solidFill>
                  <a:schemeClr val="tx1"/>
                </a:solidFill>
              </a:defRPr>
            </a:lvl1pPr>
          </a:lstStyle>
          <a:p>
            <a:r>
              <a:t>IBM TechXchange | © 2026 IBM Corporation</a:t>
            </a:r>
          </a:p>
        </p:txBody>
      </p:sp>
      <p:sp>
        <p:nvSpPr>
          <p:cNvPr id="16" name="Slide Number Placeholder 4">
            <a:extLst>
              <a:ext uri="{FF2B5EF4-FFF2-40B4-BE49-F238E27FC236}">
                <a16:creationId xmlns:a16="http://schemas.microsoft.com/office/drawing/2014/main" id="{A2EF5925-61D7-1848-BED9-8D1A66580F48}"/>
              </a:ext>
            </a:extLst>
          </p:cNvPr>
          <p:cNvSpPr>
            <a:spLocks noGrp="1"/>
          </p:cNvSpPr>
          <p:nvPr>
            <p:ph type="sldNum" idx="16"/>
          </p:nvPr>
        </p:nvSpPr>
        <p:spPr>
          <a:xfrm>
            <a:off x="23541592" y="13272850"/>
            <a:ext cx="270908" cy="246221"/>
          </a:xfrm>
        </p:spPr>
        <p:txBody>
          <a:bodyPr/>
          <a:lstStyle>
            <a:lvl1pPr>
              <a:buNone/>
              <a:defRPr>
                <a:solidFill>
                  <a:schemeClr val="tx1"/>
                </a:solidFill>
              </a:defRPr>
            </a:lvl1pPr>
          </a:lstStyle>
          <a:p>
            <a:fld id="{86CB4B4D-7CA3-9044-876B-883B54F8677D}" type="slidenum">
              <a:t>‹#›</a:t>
            </a:fl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1_Title section, 6 items">
    <p:bg>
      <p:bgPr>
        <a:solidFill>
          <a:srgbClr val="F4F4F4"/>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A71C2BF-857E-B291-7D82-5920AF4A5278}"/>
              </a:ext>
            </a:extLst>
          </p:cNvPr>
          <p:cNvSpPr>
            <a:spLocks noGrp="1"/>
          </p:cNvSpPr>
          <p:nvPr>
            <p:ph type="body" idx="11"/>
          </p:nvPr>
        </p:nvSpPr>
        <p:spPr>
          <a:xfrm>
            <a:off x="576072" y="6782093"/>
            <a:ext cx="4949825" cy="5214646"/>
          </a:xfrm>
        </p:spPr>
        <p:txBody>
          <a:bodyPr/>
          <a:lstStyle>
            <a:lvl1pPr>
              <a:spcBef>
                <a:spcPts val="0"/>
              </a:spcBef>
              <a:spcAft>
                <a:spcPts val="1200"/>
              </a:spcAft>
              <a:buNone/>
              <a:defRPr sz="3600">
                <a:solidFill>
                  <a:schemeClr val="tx1"/>
                </a:solidFill>
              </a:defRPr>
            </a:lvl1pPr>
            <a:lvl2pPr marL="256032" indent="-256032">
              <a:spcBef>
                <a:spcPts val="0"/>
              </a:spcBef>
              <a:spcAft>
                <a:spcPts val="1200"/>
              </a:spcAft>
              <a:buNone/>
              <a:defRPr sz="3600">
                <a:solidFill>
                  <a:schemeClr val="tx1"/>
                </a:solidFill>
              </a:defRPr>
            </a:lvl2pPr>
            <a:lvl3pPr marL="512064" indent="-256032">
              <a:spcBef>
                <a:spcPts val="0"/>
              </a:spcBef>
              <a:spcAft>
                <a:spcPts val="1200"/>
              </a:spcAft>
              <a:buNone/>
              <a:defRPr sz="3600">
                <a:solidFill>
                  <a:schemeClr val="tx1"/>
                </a:solidFill>
              </a:defRPr>
            </a:lvl3pPr>
            <a:lvl4pPr marL="768096" indent="-256032">
              <a:spcBef>
                <a:spcPts val="0"/>
              </a:spcBef>
              <a:spcAft>
                <a:spcPts val="1200"/>
              </a:spcAft>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idx="12"/>
          </p:nvPr>
        </p:nvSpPr>
        <p:spPr>
          <a:xfrm>
            <a:off x="6669591" y="6782093"/>
            <a:ext cx="4949825" cy="5214646"/>
          </a:xfrm>
        </p:spPr>
        <p:txBody>
          <a:bodyPr/>
          <a:lstStyle>
            <a:lvl1pPr>
              <a:spcBef>
                <a:spcPts val="0"/>
              </a:spcBef>
              <a:spcAft>
                <a:spcPts val="1200"/>
              </a:spcAft>
              <a:buNone/>
              <a:defRPr sz="3600">
                <a:solidFill>
                  <a:schemeClr val="tx1"/>
                </a:solidFill>
              </a:defRPr>
            </a:lvl1pPr>
            <a:lvl2pPr marL="256032" indent="-256032">
              <a:spcBef>
                <a:spcPts val="0"/>
              </a:spcBef>
              <a:spcAft>
                <a:spcPts val="1200"/>
              </a:spcAft>
              <a:buNone/>
              <a:defRPr sz="3600">
                <a:solidFill>
                  <a:schemeClr val="tx1"/>
                </a:solidFill>
              </a:defRPr>
            </a:lvl2pPr>
            <a:lvl3pPr marL="512064" indent="-256032">
              <a:spcBef>
                <a:spcPts val="0"/>
              </a:spcBef>
              <a:spcAft>
                <a:spcPts val="1200"/>
              </a:spcAft>
              <a:buNone/>
              <a:defRPr sz="3600">
                <a:solidFill>
                  <a:schemeClr val="tx1"/>
                </a:solidFill>
              </a:defRPr>
            </a:lvl3pPr>
            <a:lvl4pPr marL="768096" indent="-256032">
              <a:spcBef>
                <a:spcPts val="0"/>
              </a:spcBef>
              <a:spcAft>
                <a:spcPts val="1200"/>
              </a:spcAft>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idx="13"/>
          </p:nvPr>
        </p:nvSpPr>
        <p:spPr>
          <a:xfrm>
            <a:off x="12767760" y="6782093"/>
            <a:ext cx="4949825" cy="5214646"/>
          </a:xfrm>
        </p:spPr>
        <p:txBody>
          <a:bodyPr/>
          <a:lstStyle>
            <a:lvl1pPr>
              <a:spcBef>
                <a:spcPts val="0"/>
              </a:spcBef>
              <a:spcAft>
                <a:spcPts val="1200"/>
              </a:spcAft>
              <a:buNone/>
              <a:defRPr sz="3600">
                <a:solidFill>
                  <a:schemeClr val="tx1"/>
                </a:solidFill>
              </a:defRPr>
            </a:lvl1pPr>
            <a:lvl2pPr marL="256032" indent="-256032">
              <a:spcBef>
                <a:spcPts val="0"/>
              </a:spcBef>
              <a:spcAft>
                <a:spcPts val="1200"/>
              </a:spcAft>
              <a:buNone/>
              <a:defRPr sz="3600">
                <a:solidFill>
                  <a:schemeClr val="tx1"/>
                </a:solidFill>
              </a:defRPr>
            </a:lvl2pPr>
            <a:lvl3pPr marL="512064" indent="-256032">
              <a:spcBef>
                <a:spcPts val="0"/>
              </a:spcBef>
              <a:spcAft>
                <a:spcPts val="1200"/>
              </a:spcAft>
              <a:buNone/>
              <a:defRPr sz="3600">
                <a:solidFill>
                  <a:schemeClr val="tx1"/>
                </a:solidFill>
              </a:defRPr>
            </a:lvl3pPr>
            <a:lvl4pPr marL="768096" indent="-256032">
              <a:spcBef>
                <a:spcPts val="0"/>
              </a:spcBef>
              <a:spcAft>
                <a:spcPts val="1200"/>
              </a:spcAft>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idx="14"/>
          </p:nvPr>
        </p:nvSpPr>
        <p:spPr>
          <a:xfrm>
            <a:off x="18859500" y="6782093"/>
            <a:ext cx="4949825" cy="5214646"/>
          </a:xfrm>
        </p:spPr>
        <p:txBody>
          <a:bodyPr/>
          <a:lstStyle>
            <a:lvl1pPr>
              <a:spcBef>
                <a:spcPts val="0"/>
              </a:spcBef>
              <a:spcAft>
                <a:spcPts val="1200"/>
              </a:spcAft>
              <a:buNone/>
              <a:defRPr sz="3600">
                <a:solidFill>
                  <a:schemeClr val="tx1"/>
                </a:solidFill>
              </a:defRPr>
            </a:lvl1pPr>
            <a:lvl2pPr marL="256032" indent="-256032">
              <a:spcBef>
                <a:spcPts val="0"/>
              </a:spcBef>
              <a:spcAft>
                <a:spcPts val="1200"/>
              </a:spcAft>
              <a:buNone/>
              <a:defRPr sz="3600">
                <a:solidFill>
                  <a:schemeClr val="tx1"/>
                </a:solidFill>
              </a:defRPr>
            </a:lvl2pPr>
            <a:lvl3pPr marL="512064" indent="-256032">
              <a:spcBef>
                <a:spcPts val="0"/>
              </a:spcBef>
              <a:spcAft>
                <a:spcPts val="1200"/>
              </a:spcAft>
              <a:buNone/>
              <a:defRPr sz="3600">
                <a:solidFill>
                  <a:schemeClr val="tx1"/>
                </a:solidFill>
              </a:defRPr>
            </a:lvl3pPr>
            <a:lvl4pPr marL="768096" indent="-256032">
              <a:spcBef>
                <a:spcPts val="0"/>
              </a:spcBef>
              <a:spcAft>
                <a:spcPts val="1200"/>
              </a:spcAft>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9" name="Straight Connector 8">
            <a:extLst>
              <a:ext uri="{FF2B5EF4-FFF2-40B4-BE49-F238E27FC236}">
                <a16:creationId xmlns:a16="http://schemas.microsoft.com/office/drawing/2014/main" id="{3E8DAC25-DE9F-4A1C-8A2E-45D061209C35}"/>
              </a:ext>
            </a:extLst>
          </p:cNvPr>
          <p:cNvSpPr>
            <a:spLocks noGrp="1"/>
          </p:cNvSpPr>
          <p:nvPr/>
        </p:nvSpPr>
        <p:spPr>
          <a:xfrm>
            <a:off x="12763500" y="6259221"/>
            <a:ext cx="11049000" cy="0"/>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16" name="Straight Connector 15">
            <a:extLst>
              <a:ext uri="{FF2B5EF4-FFF2-40B4-BE49-F238E27FC236}">
                <a16:creationId xmlns:a16="http://schemas.microsoft.com/office/drawing/2014/main" id="{667D5359-7EC3-4405-B46D-53FEC54741EC}"/>
              </a:ext>
            </a:extLst>
          </p:cNvPr>
          <p:cNvSpPr>
            <a:spLocks noGrp="1"/>
          </p:cNvSpPr>
          <p:nvPr/>
        </p:nvSpPr>
        <p:spPr>
          <a:xfrm>
            <a:off x="18288000" y="577850"/>
            <a:ext cx="0" cy="11362743"/>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7" name="Text Placeholder 10">
            <a:extLst>
              <a:ext uri="{FF2B5EF4-FFF2-40B4-BE49-F238E27FC236}">
                <a16:creationId xmlns:a16="http://schemas.microsoft.com/office/drawing/2014/main" id="{8222ABE6-8E24-BB5A-724A-A3BF328EA66B}"/>
              </a:ext>
            </a:extLst>
          </p:cNvPr>
          <p:cNvSpPr>
            <a:spLocks noGrp="1"/>
          </p:cNvSpPr>
          <p:nvPr>
            <p:ph type="body" idx="16"/>
          </p:nvPr>
        </p:nvSpPr>
        <p:spPr>
          <a:xfrm>
            <a:off x="12767760" y="490203"/>
            <a:ext cx="4949825" cy="5214646"/>
          </a:xfrm>
        </p:spPr>
        <p:txBody>
          <a:bodyPr/>
          <a:lstStyle>
            <a:lvl1pPr>
              <a:spcBef>
                <a:spcPts val="0"/>
              </a:spcBef>
              <a:spcAft>
                <a:spcPts val="1200"/>
              </a:spcAft>
              <a:buNone/>
              <a:defRPr sz="3600">
                <a:solidFill>
                  <a:schemeClr val="tx1"/>
                </a:solidFill>
              </a:defRPr>
            </a:lvl1pPr>
            <a:lvl2pPr marL="256032" indent="-256032">
              <a:spcBef>
                <a:spcPts val="0"/>
              </a:spcBef>
              <a:spcAft>
                <a:spcPts val="1200"/>
              </a:spcAft>
              <a:buNone/>
              <a:defRPr sz="3600">
                <a:solidFill>
                  <a:schemeClr val="tx1"/>
                </a:solidFill>
              </a:defRPr>
            </a:lvl2pPr>
            <a:lvl3pPr marL="512064" indent="-256032">
              <a:spcBef>
                <a:spcPts val="0"/>
              </a:spcBef>
              <a:spcAft>
                <a:spcPts val="1200"/>
              </a:spcAft>
              <a:buNone/>
              <a:defRPr sz="3600">
                <a:solidFill>
                  <a:schemeClr val="tx1"/>
                </a:solidFill>
              </a:defRPr>
            </a:lvl3pPr>
            <a:lvl4pPr marL="768096" indent="-256032">
              <a:spcBef>
                <a:spcPts val="0"/>
              </a:spcBef>
              <a:spcAft>
                <a:spcPts val="1200"/>
              </a:spcAft>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8" name="Text Placeholder 10">
            <a:extLst>
              <a:ext uri="{FF2B5EF4-FFF2-40B4-BE49-F238E27FC236}">
                <a16:creationId xmlns:a16="http://schemas.microsoft.com/office/drawing/2014/main" id="{49562605-98F6-4E5B-023A-C45650DB486B}"/>
              </a:ext>
            </a:extLst>
          </p:cNvPr>
          <p:cNvSpPr>
            <a:spLocks noGrp="1"/>
          </p:cNvSpPr>
          <p:nvPr>
            <p:ph type="body" idx="17"/>
          </p:nvPr>
        </p:nvSpPr>
        <p:spPr>
          <a:xfrm>
            <a:off x="18859500" y="490203"/>
            <a:ext cx="4949825" cy="5214646"/>
          </a:xfrm>
        </p:spPr>
        <p:txBody>
          <a:bodyPr/>
          <a:lstStyle>
            <a:lvl1pPr>
              <a:spcBef>
                <a:spcPts val="0"/>
              </a:spcBef>
              <a:spcAft>
                <a:spcPts val="1200"/>
              </a:spcAft>
              <a:buNone/>
              <a:defRPr sz="3600">
                <a:solidFill>
                  <a:schemeClr val="tx1"/>
                </a:solidFill>
              </a:defRPr>
            </a:lvl1pPr>
            <a:lvl2pPr marL="256032" indent="-256032">
              <a:spcBef>
                <a:spcPts val="0"/>
              </a:spcBef>
              <a:spcAft>
                <a:spcPts val="1200"/>
              </a:spcAft>
              <a:buNone/>
              <a:defRPr sz="3600">
                <a:solidFill>
                  <a:schemeClr val="tx1"/>
                </a:solidFill>
              </a:defRPr>
            </a:lvl2pPr>
            <a:lvl3pPr marL="512064" indent="-256032">
              <a:spcBef>
                <a:spcPts val="0"/>
              </a:spcBef>
              <a:spcAft>
                <a:spcPts val="1200"/>
              </a:spcAft>
              <a:buNone/>
              <a:defRPr sz="3600">
                <a:solidFill>
                  <a:schemeClr val="tx1"/>
                </a:solidFill>
              </a:defRPr>
            </a:lvl3pPr>
            <a:lvl4pPr marL="768096" indent="-256032">
              <a:spcBef>
                <a:spcPts val="0"/>
              </a:spcBef>
              <a:spcAft>
                <a:spcPts val="1200"/>
              </a:spcAft>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7" name="Title 1">
            <a:extLst>
              <a:ext uri="{FF2B5EF4-FFF2-40B4-BE49-F238E27FC236}">
                <a16:creationId xmlns:a16="http://schemas.microsoft.com/office/drawing/2014/main" id="{5C433850-C77D-7722-6C93-E8FC8E47DCA9}"/>
              </a:ext>
            </a:extLst>
          </p:cNvPr>
          <p:cNvSpPr>
            <a:spLocks noGrp="1"/>
          </p:cNvSpPr>
          <p:nvPr>
            <p:ph type="title"/>
          </p:nvPr>
        </p:nvSpPr>
        <p:spPr>
          <a:xfrm>
            <a:off x="537972" y="396575"/>
            <a:ext cx="11050589" cy="3032426"/>
          </a:xfrm>
        </p:spPr>
        <p:txBody>
          <a:bodyPr rIns="457200"/>
          <a:lstStyle>
            <a:lvl1pPr>
              <a:lnSpc>
                <a:spcPct val="100000"/>
              </a:lnSpc>
              <a:buNone/>
              <a:defRPr>
                <a:solidFill>
                  <a:schemeClr val="tx1"/>
                </a:solidFill>
              </a:defRPr>
            </a:lvl1pPr>
          </a:lstStyle>
          <a:p>
            <a:r>
              <a:t>Click to edit Master title style</a:t>
            </a:r>
          </a:p>
        </p:txBody>
      </p:sp>
      <p:sp>
        <p:nvSpPr>
          <p:cNvPr id="3" name="Straight Connector 2">
            <a:extLst>
              <a:ext uri="{FF2B5EF4-FFF2-40B4-BE49-F238E27FC236}">
                <a16:creationId xmlns:a16="http://schemas.microsoft.com/office/drawing/2014/main" id="{1948D8BB-6746-4FD0-84AB-2CEDC926826A}"/>
              </a:ext>
            </a:extLst>
          </p:cNvPr>
          <p:cNvSpPr>
            <a:spLocks noGrp="1"/>
          </p:cNvSpPr>
          <p:nvPr/>
        </p:nvSpPr>
        <p:spPr>
          <a:xfrm>
            <a:off x="6096000" y="6858000"/>
            <a:ext cx="0" cy="5111452"/>
          </a:xfrm>
          <a:prstGeom prst="line">
            <a:avLst/>
          </a:prstGeom>
          <a:ln w="19050">
            <a:solidFill>
              <a:srgbClr val="8D8D8D"/>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4" name="Straight Connector 3">
            <a:extLst>
              <a:ext uri="{FF2B5EF4-FFF2-40B4-BE49-F238E27FC236}">
                <a16:creationId xmlns:a16="http://schemas.microsoft.com/office/drawing/2014/main" id="{B14751ED-FDC3-486E-9614-690B0D41EFB3}"/>
              </a:ext>
            </a:extLst>
          </p:cNvPr>
          <p:cNvSpPr>
            <a:spLocks noGrp="1"/>
          </p:cNvSpPr>
          <p:nvPr/>
        </p:nvSpPr>
        <p:spPr>
          <a:xfrm>
            <a:off x="12188952" y="6860654"/>
            <a:ext cx="0" cy="5129026"/>
          </a:xfrm>
          <a:prstGeom prst="line">
            <a:avLst/>
          </a:prstGeom>
          <a:ln w="19050">
            <a:solidFill>
              <a:srgbClr val="8D8D8D"/>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6" name="Rectangle 5">
            <a:extLst>
              <a:ext uri="{FF2B5EF4-FFF2-40B4-BE49-F238E27FC236}">
                <a16:creationId xmlns:a16="http://schemas.microsoft.com/office/drawing/2014/main" id="{7007A0CA-D0FF-B62E-1CA2-10BF0A6CD89F}"/>
              </a:ext>
            </a:extLst>
          </p:cNvPr>
          <p:cNvSpPr>
            <a:spLocks noGrp="1"/>
          </p:cNvSpPr>
          <p:nvPr/>
        </p:nvSpPr>
        <p:spPr>
          <a:xfrm>
            <a:off x="0" y="13075920"/>
            <a:ext cx="24387175" cy="640080"/>
          </a:xfrm>
          <a:prstGeom prst="rect">
            <a:avLst/>
          </a:prstGeom>
          <a:solidFill>
            <a:srgbClr val="F4F4F4"/>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10" name="Footer Placeholder 3">
            <a:extLst>
              <a:ext uri="{FF2B5EF4-FFF2-40B4-BE49-F238E27FC236}">
                <a16:creationId xmlns:a16="http://schemas.microsoft.com/office/drawing/2014/main" id="{CBAB75BF-F8DE-6830-87D0-4B3571B43AEC}"/>
              </a:ext>
            </a:extLst>
          </p:cNvPr>
          <p:cNvSpPr>
            <a:spLocks noGrp="1"/>
          </p:cNvSpPr>
          <p:nvPr>
            <p:ph type="ftr" idx="18"/>
          </p:nvPr>
        </p:nvSpPr>
        <p:spPr>
          <a:xfrm>
            <a:off x="568324" y="13272850"/>
            <a:ext cx="4956176" cy="246221"/>
          </a:xfrm>
        </p:spPr>
        <p:txBody>
          <a:bodyPr/>
          <a:lstStyle>
            <a:lvl1pPr>
              <a:buNone/>
              <a:defRPr>
                <a:solidFill>
                  <a:schemeClr val="tx1"/>
                </a:solidFill>
              </a:defRPr>
            </a:lvl1pPr>
          </a:lstStyle>
          <a:p>
            <a:r>
              <a:t>IBM TechXchange | © 2026 IBM Corporation</a:t>
            </a:r>
          </a:p>
        </p:txBody>
      </p:sp>
      <p:sp>
        <p:nvSpPr>
          <p:cNvPr id="15" name="Slide Number Placeholder 4">
            <a:extLst>
              <a:ext uri="{FF2B5EF4-FFF2-40B4-BE49-F238E27FC236}">
                <a16:creationId xmlns:a16="http://schemas.microsoft.com/office/drawing/2014/main" id="{225DC29A-7684-739D-6B59-FC56987548D8}"/>
              </a:ext>
            </a:extLst>
          </p:cNvPr>
          <p:cNvSpPr>
            <a:spLocks noGrp="1"/>
          </p:cNvSpPr>
          <p:nvPr>
            <p:ph type="sldNum" idx="19"/>
          </p:nvPr>
        </p:nvSpPr>
        <p:spPr>
          <a:xfrm>
            <a:off x="23541592" y="13272850"/>
            <a:ext cx="270908" cy="246221"/>
          </a:xfrm>
        </p:spPr>
        <p:txBody>
          <a:bodyPr/>
          <a:lstStyle>
            <a:lvl1pPr>
              <a:buNone/>
              <a:defRPr>
                <a:solidFill>
                  <a:schemeClr val="tx1"/>
                </a:solidFill>
              </a:defRPr>
            </a:lvl1pPr>
          </a:lstStyle>
          <a:p>
            <a:fld id="{86CB4B4D-7CA3-9044-876B-883B54F8677D}" type="slidenum">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1_Title, pictograms, 6 items">
    <p:bg>
      <p:bgPr>
        <a:solidFill>
          <a:srgbClr val="F4F4F4"/>
        </a:solidFill>
        <a:effectLst/>
      </p:bgPr>
    </p:bg>
    <p:spTree>
      <p:nvGrpSpPr>
        <p:cNvPr id="1" name=""/>
        <p:cNvGrpSpPr/>
        <p:nvPr/>
      </p:nvGrpSpPr>
      <p:grpSpPr>
        <a:xfrm>
          <a:off x="0" y="0"/>
          <a:ext cx="0" cy="0"/>
          <a:chOff x="0" y="0"/>
          <a:chExt cx="0" cy="0"/>
        </a:xfrm>
      </p:grpSpPr>
      <p:sp>
        <p:nvSpPr>
          <p:cNvPr id="7" name="Straight Connector 6">
            <a:extLst>
              <a:ext uri="{FF2B5EF4-FFF2-40B4-BE49-F238E27FC236}">
                <a16:creationId xmlns:a16="http://schemas.microsoft.com/office/drawing/2014/main" id="{0EFBA825-39EC-46D6-91AE-EE65B9A31DD9}"/>
              </a:ext>
            </a:extLst>
          </p:cNvPr>
          <p:cNvSpPr>
            <a:spLocks noGrp="1"/>
          </p:cNvSpPr>
          <p:nvPr/>
        </p:nvSpPr>
        <p:spPr>
          <a:xfrm>
            <a:off x="568325" y="6286716"/>
            <a:ext cx="23244175" cy="0"/>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8" name="Straight Connector 7">
            <a:extLst>
              <a:ext uri="{FF2B5EF4-FFF2-40B4-BE49-F238E27FC236}">
                <a16:creationId xmlns:a16="http://schemas.microsoft.com/office/drawing/2014/main" id="{96E54860-BD36-4D03-8D4D-6519EDFA61C3}"/>
              </a:ext>
            </a:extLst>
          </p:cNvPr>
          <p:cNvSpPr>
            <a:spLocks noGrp="1"/>
          </p:cNvSpPr>
          <p:nvPr/>
        </p:nvSpPr>
        <p:spPr>
          <a:xfrm>
            <a:off x="6096000" y="6286716"/>
            <a:ext cx="0" cy="5679732"/>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11" name="Straight Connector 10">
            <a:extLst>
              <a:ext uri="{FF2B5EF4-FFF2-40B4-BE49-F238E27FC236}">
                <a16:creationId xmlns:a16="http://schemas.microsoft.com/office/drawing/2014/main" id="{2CC1592F-F715-4BF7-927B-02603B901ADC}"/>
              </a:ext>
            </a:extLst>
          </p:cNvPr>
          <p:cNvSpPr>
            <a:spLocks noGrp="1"/>
          </p:cNvSpPr>
          <p:nvPr/>
        </p:nvSpPr>
        <p:spPr>
          <a:xfrm>
            <a:off x="12188952" y="583752"/>
            <a:ext cx="0" cy="11405928"/>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12" name="Straight Connector 11">
            <a:extLst>
              <a:ext uri="{FF2B5EF4-FFF2-40B4-BE49-F238E27FC236}">
                <a16:creationId xmlns:a16="http://schemas.microsoft.com/office/drawing/2014/main" id="{624DA1B4-96F9-4FEE-88BA-1D3E90B2F66B}"/>
              </a:ext>
            </a:extLst>
          </p:cNvPr>
          <p:cNvSpPr>
            <a:spLocks noGrp="1"/>
          </p:cNvSpPr>
          <p:nvPr/>
        </p:nvSpPr>
        <p:spPr>
          <a:xfrm>
            <a:off x="18288000" y="577850"/>
            <a:ext cx="0" cy="11362743"/>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17" name="Title 1">
            <a:extLst>
              <a:ext uri="{FF2B5EF4-FFF2-40B4-BE49-F238E27FC236}">
                <a16:creationId xmlns:a16="http://schemas.microsoft.com/office/drawing/2014/main" id="{5C433850-C77D-7722-6C93-E8FC8E47DCA9}"/>
              </a:ext>
            </a:extLst>
          </p:cNvPr>
          <p:cNvSpPr>
            <a:spLocks noGrp="1"/>
          </p:cNvSpPr>
          <p:nvPr>
            <p:ph type="title"/>
          </p:nvPr>
        </p:nvSpPr>
        <p:spPr>
          <a:xfrm>
            <a:off x="537972" y="396575"/>
            <a:ext cx="11050589" cy="3032426"/>
          </a:xfrm>
        </p:spPr>
        <p:txBody>
          <a:bodyPr rIns="457200"/>
          <a:lstStyle>
            <a:lvl1pPr>
              <a:lnSpc>
                <a:spcPct val="100000"/>
              </a:lnSpc>
              <a:buNone/>
              <a:defRPr>
                <a:solidFill>
                  <a:schemeClr val="tx1"/>
                </a:solidFill>
              </a:defRPr>
            </a:lvl1pPr>
          </a:lstStyle>
          <a:p>
            <a:r>
              <a:t>Click to edit Master title style</a:t>
            </a:r>
          </a:p>
        </p:txBody>
      </p:sp>
      <p:sp>
        <p:nvSpPr>
          <p:cNvPr id="10" name="Text Placeholder 4">
            <a:extLst>
              <a:ext uri="{FF2B5EF4-FFF2-40B4-BE49-F238E27FC236}">
                <a16:creationId xmlns:a16="http://schemas.microsoft.com/office/drawing/2014/main" id="{6988CA66-514D-2E7F-1BD4-92DF3C0CAC62}"/>
              </a:ext>
            </a:extLst>
          </p:cNvPr>
          <p:cNvSpPr>
            <a:spLocks noGrp="1"/>
          </p:cNvSpPr>
          <p:nvPr>
            <p:ph type="body" idx="11"/>
          </p:nvPr>
        </p:nvSpPr>
        <p:spPr>
          <a:xfrm>
            <a:off x="12737911" y="2478023"/>
            <a:ext cx="4952999" cy="3252745"/>
          </a:xfrm>
        </p:spPr>
        <p:txBody>
          <a:bodyPr/>
          <a:lstStyle>
            <a:lvl1pPr>
              <a:lnSpc>
                <a:spcPct val="110000"/>
              </a:lnSpc>
              <a:spcBef>
                <a:spcPts val="0"/>
              </a:spcBef>
              <a:buNone/>
              <a:defRPr sz="3600">
                <a:solidFill>
                  <a:schemeClr val="tx1"/>
                </a:solidFill>
              </a:defRPr>
            </a:lvl1pPr>
            <a:lvl2pPr marL="402336" indent="-402336">
              <a:lnSpc>
                <a:spcPct val="110000"/>
              </a:lnSpc>
              <a:spcBef>
                <a:spcPts val="0"/>
              </a:spcBef>
              <a:buNone/>
              <a:defRPr sz="3600">
                <a:solidFill>
                  <a:schemeClr val="tx1"/>
                </a:solidFill>
              </a:defRPr>
            </a:lvl2pPr>
            <a:lvl3pPr marL="804672" indent="-402336">
              <a:lnSpc>
                <a:spcPct val="110000"/>
              </a:lnSpc>
              <a:spcBef>
                <a:spcPts val="0"/>
              </a:spcBef>
              <a:buNone/>
              <a:defRPr sz="3600">
                <a:solidFill>
                  <a:schemeClr val="tx1"/>
                </a:solidFill>
              </a:defRPr>
            </a:lvl3pPr>
            <a:lvl4pPr marL="1115568" indent="-402336">
              <a:lnSpc>
                <a:spcPct val="110000"/>
              </a:lnSpc>
              <a:spcBef>
                <a:spcPts val="0"/>
              </a:spcBef>
              <a:buNone/>
              <a:defRPr sz="3600">
                <a:solidFill>
                  <a:schemeClr val="tx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5" name="Picture Placeholder 12">
            <a:extLst>
              <a:ext uri="{FF2B5EF4-FFF2-40B4-BE49-F238E27FC236}">
                <a16:creationId xmlns:a16="http://schemas.microsoft.com/office/drawing/2014/main" id="{E70D622C-89B3-2863-7C99-3085C9A592A4}"/>
              </a:ext>
            </a:extLst>
          </p:cNvPr>
          <p:cNvSpPr>
            <a:spLocks noGrp="1"/>
          </p:cNvSpPr>
          <p:nvPr>
            <p:ph type="pic" idx="15" hasCustomPrompt="1"/>
          </p:nvPr>
        </p:nvSpPr>
        <p:spPr>
          <a:xfrm>
            <a:off x="12737911" y="576072"/>
            <a:ext cx="1216152" cy="1216152"/>
          </a:xfrm>
        </p:spPr>
        <p:txBody>
          <a:bodyPr anchor="ctr"/>
          <a:lstStyle>
            <a:lvl1pPr algn="ctr">
              <a:buNone/>
              <a:defRPr sz="1600"/>
            </a:lvl1pPr>
          </a:lstStyle>
          <a:p>
            <a:r>
              <a:t>Pictogram</a:t>
            </a:r>
          </a:p>
        </p:txBody>
      </p:sp>
      <p:sp>
        <p:nvSpPr>
          <p:cNvPr id="18" name="Text Placeholder 4">
            <a:extLst>
              <a:ext uri="{FF2B5EF4-FFF2-40B4-BE49-F238E27FC236}">
                <a16:creationId xmlns:a16="http://schemas.microsoft.com/office/drawing/2014/main" id="{4AEA1519-7C3A-C0B5-EC85-1F164DCBB1EE}"/>
              </a:ext>
            </a:extLst>
          </p:cNvPr>
          <p:cNvSpPr>
            <a:spLocks noGrp="1"/>
          </p:cNvSpPr>
          <p:nvPr>
            <p:ph type="body" idx="22"/>
          </p:nvPr>
        </p:nvSpPr>
        <p:spPr>
          <a:xfrm>
            <a:off x="18851564" y="2478023"/>
            <a:ext cx="4952999" cy="3252745"/>
          </a:xfrm>
        </p:spPr>
        <p:txBody>
          <a:bodyPr/>
          <a:lstStyle>
            <a:lvl1pPr>
              <a:lnSpc>
                <a:spcPct val="110000"/>
              </a:lnSpc>
              <a:spcBef>
                <a:spcPts val="0"/>
              </a:spcBef>
              <a:buNone/>
              <a:defRPr sz="3600">
                <a:solidFill>
                  <a:schemeClr val="tx1"/>
                </a:solidFill>
              </a:defRPr>
            </a:lvl1pPr>
            <a:lvl2pPr marL="402336" indent="-402336">
              <a:lnSpc>
                <a:spcPct val="110000"/>
              </a:lnSpc>
              <a:spcBef>
                <a:spcPts val="0"/>
              </a:spcBef>
              <a:buNone/>
              <a:defRPr sz="3600">
                <a:solidFill>
                  <a:schemeClr val="tx1"/>
                </a:solidFill>
              </a:defRPr>
            </a:lvl2pPr>
            <a:lvl3pPr marL="804672" indent="-402336">
              <a:lnSpc>
                <a:spcPct val="110000"/>
              </a:lnSpc>
              <a:spcBef>
                <a:spcPts val="0"/>
              </a:spcBef>
              <a:buNone/>
              <a:defRPr sz="3600">
                <a:solidFill>
                  <a:schemeClr val="tx1"/>
                </a:solidFill>
              </a:defRPr>
            </a:lvl3pPr>
            <a:lvl4pPr marL="1115568" indent="-402336">
              <a:lnSpc>
                <a:spcPct val="110000"/>
              </a:lnSpc>
              <a:spcBef>
                <a:spcPts val="0"/>
              </a:spcBef>
              <a:buNone/>
              <a:defRPr sz="3600">
                <a:solidFill>
                  <a:schemeClr val="tx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9" name="Picture Placeholder 12">
            <a:extLst>
              <a:ext uri="{FF2B5EF4-FFF2-40B4-BE49-F238E27FC236}">
                <a16:creationId xmlns:a16="http://schemas.microsoft.com/office/drawing/2014/main" id="{FD1B8CC3-58FD-8DCD-BDD6-E62A5D5DBC23}"/>
              </a:ext>
            </a:extLst>
          </p:cNvPr>
          <p:cNvSpPr>
            <a:spLocks noGrp="1"/>
          </p:cNvSpPr>
          <p:nvPr>
            <p:ph type="pic" idx="23" hasCustomPrompt="1"/>
          </p:nvPr>
        </p:nvSpPr>
        <p:spPr>
          <a:xfrm>
            <a:off x="18851564" y="576072"/>
            <a:ext cx="1216152" cy="1216152"/>
          </a:xfrm>
        </p:spPr>
        <p:txBody>
          <a:bodyPr anchor="ctr"/>
          <a:lstStyle>
            <a:lvl1pPr algn="ctr">
              <a:buNone/>
              <a:defRPr sz="1600"/>
            </a:lvl1pPr>
          </a:lstStyle>
          <a:p>
            <a:r>
              <a:t>Pictogram</a:t>
            </a:r>
          </a:p>
        </p:txBody>
      </p:sp>
      <p:sp>
        <p:nvSpPr>
          <p:cNvPr id="20" name="Text Placeholder 4">
            <a:extLst>
              <a:ext uri="{FF2B5EF4-FFF2-40B4-BE49-F238E27FC236}">
                <a16:creationId xmlns:a16="http://schemas.microsoft.com/office/drawing/2014/main" id="{9BE2A62D-EE41-8456-8F8E-593D0972F7DA}"/>
              </a:ext>
            </a:extLst>
          </p:cNvPr>
          <p:cNvSpPr>
            <a:spLocks noGrp="1"/>
          </p:cNvSpPr>
          <p:nvPr>
            <p:ph type="body" idx="24"/>
          </p:nvPr>
        </p:nvSpPr>
        <p:spPr>
          <a:xfrm>
            <a:off x="12737911" y="8687859"/>
            <a:ext cx="4952999" cy="3252745"/>
          </a:xfrm>
        </p:spPr>
        <p:txBody>
          <a:bodyPr/>
          <a:lstStyle>
            <a:lvl1pPr>
              <a:lnSpc>
                <a:spcPct val="110000"/>
              </a:lnSpc>
              <a:spcBef>
                <a:spcPts val="0"/>
              </a:spcBef>
              <a:buNone/>
              <a:defRPr sz="3600">
                <a:solidFill>
                  <a:schemeClr val="tx1"/>
                </a:solidFill>
              </a:defRPr>
            </a:lvl1pPr>
            <a:lvl2pPr marL="402336" indent="-402336">
              <a:lnSpc>
                <a:spcPct val="110000"/>
              </a:lnSpc>
              <a:spcBef>
                <a:spcPts val="0"/>
              </a:spcBef>
              <a:buNone/>
              <a:defRPr sz="3600">
                <a:solidFill>
                  <a:schemeClr val="tx1"/>
                </a:solidFill>
              </a:defRPr>
            </a:lvl2pPr>
            <a:lvl3pPr marL="804672" indent="-402336">
              <a:lnSpc>
                <a:spcPct val="110000"/>
              </a:lnSpc>
              <a:spcBef>
                <a:spcPts val="0"/>
              </a:spcBef>
              <a:buNone/>
              <a:defRPr sz="3600">
                <a:solidFill>
                  <a:schemeClr val="tx1"/>
                </a:solidFill>
              </a:defRPr>
            </a:lvl3pPr>
            <a:lvl4pPr marL="1115568" indent="-402336">
              <a:lnSpc>
                <a:spcPct val="110000"/>
              </a:lnSpc>
              <a:spcBef>
                <a:spcPts val="0"/>
              </a:spcBef>
              <a:buNone/>
              <a:defRPr sz="3600">
                <a:solidFill>
                  <a:schemeClr val="tx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21" name="Picture Placeholder 12">
            <a:extLst>
              <a:ext uri="{FF2B5EF4-FFF2-40B4-BE49-F238E27FC236}">
                <a16:creationId xmlns:a16="http://schemas.microsoft.com/office/drawing/2014/main" id="{7D430C99-4D84-A798-4D9F-8E20E26817D9}"/>
              </a:ext>
            </a:extLst>
          </p:cNvPr>
          <p:cNvSpPr>
            <a:spLocks noGrp="1"/>
          </p:cNvSpPr>
          <p:nvPr>
            <p:ph type="pic" idx="25" hasCustomPrompt="1"/>
          </p:nvPr>
        </p:nvSpPr>
        <p:spPr>
          <a:xfrm>
            <a:off x="12737911" y="6785908"/>
            <a:ext cx="1216152" cy="1216152"/>
          </a:xfrm>
        </p:spPr>
        <p:txBody>
          <a:bodyPr anchor="ctr"/>
          <a:lstStyle>
            <a:lvl1pPr algn="ctr">
              <a:buNone/>
              <a:defRPr sz="1600"/>
            </a:lvl1pPr>
          </a:lstStyle>
          <a:p>
            <a:r>
              <a:t>Pictogram</a:t>
            </a:r>
          </a:p>
        </p:txBody>
      </p:sp>
      <p:sp>
        <p:nvSpPr>
          <p:cNvPr id="22" name="Text Placeholder 4">
            <a:extLst>
              <a:ext uri="{FF2B5EF4-FFF2-40B4-BE49-F238E27FC236}">
                <a16:creationId xmlns:a16="http://schemas.microsoft.com/office/drawing/2014/main" id="{3E91CAE2-40F2-60D7-69AC-2C6398FA4110}"/>
              </a:ext>
            </a:extLst>
          </p:cNvPr>
          <p:cNvSpPr>
            <a:spLocks noGrp="1"/>
          </p:cNvSpPr>
          <p:nvPr>
            <p:ph type="body" idx="26"/>
          </p:nvPr>
        </p:nvSpPr>
        <p:spPr>
          <a:xfrm>
            <a:off x="18851564" y="8687859"/>
            <a:ext cx="4952999" cy="3252745"/>
          </a:xfrm>
        </p:spPr>
        <p:txBody>
          <a:bodyPr/>
          <a:lstStyle>
            <a:lvl1pPr>
              <a:lnSpc>
                <a:spcPct val="110000"/>
              </a:lnSpc>
              <a:spcBef>
                <a:spcPts val="0"/>
              </a:spcBef>
              <a:buNone/>
              <a:defRPr sz="3600">
                <a:solidFill>
                  <a:schemeClr val="tx1"/>
                </a:solidFill>
              </a:defRPr>
            </a:lvl1pPr>
            <a:lvl2pPr marL="402336" indent="-402336">
              <a:lnSpc>
                <a:spcPct val="110000"/>
              </a:lnSpc>
              <a:spcBef>
                <a:spcPts val="0"/>
              </a:spcBef>
              <a:buNone/>
              <a:defRPr sz="3600">
                <a:solidFill>
                  <a:schemeClr val="tx1"/>
                </a:solidFill>
              </a:defRPr>
            </a:lvl2pPr>
            <a:lvl3pPr marL="804672" indent="-402336">
              <a:lnSpc>
                <a:spcPct val="110000"/>
              </a:lnSpc>
              <a:spcBef>
                <a:spcPts val="0"/>
              </a:spcBef>
              <a:buNone/>
              <a:defRPr sz="3600">
                <a:solidFill>
                  <a:schemeClr val="tx1"/>
                </a:solidFill>
              </a:defRPr>
            </a:lvl3pPr>
            <a:lvl4pPr marL="1115568" indent="-402336">
              <a:lnSpc>
                <a:spcPct val="110000"/>
              </a:lnSpc>
              <a:spcBef>
                <a:spcPts val="0"/>
              </a:spcBef>
              <a:buNone/>
              <a:defRPr sz="3600">
                <a:solidFill>
                  <a:schemeClr val="tx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23" name="Picture Placeholder 12">
            <a:extLst>
              <a:ext uri="{FF2B5EF4-FFF2-40B4-BE49-F238E27FC236}">
                <a16:creationId xmlns:a16="http://schemas.microsoft.com/office/drawing/2014/main" id="{E40EAA70-7D31-B59B-88DC-CBFA9E01AE99}"/>
              </a:ext>
            </a:extLst>
          </p:cNvPr>
          <p:cNvSpPr>
            <a:spLocks noGrp="1"/>
          </p:cNvSpPr>
          <p:nvPr>
            <p:ph type="pic" idx="27" hasCustomPrompt="1"/>
          </p:nvPr>
        </p:nvSpPr>
        <p:spPr>
          <a:xfrm>
            <a:off x="18851564" y="6785908"/>
            <a:ext cx="1216152" cy="1216152"/>
          </a:xfrm>
        </p:spPr>
        <p:txBody>
          <a:bodyPr anchor="ctr"/>
          <a:lstStyle>
            <a:lvl1pPr algn="ctr">
              <a:buNone/>
              <a:defRPr sz="1600"/>
            </a:lvl1pPr>
          </a:lstStyle>
          <a:p>
            <a:r>
              <a:t>Pictogram</a:t>
            </a:r>
          </a:p>
        </p:txBody>
      </p:sp>
      <p:sp>
        <p:nvSpPr>
          <p:cNvPr id="24" name="Text Placeholder 10">
            <a:extLst>
              <a:ext uri="{FF2B5EF4-FFF2-40B4-BE49-F238E27FC236}">
                <a16:creationId xmlns:a16="http://schemas.microsoft.com/office/drawing/2014/main" id="{8C07212A-8B97-6593-5714-26AB990D7535}"/>
              </a:ext>
            </a:extLst>
          </p:cNvPr>
          <p:cNvSpPr>
            <a:spLocks noGrp="1"/>
          </p:cNvSpPr>
          <p:nvPr>
            <p:ph type="body" idx="28"/>
          </p:nvPr>
        </p:nvSpPr>
        <p:spPr>
          <a:xfrm>
            <a:off x="576072" y="8688041"/>
            <a:ext cx="4949825" cy="3252552"/>
          </a:xfrm>
        </p:spPr>
        <p:txBody>
          <a:bodyPr/>
          <a:lstStyle>
            <a:lvl1pPr>
              <a:spcBef>
                <a:spcPts val="0"/>
              </a:spcBef>
              <a:buNone/>
              <a:defRPr sz="3600">
                <a:solidFill>
                  <a:schemeClr val="tx1"/>
                </a:solidFill>
              </a:defRPr>
            </a:lvl1pPr>
            <a:lvl2pPr marL="256032" indent="-256032">
              <a:spcBef>
                <a:spcPts val="0"/>
              </a:spcBef>
              <a:buNone/>
              <a:defRPr sz="3600">
                <a:solidFill>
                  <a:schemeClr val="tx1"/>
                </a:solidFill>
              </a:defRPr>
            </a:lvl2pPr>
            <a:lvl3pPr marL="512064" indent="-256032">
              <a:spcBef>
                <a:spcPts val="0"/>
              </a:spcBef>
              <a:buNone/>
              <a:defRPr sz="3600">
                <a:solidFill>
                  <a:schemeClr val="tx1"/>
                </a:solidFill>
              </a:defRPr>
            </a:lvl3pPr>
            <a:lvl4pPr marL="768096" indent="-256032">
              <a:spcBef>
                <a:spcPts val="0"/>
              </a:spcBef>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25" name="Text Placeholder 10">
            <a:extLst>
              <a:ext uri="{FF2B5EF4-FFF2-40B4-BE49-F238E27FC236}">
                <a16:creationId xmlns:a16="http://schemas.microsoft.com/office/drawing/2014/main" id="{C0BC29DE-57B9-0A75-BFEA-0C952625F4C6}"/>
              </a:ext>
            </a:extLst>
          </p:cNvPr>
          <p:cNvSpPr>
            <a:spLocks noGrp="1"/>
          </p:cNvSpPr>
          <p:nvPr>
            <p:ph type="body" idx="12"/>
          </p:nvPr>
        </p:nvSpPr>
        <p:spPr>
          <a:xfrm>
            <a:off x="6669591" y="8688041"/>
            <a:ext cx="4949825" cy="3252552"/>
          </a:xfrm>
        </p:spPr>
        <p:txBody>
          <a:bodyPr/>
          <a:lstStyle>
            <a:lvl1pPr>
              <a:spcBef>
                <a:spcPts val="0"/>
              </a:spcBef>
              <a:buNone/>
              <a:defRPr sz="3600">
                <a:solidFill>
                  <a:schemeClr val="tx1"/>
                </a:solidFill>
              </a:defRPr>
            </a:lvl1pPr>
            <a:lvl2pPr marL="256032" indent="-256032">
              <a:spcBef>
                <a:spcPts val="0"/>
              </a:spcBef>
              <a:buNone/>
              <a:defRPr sz="3600">
                <a:solidFill>
                  <a:schemeClr val="tx1"/>
                </a:solidFill>
              </a:defRPr>
            </a:lvl2pPr>
            <a:lvl3pPr marL="512064" indent="-256032">
              <a:spcBef>
                <a:spcPts val="0"/>
              </a:spcBef>
              <a:buNone/>
              <a:defRPr sz="3600">
                <a:solidFill>
                  <a:schemeClr val="tx1"/>
                </a:solidFill>
              </a:defRPr>
            </a:lvl3pPr>
            <a:lvl4pPr marL="768096" indent="-256032">
              <a:spcBef>
                <a:spcPts val="0"/>
              </a:spcBef>
              <a:buNone/>
              <a:defRPr sz="3600">
                <a:solidFill>
                  <a:schemeClr val="tx1"/>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26" name="Picture Placeholder 12">
            <a:extLst>
              <a:ext uri="{FF2B5EF4-FFF2-40B4-BE49-F238E27FC236}">
                <a16:creationId xmlns:a16="http://schemas.microsoft.com/office/drawing/2014/main" id="{233F6872-B424-BD61-A41F-831F1D82DA5A}"/>
              </a:ext>
            </a:extLst>
          </p:cNvPr>
          <p:cNvSpPr>
            <a:spLocks noGrp="1"/>
          </p:cNvSpPr>
          <p:nvPr>
            <p:ph type="pic" idx="17" hasCustomPrompt="1"/>
          </p:nvPr>
        </p:nvSpPr>
        <p:spPr>
          <a:xfrm>
            <a:off x="576072" y="6786089"/>
            <a:ext cx="1216152" cy="1216152"/>
          </a:xfrm>
        </p:spPr>
        <p:txBody>
          <a:bodyPr anchor="ctr"/>
          <a:lstStyle>
            <a:lvl1pPr algn="ctr">
              <a:buNone/>
              <a:defRPr sz="1600"/>
            </a:lvl1pPr>
          </a:lstStyle>
          <a:p>
            <a:r>
              <a:t>Pictogram</a:t>
            </a:r>
          </a:p>
        </p:txBody>
      </p:sp>
      <p:sp>
        <p:nvSpPr>
          <p:cNvPr id="27" name="Picture Placeholder 12">
            <a:extLst>
              <a:ext uri="{FF2B5EF4-FFF2-40B4-BE49-F238E27FC236}">
                <a16:creationId xmlns:a16="http://schemas.microsoft.com/office/drawing/2014/main" id="{B4230AF7-3A67-D259-C8A5-048B4C99BCBF}"/>
              </a:ext>
            </a:extLst>
          </p:cNvPr>
          <p:cNvSpPr>
            <a:spLocks noGrp="1"/>
          </p:cNvSpPr>
          <p:nvPr>
            <p:ph type="pic" idx="18" hasCustomPrompt="1"/>
          </p:nvPr>
        </p:nvSpPr>
        <p:spPr>
          <a:xfrm>
            <a:off x="6669591" y="6786089"/>
            <a:ext cx="1216152" cy="1216152"/>
          </a:xfrm>
        </p:spPr>
        <p:txBody>
          <a:bodyPr anchor="ctr"/>
          <a:lstStyle>
            <a:lvl1pPr algn="ctr">
              <a:buNone/>
              <a:defRPr sz="1600"/>
            </a:lvl1pPr>
          </a:lstStyle>
          <a:p>
            <a:r>
              <a:t>Pictogram</a:t>
            </a:r>
          </a:p>
        </p:txBody>
      </p:sp>
      <p:sp>
        <p:nvSpPr>
          <p:cNvPr id="4" name="Rectangle 3">
            <a:extLst>
              <a:ext uri="{FF2B5EF4-FFF2-40B4-BE49-F238E27FC236}">
                <a16:creationId xmlns:a16="http://schemas.microsoft.com/office/drawing/2014/main" id="{38ACC37A-AC72-9793-FCC5-C58C66170A1A}"/>
              </a:ext>
            </a:extLst>
          </p:cNvPr>
          <p:cNvSpPr>
            <a:spLocks noGrp="1"/>
          </p:cNvSpPr>
          <p:nvPr/>
        </p:nvSpPr>
        <p:spPr>
          <a:xfrm>
            <a:off x="0" y="13075920"/>
            <a:ext cx="24387175" cy="640080"/>
          </a:xfrm>
          <a:prstGeom prst="rect">
            <a:avLst/>
          </a:prstGeom>
          <a:solidFill>
            <a:srgbClr val="F4F4F4"/>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5" name="Footer Placeholder 3">
            <a:extLst>
              <a:ext uri="{FF2B5EF4-FFF2-40B4-BE49-F238E27FC236}">
                <a16:creationId xmlns:a16="http://schemas.microsoft.com/office/drawing/2014/main" id="{ABB79A4C-EFBE-58BA-7B4E-B5E1320F5488}"/>
              </a:ext>
            </a:extLst>
          </p:cNvPr>
          <p:cNvSpPr>
            <a:spLocks noGrp="1"/>
          </p:cNvSpPr>
          <p:nvPr>
            <p:ph type="ftr" idx="13"/>
          </p:nvPr>
        </p:nvSpPr>
        <p:spPr>
          <a:xfrm>
            <a:off x="568324" y="13272850"/>
            <a:ext cx="4956176" cy="246221"/>
          </a:xfrm>
        </p:spPr>
        <p:txBody>
          <a:bodyPr/>
          <a:lstStyle>
            <a:lvl1pPr>
              <a:buNone/>
              <a:defRPr>
                <a:solidFill>
                  <a:schemeClr val="tx1"/>
                </a:solidFill>
              </a:defRPr>
            </a:lvl1pPr>
          </a:lstStyle>
          <a:p>
            <a:r>
              <a:t>IBM TechXchange | © 2026 IBM Corporation</a:t>
            </a:r>
          </a:p>
        </p:txBody>
      </p:sp>
      <p:sp>
        <p:nvSpPr>
          <p:cNvPr id="6" name="Slide Number Placeholder 4">
            <a:extLst>
              <a:ext uri="{FF2B5EF4-FFF2-40B4-BE49-F238E27FC236}">
                <a16:creationId xmlns:a16="http://schemas.microsoft.com/office/drawing/2014/main" id="{428FFDAD-3ACA-A3AC-724C-E0059AAF31E4}"/>
              </a:ext>
            </a:extLst>
          </p:cNvPr>
          <p:cNvSpPr>
            <a:spLocks noGrp="1"/>
          </p:cNvSpPr>
          <p:nvPr>
            <p:ph type="sldNum" idx="14"/>
          </p:nvPr>
        </p:nvSpPr>
        <p:spPr>
          <a:xfrm>
            <a:off x="23541592" y="13272850"/>
            <a:ext cx="270908" cy="246221"/>
          </a:xfrm>
        </p:spPr>
        <p:txBody>
          <a:bodyPr/>
          <a:lstStyle>
            <a:lvl1pPr>
              <a:buNone/>
              <a:defRPr>
                <a:solidFill>
                  <a:schemeClr val="tx1"/>
                </a:solidFill>
              </a:defRPr>
            </a:lvl1pPr>
          </a:lstStyle>
          <a:p>
            <a:fld id="{86CB4B4D-7CA3-9044-876B-883B54F8677D}" type="slidenum">
              <a:t>‹#›</a:t>
            </a:fld>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1_Text, half, right side imagery">
    <p:bg>
      <p:bgPr>
        <a:solidFill>
          <a:schemeClr val="tx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42A8AE9-58DD-2F49-AD1A-8D59BC24440B}"/>
              </a:ext>
            </a:extLst>
          </p:cNvPr>
          <p:cNvSpPr>
            <a:spLocks noGrp="1"/>
          </p:cNvSpPr>
          <p:nvPr/>
        </p:nvSpPr>
        <p:spPr>
          <a:xfrm>
            <a:off x="-1" y="0"/>
            <a:ext cx="24387175" cy="13716000"/>
          </a:xfrm>
          <a:prstGeom prst="rect">
            <a:avLst/>
          </a:prstGeom>
          <a:solidFill>
            <a:schemeClr val="tx1"/>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chemeClr val="bg1"/>
              </a:solidFill>
              <a:latin typeface="+mn-lt"/>
              <a:ea typeface="+mn-lt"/>
              <a:cs typeface="+mn-lt"/>
            </a:endParaRPr>
          </a:p>
        </p:txBody>
      </p:sp>
      <p:sp>
        <p:nvSpPr>
          <p:cNvPr id="7" name="Picture Placeholder 6">
            <a:extLst>
              <a:ext uri="{FF2B5EF4-FFF2-40B4-BE49-F238E27FC236}">
                <a16:creationId xmlns:a16="http://schemas.microsoft.com/office/drawing/2014/main" id="{9CD5B627-E439-376E-A00C-87BAFF059FD8}"/>
              </a:ext>
            </a:extLst>
          </p:cNvPr>
          <p:cNvSpPr>
            <a:spLocks noGrp="1"/>
          </p:cNvSpPr>
          <p:nvPr>
            <p:ph type="pic" idx="12" hasCustomPrompt="1"/>
          </p:nvPr>
        </p:nvSpPr>
        <p:spPr>
          <a:xfrm>
            <a:off x="12763500" y="550035"/>
            <a:ext cx="11049000" cy="12574587"/>
          </a:xfrm>
          <a:prstGeom prst="rect">
            <a:avLst/>
          </a:prstGeom>
          <a:solidFill>
            <a:srgbClr val="525252"/>
          </a:solidFill>
        </p:spPr>
        <p:txBody>
          <a:bodyPr anchor="ctr"/>
          <a:lstStyle>
            <a:lvl1pPr algn="ctr">
              <a:buNone/>
              <a:defRPr>
                <a:solidFill>
                  <a:srgbClr val="F4F4F4"/>
                </a:solidFill>
              </a:defRPr>
            </a:lvl1pPr>
          </a:lstStyle>
          <a:p>
            <a:r>
              <a:t>Place imagery here</a:t>
            </a:r>
          </a:p>
        </p:txBody>
      </p:sp>
      <p:sp>
        <p:nvSpPr>
          <p:cNvPr id="4" name="Title 1">
            <a:extLst>
              <a:ext uri="{FF2B5EF4-FFF2-40B4-BE49-F238E27FC236}">
                <a16:creationId xmlns:a16="http://schemas.microsoft.com/office/drawing/2014/main" id="{753D1387-1AEB-51D7-32CA-2489D1480281}"/>
              </a:ext>
            </a:extLst>
          </p:cNvPr>
          <p:cNvSpPr>
            <a:spLocks noGrp="1"/>
          </p:cNvSpPr>
          <p:nvPr>
            <p:ph type="title"/>
          </p:nvPr>
        </p:nvSpPr>
        <p:spPr>
          <a:xfrm>
            <a:off x="537972" y="396574"/>
            <a:ext cx="11050589" cy="11600163"/>
          </a:xfrm>
        </p:spPr>
        <p:txBody>
          <a:bodyPr rIns="457200"/>
          <a:lstStyle>
            <a:lvl1pPr>
              <a:lnSpc>
                <a:spcPct val="100000"/>
              </a:lnSpc>
              <a:buNone/>
              <a:defRPr>
                <a:solidFill>
                  <a:srgbClr val="F4F4F4"/>
                </a:solidFill>
              </a:defRPr>
            </a:lvl1pPr>
          </a:lstStyle>
          <a:p>
            <a:r>
              <a:t>Click to edit Master title style</a:t>
            </a:r>
          </a:p>
        </p:txBody>
      </p:sp>
      <p:sp>
        <p:nvSpPr>
          <p:cNvPr id="2" name="Footer Placeholder 1">
            <a:extLst>
              <a:ext uri="{FF2B5EF4-FFF2-40B4-BE49-F238E27FC236}">
                <a16:creationId xmlns:a16="http://schemas.microsoft.com/office/drawing/2014/main" id="{3B375FA6-B27C-8E8B-D157-E1F91014844A}"/>
              </a:ext>
            </a:extLst>
          </p:cNvPr>
          <p:cNvSpPr>
            <a:spLocks noGrp="1"/>
          </p:cNvSpPr>
          <p:nvPr>
            <p:ph type="ftr" idx="13"/>
          </p:nvPr>
        </p:nvSpPr>
        <p:spPr/>
        <p:txBody>
          <a:bodyPr/>
          <a:lstStyle/>
          <a:p>
            <a:r>
              <a:t>IBM TechXchange | © 2026 IBM Corporation</a:t>
            </a:r>
          </a:p>
        </p:txBody>
      </p:sp>
      <p:sp>
        <p:nvSpPr>
          <p:cNvPr id="3" name="Slide Number Placeholder 2">
            <a:extLst>
              <a:ext uri="{FF2B5EF4-FFF2-40B4-BE49-F238E27FC236}">
                <a16:creationId xmlns:a16="http://schemas.microsoft.com/office/drawing/2014/main" id="{B512D683-A1CD-09F4-E667-F4F461DD9337}"/>
              </a:ext>
            </a:extLst>
          </p:cNvPr>
          <p:cNvSpPr>
            <a:spLocks noGrp="1"/>
          </p:cNvSpPr>
          <p:nvPr>
            <p:ph type="sldNum" idx="14"/>
          </p:nvPr>
        </p:nvSpPr>
        <p:spPr/>
        <p:txBody>
          <a:bodyPr/>
          <a:lstStyle/>
          <a:p>
            <a:fld id="{86CB4B4D-7CA3-9044-876B-883B54F8677D}" type="slidenum">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3_Text, 2 images">
    <p:bg>
      <p:bgPr>
        <a:solidFill>
          <a:schemeClr val="tx1"/>
        </a:solidFill>
        <a:effectLst/>
      </p:bgPr>
    </p:bg>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D02495B4-2F0B-EE4E-BB55-4C51F451DD27}"/>
              </a:ext>
            </a:extLst>
          </p:cNvPr>
          <p:cNvSpPr>
            <a:spLocks noGrp="1"/>
          </p:cNvSpPr>
          <p:nvPr/>
        </p:nvSpPr>
        <p:spPr>
          <a:xfrm>
            <a:off x="118533" y="533399"/>
            <a:ext cx="24387175" cy="13716000"/>
          </a:xfrm>
          <a:prstGeom prst="rect">
            <a:avLst/>
          </a:prstGeom>
          <a:solidFill>
            <a:schemeClr val="tx1"/>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chemeClr val="bg1"/>
              </a:solidFill>
              <a:latin typeface="+mn-lt"/>
              <a:ea typeface="+mn-lt"/>
              <a:cs typeface="+mn-lt"/>
            </a:endParaRPr>
          </a:p>
        </p:txBody>
      </p:sp>
      <p:sp>
        <p:nvSpPr>
          <p:cNvPr id="14" name="Picture Placeholder 6">
            <a:extLst>
              <a:ext uri="{FF2B5EF4-FFF2-40B4-BE49-F238E27FC236}">
                <a16:creationId xmlns:a16="http://schemas.microsoft.com/office/drawing/2014/main" id="{81C1AB2F-C9F7-0751-0A76-85DF06D92937}"/>
              </a:ext>
            </a:extLst>
          </p:cNvPr>
          <p:cNvSpPr>
            <a:spLocks noGrp="1"/>
          </p:cNvSpPr>
          <p:nvPr>
            <p:ph type="pic" idx="12" hasCustomPrompt="1"/>
          </p:nvPr>
        </p:nvSpPr>
        <p:spPr>
          <a:xfrm>
            <a:off x="12326375" y="475896"/>
            <a:ext cx="5720759" cy="5720759"/>
          </a:xfrm>
          <a:prstGeom prst="rect">
            <a:avLst/>
          </a:prstGeom>
          <a:solidFill>
            <a:srgbClr val="525252"/>
          </a:solidFill>
        </p:spPr>
        <p:txBody>
          <a:bodyPr anchor="ctr"/>
          <a:lstStyle>
            <a:lvl1pPr algn="ctr">
              <a:buNone/>
              <a:defRPr>
                <a:solidFill>
                  <a:srgbClr val="F4F4F4"/>
                </a:solidFill>
              </a:defRPr>
            </a:lvl1pPr>
          </a:lstStyle>
          <a:p>
            <a:r>
              <a:t>Place imagery here</a:t>
            </a:r>
          </a:p>
        </p:txBody>
      </p:sp>
      <p:sp>
        <p:nvSpPr>
          <p:cNvPr id="16" name="Picture Placeholder 6">
            <a:extLst>
              <a:ext uri="{FF2B5EF4-FFF2-40B4-BE49-F238E27FC236}">
                <a16:creationId xmlns:a16="http://schemas.microsoft.com/office/drawing/2014/main" id="{C30E6080-9E57-84EE-DA6B-A3ABABE24DBA}"/>
              </a:ext>
            </a:extLst>
          </p:cNvPr>
          <p:cNvSpPr>
            <a:spLocks noGrp="1"/>
          </p:cNvSpPr>
          <p:nvPr>
            <p:ph type="pic" idx="13" hasCustomPrompt="1"/>
          </p:nvPr>
        </p:nvSpPr>
        <p:spPr>
          <a:xfrm>
            <a:off x="18128444" y="6275978"/>
            <a:ext cx="5720759" cy="5720759"/>
          </a:xfrm>
          <a:prstGeom prst="rect">
            <a:avLst/>
          </a:prstGeom>
          <a:solidFill>
            <a:srgbClr val="525252"/>
          </a:solidFill>
        </p:spPr>
        <p:txBody>
          <a:bodyPr anchor="ctr"/>
          <a:lstStyle>
            <a:lvl1pPr algn="ctr">
              <a:buNone/>
              <a:defRPr>
                <a:solidFill>
                  <a:srgbClr val="F4F4F4"/>
                </a:solidFill>
              </a:defRPr>
            </a:lvl1pPr>
          </a:lstStyle>
          <a:p>
            <a:r>
              <a:t>Place imagery here</a:t>
            </a:r>
          </a:p>
        </p:txBody>
      </p:sp>
      <p:sp>
        <p:nvSpPr>
          <p:cNvPr id="4" name="Title 1">
            <a:extLst>
              <a:ext uri="{FF2B5EF4-FFF2-40B4-BE49-F238E27FC236}">
                <a16:creationId xmlns:a16="http://schemas.microsoft.com/office/drawing/2014/main" id="{753D1387-1AEB-51D7-32CA-2489D1480281}"/>
              </a:ext>
            </a:extLst>
          </p:cNvPr>
          <p:cNvSpPr>
            <a:spLocks noGrp="1"/>
          </p:cNvSpPr>
          <p:nvPr>
            <p:ph type="title"/>
          </p:nvPr>
        </p:nvSpPr>
        <p:spPr>
          <a:xfrm>
            <a:off x="537972" y="396574"/>
            <a:ext cx="11050589" cy="11600163"/>
          </a:xfrm>
        </p:spPr>
        <p:txBody>
          <a:bodyPr rIns="457200"/>
          <a:lstStyle>
            <a:lvl1pPr>
              <a:lnSpc>
                <a:spcPct val="100000"/>
              </a:lnSpc>
              <a:buNone/>
              <a:defRPr>
                <a:solidFill>
                  <a:srgbClr val="F4F4F4"/>
                </a:solidFill>
              </a:defRPr>
            </a:lvl1pPr>
          </a:lstStyle>
          <a:p>
            <a:r>
              <a:t>Click to edit Master title style</a:t>
            </a:r>
          </a:p>
        </p:txBody>
      </p:sp>
      <p:sp>
        <p:nvSpPr>
          <p:cNvPr id="6" name="Freeform: Shape 5">
            <a:extLst>
              <a:ext uri="{FF2B5EF4-FFF2-40B4-BE49-F238E27FC236}">
                <a16:creationId xmlns:a16="http://schemas.microsoft.com/office/drawing/2014/main" id="{41E533EA-8590-DE0F-349C-BE183B060DF8}"/>
              </a:ext>
            </a:extLst>
          </p:cNvPr>
          <p:cNvSpPr>
            <a:spLocks noGrp="1"/>
          </p:cNvSpPr>
          <p:nvPr/>
        </p:nvSpPr>
        <p:spPr>
          <a:xfrm rot="10800000" flipH="1">
            <a:off x="18055192" y="396574"/>
            <a:ext cx="5810992" cy="5810992"/>
          </a:xfrm>
          <a:custGeom>
            <a:avLst/>
            <a:gdLst>
              <a:gd name="connsiteX0" fmla="*/ 1432576 w 1432576"/>
              <a:gd name="connsiteY0" fmla="*/ 1432576 h 1432576"/>
              <a:gd name="connsiteX1" fmla="*/ 1432576 w 1432576"/>
              <a:gd name="connsiteY1" fmla="*/ 716288 h 1432576"/>
              <a:gd name="connsiteX2" fmla="*/ 1432576 w 1432576"/>
              <a:gd name="connsiteY2" fmla="*/ 0 h 1432576"/>
              <a:gd name="connsiteX3" fmla="*/ 716288 w 1432576"/>
              <a:gd name="connsiteY3" fmla="*/ 0 h 1432576"/>
              <a:gd name="connsiteX4" fmla="*/ 1432576 w 1432576"/>
              <a:gd name="connsiteY4" fmla="*/ 716288 h 1432576"/>
              <a:gd name="connsiteX5" fmla="*/ 716288 w 1432576"/>
              <a:gd name="connsiteY5" fmla="*/ 1432576 h 1432576"/>
              <a:gd name="connsiteX6" fmla="*/ 1432576 w 1432576"/>
              <a:gd name="connsiteY6" fmla="*/ 1432576 h 1432576"/>
              <a:gd name="connsiteX7" fmla="*/ 0 w 1432576"/>
              <a:gd name="connsiteY7" fmla="*/ 1432576 h 1432576"/>
              <a:gd name="connsiteX8" fmla="*/ 0 w 1432576"/>
              <a:gd name="connsiteY8" fmla="*/ 716288 h 1432576"/>
              <a:gd name="connsiteX9" fmla="*/ 0 w 1432576"/>
              <a:gd name="connsiteY9" fmla="*/ 0 h 1432576"/>
              <a:gd name="connsiteX10" fmla="*/ 716288 w 1432576"/>
              <a:gd name="connsiteY10" fmla="*/ 716288 h 1432576"/>
              <a:gd name="connsiteX11" fmla="*/ 0 w 1432576"/>
              <a:gd name="connsiteY11" fmla="*/ 1432576 h 1432576"/>
            </a:gdLst>
            <a:ahLst/>
            <a:cxnLst/>
            <a:rect l="l" t="t" r="r" b="b"/>
            <a:pathLst>
              <a:path w="1432576" h="1432576">
                <a:moveTo>
                  <a:pt x="1432576" y="1432576"/>
                </a:moveTo>
                <a:lnTo>
                  <a:pt x="1432576" y="716288"/>
                </a:lnTo>
                <a:lnTo>
                  <a:pt x="1432576" y="0"/>
                </a:lnTo>
                <a:lnTo>
                  <a:pt x="716288" y="0"/>
                </a:lnTo>
                <a:lnTo>
                  <a:pt x="1432576" y="716288"/>
                </a:lnTo>
                <a:lnTo>
                  <a:pt x="716288" y="1432576"/>
                </a:lnTo>
                <a:lnTo>
                  <a:pt x="1432576" y="1432576"/>
                </a:lnTo>
                <a:close/>
                <a:moveTo>
                  <a:pt x="0" y="1432576"/>
                </a:moveTo>
                <a:lnTo>
                  <a:pt x="0" y="716288"/>
                </a:lnTo>
                <a:lnTo>
                  <a:pt x="0" y="0"/>
                </a:lnTo>
                <a:lnTo>
                  <a:pt x="716288" y="716288"/>
                </a:lnTo>
                <a:lnTo>
                  <a:pt x="0" y="1432576"/>
                </a:lnTo>
                <a:close/>
              </a:path>
            </a:pathLst>
          </a:custGeom>
          <a:gradFill>
            <a:gsLst>
              <a:gs pos="50000">
                <a:srgbClr val="0F62FE"/>
              </a:gs>
              <a:gs pos="10000">
                <a:srgbClr val="8A3FFC"/>
              </a:gs>
              <a:gs pos="90000">
                <a:srgbClr val="33B1FF"/>
              </a:gs>
            </a:gsLst>
            <a:lin ang="2700000" scaled="0"/>
          </a:gradFill>
          <a:ln w="7342">
            <a:noFill/>
            <a:prstDash val="solid"/>
          </a:ln>
        </p:spPr>
        <p:txBody>
          <a:bodyPr anchor="ctr"/>
          <a:lstStyle/>
          <a:p>
            <a:endParaRPr/>
          </a:p>
        </p:txBody>
      </p:sp>
      <p:sp>
        <p:nvSpPr>
          <p:cNvPr id="37" name="Freeform 36">
            <a:extLst>
              <a:ext uri="{FF2B5EF4-FFF2-40B4-BE49-F238E27FC236}">
                <a16:creationId xmlns:a16="http://schemas.microsoft.com/office/drawing/2014/main" id="{BF6B2C64-1AAC-A04A-B995-E17A89E93882}"/>
              </a:ext>
            </a:extLst>
          </p:cNvPr>
          <p:cNvSpPr>
            <a:spLocks noGrp="1"/>
          </p:cNvSpPr>
          <p:nvPr/>
        </p:nvSpPr>
        <p:spPr>
          <a:xfrm>
            <a:off x="16332633" y="10514767"/>
            <a:ext cx="685799" cy="685799"/>
          </a:xfrm>
          <a:custGeom>
            <a:avLst/>
            <a:gdLst>
              <a:gd name="connsiteX0" fmla="*/ 405681 w 405681"/>
              <a:gd name="connsiteY0" fmla="*/ 202841 h 405681"/>
              <a:gd name="connsiteX1" fmla="*/ 202841 w 405681"/>
              <a:gd name="connsiteY1" fmla="*/ 405681 h 405681"/>
              <a:gd name="connsiteX2" fmla="*/ 0 w 405681"/>
              <a:gd name="connsiteY2" fmla="*/ 202841 h 405681"/>
              <a:gd name="connsiteX3" fmla="*/ 202841 w 405681"/>
              <a:gd name="connsiteY3" fmla="*/ 0 h 405681"/>
              <a:gd name="connsiteX4" fmla="*/ 405681 w 405681"/>
              <a:gd name="connsiteY4" fmla="*/ 202841 h 405681"/>
            </a:gdLst>
            <a:ahLst/>
            <a:cxnLst/>
            <a:rect l="l" t="t" r="r" b="b"/>
            <a:pathLst>
              <a:path w="405681" h="405681">
                <a:moveTo>
                  <a:pt x="405681" y="202841"/>
                </a:moveTo>
                <a:cubicBezTo>
                  <a:pt x="405681" y="314866"/>
                  <a:pt x="314866" y="405681"/>
                  <a:pt x="202841" y="405681"/>
                </a:cubicBezTo>
                <a:cubicBezTo>
                  <a:pt x="90815" y="405681"/>
                  <a:pt x="0" y="314866"/>
                  <a:pt x="0" y="202841"/>
                </a:cubicBezTo>
                <a:cubicBezTo>
                  <a:pt x="0" y="90815"/>
                  <a:pt x="90815" y="0"/>
                  <a:pt x="202841" y="0"/>
                </a:cubicBezTo>
                <a:cubicBezTo>
                  <a:pt x="314866" y="0"/>
                  <a:pt x="405681" y="90815"/>
                  <a:pt x="405681" y="202841"/>
                </a:cubicBezTo>
                <a:close/>
              </a:path>
            </a:pathLst>
          </a:custGeom>
          <a:solidFill>
            <a:srgbClr val="0F62FE"/>
          </a:solidFill>
          <a:ln w="0">
            <a:noFill/>
            <a:prstDash val="solid"/>
          </a:ln>
        </p:spPr>
        <p:txBody>
          <a:bodyPr anchor="ctr"/>
          <a:lstStyle/>
          <a:p>
            <a:endParaRPr/>
          </a:p>
        </p:txBody>
      </p:sp>
      <p:sp>
        <p:nvSpPr>
          <p:cNvPr id="38" name="Freeform 37">
            <a:extLst>
              <a:ext uri="{FF2B5EF4-FFF2-40B4-BE49-F238E27FC236}">
                <a16:creationId xmlns:a16="http://schemas.microsoft.com/office/drawing/2014/main" id="{43A7DB1B-469A-1045-993E-B645B3B1D4B4}"/>
              </a:ext>
            </a:extLst>
          </p:cNvPr>
          <p:cNvSpPr>
            <a:spLocks noGrp="1"/>
          </p:cNvSpPr>
          <p:nvPr/>
        </p:nvSpPr>
        <p:spPr>
          <a:xfrm>
            <a:off x="15303934" y="9914692"/>
            <a:ext cx="2743200" cy="1885949"/>
          </a:xfrm>
          <a:custGeom>
            <a:avLst/>
            <a:gdLst>
              <a:gd name="connsiteX0" fmla="*/ 1622725 w 1622725"/>
              <a:gd name="connsiteY0" fmla="*/ 557812 h 1115623"/>
              <a:gd name="connsiteX1" fmla="*/ 811363 w 1622725"/>
              <a:gd name="connsiteY1" fmla="*/ 1115624 h 1115623"/>
              <a:gd name="connsiteX2" fmla="*/ 0 w 1622725"/>
              <a:gd name="connsiteY2" fmla="*/ 557812 h 1115623"/>
              <a:gd name="connsiteX3" fmla="*/ 811363 w 1622725"/>
              <a:gd name="connsiteY3" fmla="*/ 0 h 1115623"/>
              <a:gd name="connsiteX4" fmla="*/ 1622725 w 1622725"/>
              <a:gd name="connsiteY4" fmla="*/ 557812 h 1115623"/>
              <a:gd name="connsiteX5" fmla="*/ 1267754 w 1622725"/>
              <a:gd name="connsiteY5" fmla="*/ 557812 h 1115623"/>
              <a:gd name="connsiteX6" fmla="*/ 811363 w 1622725"/>
              <a:gd name="connsiteY6" fmla="*/ 101420 h 1115623"/>
              <a:gd name="connsiteX7" fmla="*/ 354971 w 1622725"/>
              <a:gd name="connsiteY7" fmla="*/ 557812 h 1115623"/>
              <a:gd name="connsiteX8" fmla="*/ 811363 w 1622725"/>
              <a:gd name="connsiteY8" fmla="*/ 1014203 h 1115623"/>
              <a:gd name="connsiteX9" fmla="*/ 1267754 w 1622725"/>
              <a:gd name="connsiteY9" fmla="*/ 557812 h 1115623"/>
            </a:gdLst>
            <a:ahLst/>
            <a:cxnLst/>
            <a:rect l="l" t="t" r="r" b="b"/>
            <a:pathLst>
              <a:path w="1622725" h="1115623">
                <a:moveTo>
                  <a:pt x="1622725" y="557812"/>
                </a:moveTo>
                <a:cubicBezTo>
                  <a:pt x="1489143" y="885594"/>
                  <a:pt x="1176167" y="1115624"/>
                  <a:pt x="811363" y="1115624"/>
                </a:cubicBezTo>
                <a:cubicBezTo>
                  <a:pt x="446559" y="1115624"/>
                  <a:pt x="133582" y="885594"/>
                  <a:pt x="0" y="557812"/>
                </a:cubicBezTo>
                <a:cubicBezTo>
                  <a:pt x="133582" y="230029"/>
                  <a:pt x="446559" y="0"/>
                  <a:pt x="811363" y="0"/>
                </a:cubicBezTo>
                <a:cubicBezTo>
                  <a:pt x="1176167" y="0"/>
                  <a:pt x="1489143" y="230029"/>
                  <a:pt x="1622725" y="557812"/>
                </a:cubicBezTo>
                <a:close/>
                <a:moveTo>
                  <a:pt x="1267754" y="557812"/>
                </a:moveTo>
                <a:cubicBezTo>
                  <a:pt x="1267754" y="305754"/>
                  <a:pt x="1063422" y="101420"/>
                  <a:pt x="811363" y="101420"/>
                </a:cubicBezTo>
                <a:cubicBezTo>
                  <a:pt x="559303" y="101420"/>
                  <a:pt x="354971" y="305754"/>
                  <a:pt x="354971" y="557812"/>
                </a:cubicBezTo>
                <a:cubicBezTo>
                  <a:pt x="354971" y="809869"/>
                  <a:pt x="559303" y="1014203"/>
                  <a:pt x="811363" y="1014203"/>
                </a:cubicBezTo>
                <a:cubicBezTo>
                  <a:pt x="1063422" y="1014203"/>
                  <a:pt x="1267754" y="809869"/>
                  <a:pt x="1267754" y="557812"/>
                </a:cubicBezTo>
                <a:close/>
              </a:path>
            </a:pathLst>
          </a:custGeom>
          <a:solidFill>
            <a:srgbClr val="0F62FE"/>
          </a:solidFill>
          <a:ln w="0">
            <a:noFill/>
            <a:prstDash val="solid"/>
          </a:ln>
        </p:spPr>
        <p:txBody>
          <a:bodyPr anchor="ctr"/>
          <a:lstStyle/>
          <a:p>
            <a:endParaRPr/>
          </a:p>
        </p:txBody>
      </p:sp>
      <p:sp>
        <p:nvSpPr>
          <p:cNvPr id="39" name="Freeform 38">
            <a:extLst>
              <a:ext uri="{FF2B5EF4-FFF2-40B4-BE49-F238E27FC236}">
                <a16:creationId xmlns:a16="http://schemas.microsoft.com/office/drawing/2014/main" id="{9F2911A7-CF4B-7B48-956B-0A689295910B}"/>
              </a:ext>
            </a:extLst>
          </p:cNvPr>
          <p:cNvSpPr>
            <a:spLocks noGrp="1"/>
          </p:cNvSpPr>
          <p:nvPr/>
        </p:nvSpPr>
        <p:spPr>
          <a:xfrm>
            <a:off x="15389659" y="9057443"/>
            <a:ext cx="2571748" cy="1028698"/>
          </a:xfrm>
          <a:custGeom>
            <a:avLst/>
            <a:gdLst>
              <a:gd name="connsiteX0" fmla="*/ 760653 w 1521304"/>
              <a:gd name="connsiteY0" fmla="*/ 0 h 608521"/>
              <a:gd name="connsiteX1" fmla="*/ 0 w 1521304"/>
              <a:gd name="connsiteY1" fmla="*/ 456392 h 608521"/>
              <a:gd name="connsiteX2" fmla="*/ 0 w 1521304"/>
              <a:gd name="connsiteY2" fmla="*/ 608522 h 608521"/>
              <a:gd name="connsiteX3" fmla="*/ 760653 w 1521304"/>
              <a:gd name="connsiteY3" fmla="*/ 253551 h 608521"/>
              <a:gd name="connsiteX4" fmla="*/ 1521305 w 1521304"/>
              <a:gd name="connsiteY4" fmla="*/ 608522 h 608521"/>
              <a:gd name="connsiteX5" fmla="*/ 1521305 w 1521304"/>
              <a:gd name="connsiteY5" fmla="*/ 456392 h 608521"/>
              <a:gd name="connsiteX6" fmla="*/ 760653 w 1521304"/>
              <a:gd name="connsiteY6" fmla="*/ 0 h 608521"/>
            </a:gdLst>
            <a:ahLst/>
            <a:cxnLst/>
            <a:rect l="l" t="t" r="r" b="b"/>
            <a:pathLst>
              <a:path w="1521304" h="608521">
                <a:moveTo>
                  <a:pt x="760653" y="0"/>
                </a:moveTo>
                <a:cubicBezTo>
                  <a:pt x="436093" y="0"/>
                  <a:pt x="152678" y="183456"/>
                  <a:pt x="0" y="456392"/>
                </a:cubicBezTo>
                <a:lnTo>
                  <a:pt x="0" y="608522"/>
                </a:lnTo>
                <a:cubicBezTo>
                  <a:pt x="181687" y="391616"/>
                  <a:pt x="454964" y="253551"/>
                  <a:pt x="760653" y="253551"/>
                </a:cubicBezTo>
                <a:cubicBezTo>
                  <a:pt x="1066341" y="253551"/>
                  <a:pt x="1339618" y="391616"/>
                  <a:pt x="1521305" y="608522"/>
                </a:cubicBezTo>
                <a:lnTo>
                  <a:pt x="1521305" y="456392"/>
                </a:lnTo>
                <a:cubicBezTo>
                  <a:pt x="1368627" y="183456"/>
                  <a:pt x="1085212" y="0"/>
                  <a:pt x="760653" y="0"/>
                </a:cubicBezTo>
                <a:close/>
              </a:path>
            </a:pathLst>
          </a:custGeom>
          <a:solidFill>
            <a:srgbClr val="0F62FE"/>
          </a:solidFill>
          <a:ln w="0">
            <a:noFill/>
            <a:prstDash val="solid"/>
          </a:ln>
        </p:spPr>
        <p:txBody>
          <a:bodyPr anchor="ctr"/>
          <a:lstStyle/>
          <a:p>
            <a:endParaRPr/>
          </a:p>
        </p:txBody>
      </p:sp>
      <p:sp>
        <p:nvSpPr>
          <p:cNvPr id="44" name="Freeform: Shape 4">
            <a:extLst>
              <a:ext uri="{FF2B5EF4-FFF2-40B4-BE49-F238E27FC236}">
                <a16:creationId xmlns:a16="http://schemas.microsoft.com/office/drawing/2014/main" id="{0F23E34B-DDB3-F546-85BD-E6F551A386E0}"/>
              </a:ext>
            </a:extLst>
          </p:cNvPr>
          <p:cNvSpPr>
            <a:spLocks noGrp="1"/>
          </p:cNvSpPr>
          <p:nvPr/>
        </p:nvSpPr>
        <p:spPr>
          <a:xfrm flipH="1">
            <a:off x="12187678" y="6196655"/>
            <a:ext cx="2859322" cy="2860788"/>
          </a:xfrm>
          <a:custGeom>
            <a:avLst/>
            <a:gdLst>
              <a:gd name="connsiteX0" fmla="*/ 716288 w 1432576"/>
              <a:gd name="connsiteY0" fmla="*/ 717023 h 1433311"/>
              <a:gd name="connsiteX1" fmla="*/ 210111 w 1432576"/>
              <a:gd name="connsiteY1" fmla="*/ 927134 h 1433311"/>
              <a:gd name="connsiteX2" fmla="*/ 0 w 1432576"/>
              <a:gd name="connsiteY2" fmla="*/ 1433311 h 1433311"/>
              <a:gd name="connsiteX3" fmla="*/ 716288 w 1432576"/>
              <a:gd name="connsiteY3" fmla="*/ 1433311 h 1433311"/>
              <a:gd name="connsiteX4" fmla="*/ 1432576 w 1432576"/>
              <a:gd name="connsiteY4" fmla="*/ 1433311 h 1433311"/>
              <a:gd name="connsiteX5" fmla="*/ 1222465 w 1432576"/>
              <a:gd name="connsiteY5" fmla="*/ 927134 h 1433311"/>
              <a:gd name="connsiteX6" fmla="*/ 716288 w 1432576"/>
              <a:gd name="connsiteY6" fmla="*/ 717023 h 1433311"/>
              <a:gd name="connsiteX7" fmla="*/ 1222465 w 1432576"/>
              <a:gd name="connsiteY7" fmla="*/ 210111 h 1433311"/>
              <a:gd name="connsiteX8" fmla="*/ 1432576 w 1432576"/>
              <a:gd name="connsiteY8" fmla="*/ 716288 h 1433311"/>
              <a:gd name="connsiteX9" fmla="*/ 716288 w 1432576"/>
              <a:gd name="connsiteY9" fmla="*/ 716288 h 1433311"/>
              <a:gd name="connsiteX10" fmla="*/ 0 w 1432576"/>
              <a:gd name="connsiteY10" fmla="*/ 716288 h 1433311"/>
              <a:gd name="connsiteX11" fmla="*/ 210111 w 1432576"/>
              <a:gd name="connsiteY11" fmla="*/ 210111 h 1433311"/>
              <a:gd name="connsiteX12" fmla="*/ 716288 w 1432576"/>
              <a:gd name="connsiteY12" fmla="*/ 0 h 1433311"/>
              <a:gd name="connsiteX13" fmla="*/ 1222465 w 1432576"/>
              <a:gd name="connsiteY13" fmla="*/ 210111 h 1433311"/>
            </a:gdLst>
            <a:ahLst/>
            <a:cxnLst/>
            <a:rect l="l" t="t" r="r" b="b"/>
            <a:pathLst>
              <a:path w="1432576" h="1433311">
                <a:moveTo>
                  <a:pt x="716288" y="717023"/>
                </a:moveTo>
                <a:cubicBezTo>
                  <a:pt x="526013" y="717023"/>
                  <a:pt x="343818" y="792692"/>
                  <a:pt x="210111" y="927134"/>
                </a:cubicBezTo>
                <a:cubicBezTo>
                  <a:pt x="76404" y="1061575"/>
                  <a:pt x="0" y="1243036"/>
                  <a:pt x="0" y="1433311"/>
                </a:cubicBezTo>
                <a:lnTo>
                  <a:pt x="716288" y="1433311"/>
                </a:lnTo>
                <a:lnTo>
                  <a:pt x="1432576" y="1433311"/>
                </a:lnTo>
                <a:cubicBezTo>
                  <a:pt x="1432576" y="1243036"/>
                  <a:pt x="1356907" y="1060841"/>
                  <a:pt x="1222465" y="927134"/>
                </a:cubicBezTo>
                <a:cubicBezTo>
                  <a:pt x="1088023" y="793426"/>
                  <a:pt x="906564" y="717023"/>
                  <a:pt x="716288" y="717023"/>
                </a:cubicBezTo>
                <a:close/>
                <a:moveTo>
                  <a:pt x="1222465" y="210111"/>
                </a:moveTo>
                <a:cubicBezTo>
                  <a:pt x="1356907" y="344553"/>
                  <a:pt x="1432576" y="526747"/>
                  <a:pt x="1432576" y="716288"/>
                </a:cubicBezTo>
                <a:lnTo>
                  <a:pt x="716288" y="716288"/>
                </a:lnTo>
                <a:lnTo>
                  <a:pt x="0" y="716288"/>
                </a:lnTo>
                <a:cubicBezTo>
                  <a:pt x="0" y="526012"/>
                  <a:pt x="75669" y="343818"/>
                  <a:pt x="210111" y="210111"/>
                </a:cubicBezTo>
                <a:cubicBezTo>
                  <a:pt x="344553" y="76404"/>
                  <a:pt x="526747" y="0"/>
                  <a:pt x="716288" y="0"/>
                </a:cubicBezTo>
                <a:cubicBezTo>
                  <a:pt x="905829" y="0"/>
                  <a:pt x="1088758" y="75669"/>
                  <a:pt x="1222465" y="210111"/>
                </a:cubicBezTo>
                <a:close/>
              </a:path>
            </a:pathLst>
          </a:custGeom>
          <a:solidFill>
            <a:srgbClr val="8A3FFC"/>
          </a:solidFill>
          <a:ln w="7342">
            <a:noFill/>
            <a:prstDash val="solid"/>
          </a:ln>
        </p:spPr>
        <p:txBody>
          <a:bodyPr anchor="ctr"/>
          <a:lstStyle/>
          <a:p>
            <a:endParaRPr/>
          </a:p>
        </p:txBody>
      </p:sp>
      <p:sp>
        <p:nvSpPr>
          <p:cNvPr id="2" name="Footer Placeholder 1">
            <a:extLst>
              <a:ext uri="{FF2B5EF4-FFF2-40B4-BE49-F238E27FC236}">
                <a16:creationId xmlns:a16="http://schemas.microsoft.com/office/drawing/2014/main" id="{F0812F0A-D97F-2909-D826-B16F678D1F19}"/>
              </a:ext>
            </a:extLst>
          </p:cNvPr>
          <p:cNvSpPr>
            <a:spLocks noGrp="1"/>
          </p:cNvSpPr>
          <p:nvPr>
            <p:ph type="ftr" idx="14"/>
          </p:nvPr>
        </p:nvSpPr>
        <p:spPr/>
        <p:txBody>
          <a:bodyPr/>
          <a:lstStyle/>
          <a:p>
            <a:r>
              <a:t>IBM TechXchange | © 2026 IBM Corporation</a:t>
            </a:r>
          </a:p>
        </p:txBody>
      </p:sp>
      <p:sp>
        <p:nvSpPr>
          <p:cNvPr id="3" name="Slide Number Placeholder 2">
            <a:extLst>
              <a:ext uri="{FF2B5EF4-FFF2-40B4-BE49-F238E27FC236}">
                <a16:creationId xmlns:a16="http://schemas.microsoft.com/office/drawing/2014/main" id="{26109D3E-1437-5ED4-A411-164EF070E9A9}"/>
              </a:ext>
            </a:extLst>
          </p:cNvPr>
          <p:cNvSpPr>
            <a:spLocks noGrp="1"/>
          </p:cNvSpPr>
          <p:nvPr>
            <p:ph type="sldNum" idx="15"/>
          </p:nvPr>
        </p:nvSpPr>
        <p:spPr/>
        <p:txBody>
          <a:bodyPr/>
          <a:lstStyle/>
          <a:p>
            <a:fld id="{86CB4B4D-7CA3-9044-876B-883B54F8677D}" type="slidenum">
              <a:t>‹#›</a:t>
            </a:fld>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1_Section, callout, image">
    <p:bg>
      <p:bgPr>
        <a:solidFill>
          <a:schemeClr val="tx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83922DF-A58D-814E-85B2-CBFA0635040D}"/>
              </a:ext>
            </a:extLst>
          </p:cNvPr>
          <p:cNvSpPr>
            <a:spLocks noGrp="1"/>
          </p:cNvSpPr>
          <p:nvPr/>
        </p:nvSpPr>
        <p:spPr>
          <a:xfrm>
            <a:off x="-1" y="0"/>
            <a:ext cx="24387175" cy="13716000"/>
          </a:xfrm>
          <a:prstGeom prst="rect">
            <a:avLst/>
          </a:prstGeom>
          <a:solidFill>
            <a:schemeClr val="tx1"/>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chemeClr val="bg1"/>
              </a:solidFill>
              <a:latin typeface="+mn-lt"/>
              <a:ea typeface="+mn-lt"/>
              <a:cs typeface="+mn-lt"/>
            </a:endParaRPr>
          </a:p>
        </p:txBody>
      </p:sp>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01090"/>
            <a:ext cx="4949825" cy="1525588"/>
          </a:xfrm>
        </p:spPr>
        <p:txBody>
          <a:bodyPr/>
          <a:lstStyle>
            <a:lvl1pPr>
              <a:lnSpc>
                <a:spcPct val="110000"/>
              </a:lnSpc>
              <a:buNone/>
              <a:defRPr sz="2800">
                <a:solidFill>
                  <a:srgbClr val="F4F4F4"/>
                </a:solidFill>
              </a:defRPr>
            </a:lvl1pPr>
          </a:lstStyle>
          <a:p>
            <a:r>
              <a:t>Click to edit Master title style</a:t>
            </a:r>
          </a:p>
        </p:txBody>
      </p:sp>
      <p:sp>
        <p:nvSpPr>
          <p:cNvPr id="5" name="Picture Placeholder 10">
            <a:extLst>
              <a:ext uri="{FF2B5EF4-FFF2-40B4-BE49-F238E27FC236}">
                <a16:creationId xmlns:a16="http://schemas.microsoft.com/office/drawing/2014/main" id="{468A48E8-BE84-7972-AB73-8E31C1C13499}"/>
              </a:ext>
            </a:extLst>
          </p:cNvPr>
          <p:cNvSpPr>
            <a:spLocks noGrp="1"/>
          </p:cNvSpPr>
          <p:nvPr>
            <p:ph type="pic" idx="15" hasCustomPrompt="1"/>
          </p:nvPr>
        </p:nvSpPr>
        <p:spPr>
          <a:xfrm>
            <a:off x="12763500" y="569913"/>
            <a:ext cx="11049000" cy="12574587"/>
          </a:xfrm>
          <a:prstGeom prst="rect">
            <a:avLst/>
          </a:prstGeom>
          <a:solidFill>
            <a:srgbClr val="525252"/>
          </a:solidFill>
        </p:spPr>
        <p:txBody>
          <a:bodyPr anchor="ctr"/>
          <a:lstStyle>
            <a:lvl1pPr algn="ctr">
              <a:buNone/>
              <a:defRPr>
                <a:solidFill>
                  <a:srgbClr val="F4F4F4"/>
                </a:solidFill>
              </a:defRPr>
            </a:lvl1pPr>
          </a:lstStyle>
          <a:p>
            <a:r>
              <a:t>Place imagery here</a:t>
            </a:r>
          </a:p>
        </p:txBody>
      </p:sp>
      <p:sp>
        <p:nvSpPr>
          <p:cNvPr id="3" name="Text Placeholder 10">
            <a:extLst>
              <a:ext uri="{FF2B5EF4-FFF2-40B4-BE49-F238E27FC236}">
                <a16:creationId xmlns:a16="http://schemas.microsoft.com/office/drawing/2014/main" id="{3ECAFCBD-74B8-193E-870C-66ED84B49CD5}"/>
              </a:ext>
            </a:extLst>
          </p:cNvPr>
          <p:cNvSpPr>
            <a:spLocks noGrp="1"/>
          </p:cNvSpPr>
          <p:nvPr>
            <p:ph type="body" idx="17"/>
          </p:nvPr>
        </p:nvSpPr>
        <p:spPr>
          <a:xfrm>
            <a:off x="582110" y="4099998"/>
            <a:ext cx="11049000" cy="7896740"/>
          </a:xfrm>
        </p:spPr>
        <p:txBody>
          <a:bodyPr/>
          <a:lstStyle>
            <a:lvl1pPr>
              <a:spcBef>
                <a:spcPts val="0"/>
              </a:spcBef>
              <a:spcAft>
                <a:spcPts val="3600"/>
              </a:spcAft>
              <a:buNone/>
              <a:defRPr sz="3600">
                <a:solidFill>
                  <a:srgbClr val="F4F4F4"/>
                </a:solidFill>
              </a:defRPr>
            </a:lvl1pPr>
            <a:lvl2pPr marL="256032" indent="-256032">
              <a:spcBef>
                <a:spcPts val="0"/>
              </a:spcBef>
              <a:spcAft>
                <a:spcPts val="3600"/>
              </a:spcAft>
              <a:buNone/>
              <a:defRPr sz="3600">
                <a:solidFill>
                  <a:srgbClr val="F4F4F4"/>
                </a:solidFill>
              </a:defRPr>
            </a:lvl2pPr>
            <a:lvl3pPr marL="512064" indent="-256032">
              <a:spcBef>
                <a:spcPts val="0"/>
              </a:spcBef>
              <a:spcAft>
                <a:spcPts val="3600"/>
              </a:spcAft>
              <a:buNone/>
              <a:defRPr sz="3600">
                <a:solidFill>
                  <a:srgbClr val="F4F4F4"/>
                </a:solidFill>
              </a:defRPr>
            </a:lvl3pPr>
            <a:lvl4pPr marL="768096" indent="-256032">
              <a:spcBef>
                <a:spcPts val="0"/>
              </a:spcBef>
              <a:spcAft>
                <a:spcPts val="3600"/>
              </a:spcAft>
              <a:buNone/>
              <a:defRPr sz="3600">
                <a:solidFill>
                  <a:srgbClr val="F4F4F4"/>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4" name="Footer Placeholder 3">
            <a:extLst>
              <a:ext uri="{FF2B5EF4-FFF2-40B4-BE49-F238E27FC236}">
                <a16:creationId xmlns:a16="http://schemas.microsoft.com/office/drawing/2014/main" id="{F5F974BE-44C6-8269-94DA-79A5E90A418D}"/>
              </a:ext>
            </a:extLst>
          </p:cNvPr>
          <p:cNvSpPr>
            <a:spLocks noGrp="1"/>
          </p:cNvSpPr>
          <p:nvPr>
            <p:ph type="ftr" idx="18"/>
          </p:nvPr>
        </p:nvSpPr>
        <p:spPr/>
        <p:txBody>
          <a:bodyPr/>
          <a:lstStyle/>
          <a:p>
            <a:r>
              <a:t>IBM TechXchange | © 2026 IBM Corporation</a:t>
            </a:r>
          </a:p>
        </p:txBody>
      </p:sp>
      <p:sp>
        <p:nvSpPr>
          <p:cNvPr id="6" name="Slide Number Placeholder 5">
            <a:extLst>
              <a:ext uri="{FF2B5EF4-FFF2-40B4-BE49-F238E27FC236}">
                <a16:creationId xmlns:a16="http://schemas.microsoft.com/office/drawing/2014/main" id="{05E1400B-DFD7-A090-8270-2FEDA635E021}"/>
              </a:ext>
            </a:extLst>
          </p:cNvPr>
          <p:cNvSpPr>
            <a:spLocks noGrp="1"/>
          </p:cNvSpPr>
          <p:nvPr>
            <p:ph type="sldNum" idx="19"/>
          </p:nvPr>
        </p:nvSpPr>
        <p:spPr/>
        <p:txBody>
          <a:bodyPr/>
          <a:lstStyle/>
          <a:p>
            <a:fld id="{86CB4B4D-7CA3-9044-876B-883B54F8677D}" type="slidenum">
              <a:t>‹#›</a:t>
            </a:fld>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1_Section, callouts, big image with margins">
    <p:bg>
      <p:bgPr>
        <a:solidFill>
          <a:schemeClr val="tx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1B61F1E-B9E2-944A-8FFB-E220FF06C0B2}"/>
              </a:ext>
            </a:extLst>
          </p:cNvPr>
          <p:cNvSpPr>
            <a:spLocks noGrp="1"/>
          </p:cNvSpPr>
          <p:nvPr/>
        </p:nvSpPr>
        <p:spPr>
          <a:xfrm>
            <a:off x="-1" y="0"/>
            <a:ext cx="24387175" cy="13716000"/>
          </a:xfrm>
          <a:prstGeom prst="rect">
            <a:avLst/>
          </a:prstGeom>
          <a:solidFill>
            <a:schemeClr val="tx1"/>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chemeClr val="bg1"/>
              </a:solidFill>
              <a:latin typeface="+mn-lt"/>
              <a:ea typeface="+mn-lt"/>
              <a:cs typeface="+mn-lt"/>
            </a:endParaRPr>
          </a:p>
        </p:txBody>
      </p:sp>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01090"/>
            <a:ext cx="4949825" cy="1525588"/>
          </a:xfrm>
        </p:spPr>
        <p:txBody>
          <a:bodyPr/>
          <a:lstStyle>
            <a:lvl1pPr>
              <a:lnSpc>
                <a:spcPct val="110000"/>
              </a:lnSpc>
              <a:buNone/>
              <a:defRPr sz="2800">
                <a:solidFill>
                  <a:srgbClr val="F4F4F4"/>
                </a:solidFill>
              </a:defRPr>
            </a:lvl1pPr>
          </a:lstStyle>
          <a:p>
            <a:r>
              <a:t>Click to edit Master title style</a:t>
            </a:r>
          </a:p>
        </p:txBody>
      </p:sp>
      <p:sp>
        <p:nvSpPr>
          <p:cNvPr id="7" name="Picture Placeholder 6">
            <a:extLst>
              <a:ext uri="{FF2B5EF4-FFF2-40B4-BE49-F238E27FC236}">
                <a16:creationId xmlns:a16="http://schemas.microsoft.com/office/drawing/2014/main" id="{CC70703B-65B6-4B78-8B7C-73857A06C3A8}"/>
              </a:ext>
            </a:extLst>
          </p:cNvPr>
          <p:cNvSpPr>
            <a:spLocks noGrp="1"/>
          </p:cNvSpPr>
          <p:nvPr>
            <p:ph type="pic" idx="14" hasCustomPrompt="1"/>
          </p:nvPr>
        </p:nvSpPr>
        <p:spPr>
          <a:xfrm>
            <a:off x="6667500" y="565151"/>
            <a:ext cx="17151350" cy="12579349"/>
          </a:xfrm>
          <a:prstGeom prst="rect">
            <a:avLst/>
          </a:prstGeom>
          <a:solidFill>
            <a:srgbClr val="525252"/>
          </a:solidFill>
        </p:spPr>
        <p:txBody>
          <a:bodyPr anchor="ctr"/>
          <a:lstStyle>
            <a:lvl1pPr algn="ctr">
              <a:buNone/>
              <a:defRPr>
                <a:solidFill>
                  <a:srgbClr val="F4F4F4"/>
                </a:solidFill>
              </a:defRPr>
            </a:lvl1pPr>
          </a:lstStyle>
          <a:p>
            <a:r>
              <a:t>Place imagery here</a:t>
            </a:r>
          </a:p>
        </p:txBody>
      </p:sp>
      <p:sp>
        <p:nvSpPr>
          <p:cNvPr id="5" name="Text Placeholder 5">
            <a:extLst>
              <a:ext uri="{FF2B5EF4-FFF2-40B4-BE49-F238E27FC236}">
                <a16:creationId xmlns:a16="http://schemas.microsoft.com/office/drawing/2014/main" id="{2F1062D6-5670-E376-5181-FACE84388D3D}"/>
              </a:ext>
            </a:extLst>
          </p:cNvPr>
          <p:cNvSpPr>
            <a:spLocks noGrp="1"/>
          </p:cNvSpPr>
          <p:nvPr>
            <p:ph type="body" idx="15"/>
          </p:nvPr>
        </p:nvSpPr>
        <p:spPr>
          <a:xfrm>
            <a:off x="576072" y="3341318"/>
            <a:ext cx="4956175" cy="8655420"/>
          </a:xfrm>
        </p:spPr>
        <p:txBody>
          <a:bodyPr/>
          <a:lstStyle>
            <a:lvl1pPr>
              <a:lnSpc>
                <a:spcPct val="110000"/>
              </a:lnSpc>
              <a:spcBef>
                <a:spcPts val="0"/>
              </a:spcBef>
              <a:spcAft>
                <a:spcPts val="3600"/>
              </a:spcAft>
              <a:buNone/>
              <a:defRPr sz="3600">
                <a:solidFill>
                  <a:srgbClr val="F4F4F4"/>
                </a:solidFill>
              </a:defRPr>
            </a:lvl1pPr>
            <a:lvl2pPr marL="256032" indent="-256032">
              <a:lnSpc>
                <a:spcPct val="110000"/>
              </a:lnSpc>
              <a:spcBef>
                <a:spcPts val="0"/>
              </a:spcBef>
              <a:spcAft>
                <a:spcPts val="3600"/>
              </a:spcAft>
              <a:buNone/>
              <a:defRPr sz="3600">
                <a:solidFill>
                  <a:srgbClr val="F4F4F4"/>
                </a:solidFill>
              </a:defRPr>
            </a:lvl2pPr>
            <a:lvl3pPr marL="512064" indent="-256032">
              <a:lnSpc>
                <a:spcPct val="110000"/>
              </a:lnSpc>
              <a:spcBef>
                <a:spcPts val="0"/>
              </a:spcBef>
              <a:spcAft>
                <a:spcPts val="3600"/>
              </a:spcAft>
              <a:buNone/>
              <a:defRPr sz="3600">
                <a:solidFill>
                  <a:srgbClr val="F4F4F4"/>
                </a:solidFill>
              </a:defRPr>
            </a:lvl3pPr>
            <a:lvl4pPr marL="768096" indent="-256032">
              <a:lnSpc>
                <a:spcPct val="110000"/>
              </a:lnSpc>
              <a:spcBef>
                <a:spcPts val="0"/>
              </a:spcBef>
              <a:spcAft>
                <a:spcPts val="3600"/>
              </a:spcAft>
              <a:buNone/>
              <a:defRPr sz="3600">
                <a:solidFill>
                  <a:srgbClr val="F4F4F4"/>
                </a:solidFill>
              </a:defRPr>
            </a:lvl4pPr>
            <a:lvl5pPr>
              <a:lnSpc>
                <a:spcPct val="110000"/>
              </a:lnSpc>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3" name="Footer Placeholder 2">
            <a:extLst>
              <a:ext uri="{FF2B5EF4-FFF2-40B4-BE49-F238E27FC236}">
                <a16:creationId xmlns:a16="http://schemas.microsoft.com/office/drawing/2014/main" id="{77E96643-A028-8EF3-9732-F359AB515956}"/>
              </a:ext>
            </a:extLst>
          </p:cNvPr>
          <p:cNvSpPr>
            <a:spLocks noGrp="1"/>
          </p:cNvSpPr>
          <p:nvPr>
            <p:ph type="ftr" idx="16"/>
          </p:nvPr>
        </p:nvSpPr>
        <p:spPr/>
        <p:txBody>
          <a:bodyPr/>
          <a:lstStyle/>
          <a:p>
            <a:r>
              <a:t>IBM TechXchange | © 2026 IBM Corporation</a:t>
            </a:r>
          </a:p>
        </p:txBody>
      </p:sp>
      <p:sp>
        <p:nvSpPr>
          <p:cNvPr id="4" name="Slide Number Placeholder 3">
            <a:extLst>
              <a:ext uri="{FF2B5EF4-FFF2-40B4-BE49-F238E27FC236}">
                <a16:creationId xmlns:a16="http://schemas.microsoft.com/office/drawing/2014/main" id="{F01DA219-EE95-8176-A0B1-ADCA0E333241}"/>
              </a:ext>
            </a:extLst>
          </p:cNvPr>
          <p:cNvSpPr>
            <a:spLocks noGrp="1"/>
          </p:cNvSpPr>
          <p:nvPr>
            <p:ph type="sldNum" idx="17"/>
          </p:nvPr>
        </p:nvSpPr>
        <p:spPr/>
        <p:txBody>
          <a:bodyPr/>
          <a:lstStyle/>
          <a:p>
            <a:fld id="{86CB4B4D-7CA3-9044-876B-883B54F8677D}" type="slidenum">
              <a:t>‹#›</a:t>
            </a:fld>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1_Title, image with margins">
    <p:bg>
      <p:bgPr>
        <a:solidFill>
          <a:schemeClr val="tx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4C4378-3339-3741-9AB1-56F6CD070219}"/>
              </a:ext>
            </a:extLst>
          </p:cNvPr>
          <p:cNvSpPr>
            <a:spLocks noGrp="1"/>
          </p:cNvSpPr>
          <p:nvPr/>
        </p:nvSpPr>
        <p:spPr>
          <a:xfrm>
            <a:off x="-1" y="0"/>
            <a:ext cx="24387175" cy="13716000"/>
          </a:xfrm>
          <a:prstGeom prst="rect">
            <a:avLst/>
          </a:prstGeom>
          <a:solidFill>
            <a:schemeClr val="tx1"/>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chemeClr val="bg1"/>
              </a:solidFill>
              <a:latin typeface="+mn-lt"/>
              <a:ea typeface="+mn-lt"/>
              <a:cs typeface="+mn-lt"/>
            </a:endParaRPr>
          </a:p>
        </p:txBody>
      </p:sp>
      <p:sp>
        <p:nvSpPr>
          <p:cNvPr id="5" name="Picture Placeholder 10">
            <a:extLst>
              <a:ext uri="{FF2B5EF4-FFF2-40B4-BE49-F238E27FC236}">
                <a16:creationId xmlns:a16="http://schemas.microsoft.com/office/drawing/2014/main" id="{468A48E8-BE84-7972-AB73-8E31C1C13499}"/>
              </a:ext>
            </a:extLst>
          </p:cNvPr>
          <p:cNvSpPr>
            <a:spLocks noGrp="1"/>
          </p:cNvSpPr>
          <p:nvPr>
            <p:ph type="pic" idx="15" hasCustomPrompt="1"/>
          </p:nvPr>
        </p:nvSpPr>
        <p:spPr>
          <a:xfrm>
            <a:off x="574675" y="3429000"/>
            <a:ext cx="23237825" cy="9715500"/>
          </a:xfrm>
          <a:prstGeom prst="rect">
            <a:avLst/>
          </a:prstGeom>
          <a:solidFill>
            <a:srgbClr val="525252"/>
          </a:solidFill>
        </p:spPr>
        <p:txBody>
          <a:bodyPr anchor="ctr"/>
          <a:lstStyle>
            <a:lvl1pPr algn="ctr">
              <a:buNone/>
              <a:defRPr>
                <a:solidFill>
                  <a:srgbClr val="F4F4F4"/>
                </a:solidFill>
              </a:defRPr>
            </a:lvl1pPr>
          </a:lstStyle>
          <a:p>
            <a:r>
              <a:t>Place imagery here</a:t>
            </a:r>
          </a:p>
        </p:txBody>
      </p:sp>
      <p:sp>
        <p:nvSpPr>
          <p:cNvPr id="3" name="Title 1">
            <a:extLst>
              <a:ext uri="{FF2B5EF4-FFF2-40B4-BE49-F238E27FC236}">
                <a16:creationId xmlns:a16="http://schemas.microsoft.com/office/drawing/2014/main" id="{63BB8FDD-3412-E9EE-8A7C-A6A76F2B68D8}"/>
              </a:ext>
            </a:extLst>
          </p:cNvPr>
          <p:cNvSpPr>
            <a:spLocks noGrp="1"/>
          </p:cNvSpPr>
          <p:nvPr>
            <p:ph type="title"/>
          </p:nvPr>
        </p:nvSpPr>
        <p:spPr>
          <a:xfrm>
            <a:off x="537972" y="396575"/>
            <a:ext cx="23274528" cy="2474216"/>
          </a:xfrm>
        </p:spPr>
        <p:txBody>
          <a:bodyPr rIns="457200"/>
          <a:lstStyle>
            <a:lvl1pPr>
              <a:lnSpc>
                <a:spcPct val="100000"/>
              </a:lnSpc>
              <a:buNone/>
              <a:defRPr>
                <a:solidFill>
                  <a:srgbClr val="F4F4F4"/>
                </a:solidFill>
              </a:defRPr>
            </a:lvl1pPr>
          </a:lstStyle>
          <a:p>
            <a:r>
              <a:t>Click to edit Master title style</a:t>
            </a:r>
          </a:p>
        </p:txBody>
      </p:sp>
      <p:sp>
        <p:nvSpPr>
          <p:cNvPr id="2" name="Footer Placeholder 1">
            <a:extLst>
              <a:ext uri="{FF2B5EF4-FFF2-40B4-BE49-F238E27FC236}">
                <a16:creationId xmlns:a16="http://schemas.microsoft.com/office/drawing/2014/main" id="{5EEE0C51-04A9-2C41-9846-4EA234CF087A}"/>
              </a:ext>
            </a:extLst>
          </p:cNvPr>
          <p:cNvSpPr>
            <a:spLocks noGrp="1"/>
          </p:cNvSpPr>
          <p:nvPr>
            <p:ph type="ftr" idx="16"/>
          </p:nvPr>
        </p:nvSpPr>
        <p:spPr/>
        <p:txBody>
          <a:bodyPr/>
          <a:lstStyle/>
          <a:p>
            <a:r>
              <a:t>IBM TechXchange | © 2026 IBM Corporation</a:t>
            </a:r>
          </a:p>
        </p:txBody>
      </p:sp>
      <p:sp>
        <p:nvSpPr>
          <p:cNvPr id="10" name="Slide Number Placeholder 9">
            <a:extLst>
              <a:ext uri="{FF2B5EF4-FFF2-40B4-BE49-F238E27FC236}">
                <a16:creationId xmlns:a16="http://schemas.microsoft.com/office/drawing/2014/main" id="{34970478-D2C2-5D42-A4C0-9336D6176B5A}"/>
              </a:ext>
            </a:extLst>
          </p:cNvPr>
          <p:cNvSpPr>
            <a:spLocks noGrp="1"/>
          </p:cNvSpPr>
          <p:nvPr>
            <p:ph type="sldNum" idx="17"/>
          </p:nvPr>
        </p:nvSpPr>
        <p:spPr/>
        <p:txBody>
          <a:bodyPr/>
          <a:lstStyle/>
          <a:p>
            <a:fld id="{86CB4B4D-7CA3-9044-876B-883B54F8677D}" type="slidenum">
              <a:t>‹#›</a:t>
            </a:fld>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_Images grid">
    <p:bg>
      <p:bgPr>
        <a:solidFill>
          <a:schemeClr val="tx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1F98FABB-9E74-6D4A-BC4E-5CDA5B494956}"/>
              </a:ext>
            </a:extLst>
          </p:cNvPr>
          <p:cNvSpPr>
            <a:spLocks noGrp="1"/>
          </p:cNvSpPr>
          <p:nvPr/>
        </p:nvSpPr>
        <p:spPr>
          <a:xfrm>
            <a:off x="-1" y="0"/>
            <a:ext cx="24387175" cy="13716000"/>
          </a:xfrm>
          <a:prstGeom prst="rect">
            <a:avLst/>
          </a:prstGeom>
          <a:solidFill>
            <a:schemeClr val="tx1"/>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chemeClr val="bg1"/>
              </a:solidFill>
              <a:latin typeface="+mn-lt"/>
              <a:ea typeface="+mn-lt"/>
              <a:cs typeface="+mn-lt"/>
            </a:endParaRPr>
          </a:p>
        </p:txBody>
      </p:sp>
      <p:sp>
        <p:nvSpPr>
          <p:cNvPr id="5" name="Picture Placeholder 10">
            <a:extLst>
              <a:ext uri="{FF2B5EF4-FFF2-40B4-BE49-F238E27FC236}">
                <a16:creationId xmlns:a16="http://schemas.microsoft.com/office/drawing/2014/main" id="{468A48E8-BE84-7972-AB73-8E31C1C13499}"/>
              </a:ext>
            </a:extLst>
          </p:cNvPr>
          <p:cNvSpPr>
            <a:spLocks noGrp="1"/>
          </p:cNvSpPr>
          <p:nvPr>
            <p:ph type="pic" idx="15" hasCustomPrompt="1"/>
          </p:nvPr>
        </p:nvSpPr>
        <p:spPr>
          <a:xfrm>
            <a:off x="6101026" y="899"/>
            <a:ext cx="12186973" cy="6115974"/>
          </a:xfrm>
          <a:prstGeom prst="rect">
            <a:avLst/>
          </a:prstGeom>
          <a:solidFill>
            <a:srgbClr val="525252"/>
          </a:solidFill>
        </p:spPr>
        <p:txBody>
          <a:bodyPr anchor="ctr"/>
          <a:lstStyle>
            <a:lvl1pPr algn="ctr">
              <a:buNone/>
              <a:defRPr>
                <a:solidFill>
                  <a:srgbClr val="F4F4F4"/>
                </a:solidFill>
              </a:defRPr>
            </a:lvl1pPr>
          </a:lstStyle>
          <a:p>
            <a:r>
              <a:t>Place imagery here</a:t>
            </a:r>
          </a:p>
        </p:txBody>
      </p:sp>
      <p:sp>
        <p:nvSpPr>
          <p:cNvPr id="11" name="Picture Placeholder 10">
            <a:extLst>
              <a:ext uri="{FF2B5EF4-FFF2-40B4-BE49-F238E27FC236}">
                <a16:creationId xmlns:a16="http://schemas.microsoft.com/office/drawing/2014/main" id="{7B9CB0EE-399D-E7B8-85E6-488055A857C4}"/>
              </a:ext>
            </a:extLst>
          </p:cNvPr>
          <p:cNvSpPr>
            <a:spLocks noGrp="1"/>
          </p:cNvSpPr>
          <p:nvPr>
            <p:ph type="pic" idx="19" hasCustomPrompt="1"/>
          </p:nvPr>
        </p:nvSpPr>
        <p:spPr>
          <a:xfrm>
            <a:off x="1588" y="6116873"/>
            <a:ext cx="6077577" cy="6080596"/>
          </a:xfrm>
          <a:prstGeom prst="rect">
            <a:avLst/>
          </a:prstGeom>
          <a:solidFill>
            <a:srgbClr val="525252"/>
          </a:solidFill>
        </p:spPr>
        <p:txBody>
          <a:bodyPr anchor="ctr"/>
          <a:lstStyle>
            <a:lvl1pPr algn="ctr">
              <a:buNone/>
              <a:defRPr>
                <a:solidFill>
                  <a:srgbClr val="F4F4F4"/>
                </a:solidFill>
              </a:defRPr>
            </a:lvl1pPr>
          </a:lstStyle>
          <a:p>
            <a:r>
              <a:t>Place imagery here</a:t>
            </a:r>
          </a:p>
        </p:txBody>
      </p:sp>
      <p:sp>
        <p:nvSpPr>
          <p:cNvPr id="12" name="Picture Placeholder 10">
            <a:extLst>
              <a:ext uri="{FF2B5EF4-FFF2-40B4-BE49-F238E27FC236}">
                <a16:creationId xmlns:a16="http://schemas.microsoft.com/office/drawing/2014/main" id="{006E546E-2AFE-C74E-3532-5D6612A3AD87}"/>
              </a:ext>
            </a:extLst>
          </p:cNvPr>
          <p:cNvSpPr>
            <a:spLocks noGrp="1"/>
          </p:cNvSpPr>
          <p:nvPr>
            <p:ph type="pic" idx="20" hasCustomPrompt="1"/>
          </p:nvPr>
        </p:nvSpPr>
        <p:spPr>
          <a:xfrm>
            <a:off x="12222885" y="6116873"/>
            <a:ext cx="12162702" cy="6080596"/>
          </a:xfrm>
          <a:prstGeom prst="rect">
            <a:avLst/>
          </a:prstGeom>
          <a:solidFill>
            <a:srgbClr val="525252"/>
          </a:solidFill>
        </p:spPr>
        <p:txBody>
          <a:bodyPr anchor="ctr"/>
          <a:lstStyle>
            <a:lvl1pPr algn="ctr">
              <a:buNone/>
              <a:defRPr>
                <a:solidFill>
                  <a:srgbClr val="F4F4F4"/>
                </a:solidFill>
              </a:defRPr>
            </a:lvl1pPr>
          </a:lstStyle>
          <a:p>
            <a:r>
              <a:t>Place imagery here</a:t>
            </a:r>
          </a:p>
        </p:txBody>
      </p:sp>
      <p:sp>
        <p:nvSpPr>
          <p:cNvPr id="3" name="Title 1">
            <a:extLst>
              <a:ext uri="{FF2B5EF4-FFF2-40B4-BE49-F238E27FC236}">
                <a16:creationId xmlns:a16="http://schemas.microsoft.com/office/drawing/2014/main" id="{63BB8FDD-3412-E9EE-8A7C-A6A76F2B68D8}"/>
              </a:ext>
            </a:extLst>
          </p:cNvPr>
          <p:cNvSpPr>
            <a:spLocks noGrp="1"/>
          </p:cNvSpPr>
          <p:nvPr>
            <p:ph type="title"/>
          </p:nvPr>
        </p:nvSpPr>
        <p:spPr>
          <a:xfrm>
            <a:off x="537973" y="396575"/>
            <a:ext cx="4986528" cy="3032426"/>
          </a:xfrm>
        </p:spPr>
        <p:txBody>
          <a:bodyPr rIns="457200"/>
          <a:lstStyle>
            <a:lvl1pPr>
              <a:lnSpc>
                <a:spcPct val="100000"/>
              </a:lnSpc>
              <a:buNone/>
              <a:defRPr>
                <a:solidFill>
                  <a:srgbClr val="F4F4F4"/>
                </a:solidFill>
              </a:defRPr>
            </a:lvl1pPr>
          </a:lstStyle>
          <a:p>
            <a:r>
              <a:t>Click to edit Master title style</a:t>
            </a:r>
          </a:p>
        </p:txBody>
      </p:sp>
      <p:sp>
        <p:nvSpPr>
          <p:cNvPr id="6" name="Text Placeholder 10">
            <a:extLst>
              <a:ext uri="{FF2B5EF4-FFF2-40B4-BE49-F238E27FC236}">
                <a16:creationId xmlns:a16="http://schemas.microsoft.com/office/drawing/2014/main" id="{E0DA1707-6C7E-1724-4E62-628D2A33B386}"/>
              </a:ext>
            </a:extLst>
          </p:cNvPr>
          <p:cNvSpPr>
            <a:spLocks noGrp="1"/>
          </p:cNvSpPr>
          <p:nvPr>
            <p:ph type="body" idx="17"/>
          </p:nvPr>
        </p:nvSpPr>
        <p:spPr>
          <a:xfrm>
            <a:off x="6670940" y="6858000"/>
            <a:ext cx="4960170" cy="5138738"/>
          </a:xfrm>
        </p:spPr>
        <p:txBody>
          <a:bodyPr/>
          <a:lstStyle>
            <a:lvl1pPr>
              <a:spcBef>
                <a:spcPts val="0"/>
              </a:spcBef>
              <a:spcAft>
                <a:spcPts val="3600"/>
              </a:spcAft>
              <a:buNone/>
              <a:defRPr sz="3600">
                <a:solidFill>
                  <a:srgbClr val="F4F4F4"/>
                </a:solidFill>
              </a:defRPr>
            </a:lvl1pPr>
            <a:lvl2pPr marL="256032" indent="-256032">
              <a:spcBef>
                <a:spcPts val="0"/>
              </a:spcBef>
              <a:spcAft>
                <a:spcPts val="3600"/>
              </a:spcAft>
              <a:buNone/>
              <a:defRPr sz="3600">
                <a:solidFill>
                  <a:srgbClr val="F4F4F4"/>
                </a:solidFill>
              </a:defRPr>
            </a:lvl2pPr>
            <a:lvl3pPr marL="512064" indent="-256032">
              <a:spcBef>
                <a:spcPts val="0"/>
              </a:spcBef>
              <a:spcAft>
                <a:spcPts val="3600"/>
              </a:spcAft>
              <a:buNone/>
              <a:defRPr sz="3600">
                <a:solidFill>
                  <a:srgbClr val="F4F4F4"/>
                </a:solidFill>
              </a:defRPr>
            </a:lvl3pPr>
            <a:lvl4pPr marL="768096" indent="-256032">
              <a:spcBef>
                <a:spcPts val="0"/>
              </a:spcBef>
              <a:spcAft>
                <a:spcPts val="3600"/>
              </a:spcAft>
              <a:buNone/>
              <a:defRPr sz="3600">
                <a:solidFill>
                  <a:srgbClr val="F4F4F4"/>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0" name="Text Placeholder 10">
            <a:extLst>
              <a:ext uri="{FF2B5EF4-FFF2-40B4-BE49-F238E27FC236}">
                <a16:creationId xmlns:a16="http://schemas.microsoft.com/office/drawing/2014/main" id="{6678E61A-FAE0-02C2-9E52-B553A1B787BE}"/>
              </a:ext>
            </a:extLst>
          </p:cNvPr>
          <p:cNvSpPr>
            <a:spLocks noGrp="1"/>
          </p:cNvSpPr>
          <p:nvPr>
            <p:ph type="body" idx="18"/>
          </p:nvPr>
        </p:nvSpPr>
        <p:spPr>
          <a:xfrm>
            <a:off x="18859500" y="495789"/>
            <a:ext cx="4960170" cy="5138738"/>
          </a:xfrm>
        </p:spPr>
        <p:txBody>
          <a:bodyPr/>
          <a:lstStyle>
            <a:lvl1pPr>
              <a:spcBef>
                <a:spcPts val="0"/>
              </a:spcBef>
              <a:spcAft>
                <a:spcPts val="3600"/>
              </a:spcAft>
              <a:buNone/>
              <a:defRPr sz="3600">
                <a:solidFill>
                  <a:srgbClr val="F4F4F4"/>
                </a:solidFill>
              </a:defRPr>
            </a:lvl1pPr>
            <a:lvl2pPr marL="256032" indent="-256032">
              <a:spcBef>
                <a:spcPts val="0"/>
              </a:spcBef>
              <a:spcAft>
                <a:spcPts val="3600"/>
              </a:spcAft>
              <a:buNone/>
              <a:defRPr sz="3600">
                <a:solidFill>
                  <a:srgbClr val="F4F4F4"/>
                </a:solidFill>
              </a:defRPr>
            </a:lvl2pPr>
            <a:lvl3pPr marL="512064" indent="-256032">
              <a:spcBef>
                <a:spcPts val="0"/>
              </a:spcBef>
              <a:spcAft>
                <a:spcPts val="3600"/>
              </a:spcAft>
              <a:buNone/>
              <a:defRPr sz="3600">
                <a:solidFill>
                  <a:srgbClr val="F4F4F4"/>
                </a:solidFill>
              </a:defRPr>
            </a:lvl3pPr>
            <a:lvl4pPr marL="768096" indent="-256032">
              <a:spcBef>
                <a:spcPts val="0"/>
              </a:spcBef>
              <a:spcAft>
                <a:spcPts val="3600"/>
              </a:spcAft>
              <a:buNone/>
              <a:defRPr sz="3600">
                <a:solidFill>
                  <a:srgbClr val="F4F4F4"/>
                </a:solidFill>
              </a:defRPr>
            </a:lvl4pPr>
            <a:lvl5pPr>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2" name="Footer Placeholder 1">
            <a:extLst>
              <a:ext uri="{FF2B5EF4-FFF2-40B4-BE49-F238E27FC236}">
                <a16:creationId xmlns:a16="http://schemas.microsoft.com/office/drawing/2014/main" id="{C8EFE125-BC27-57A9-192D-15C1DFD9A9D3}"/>
              </a:ext>
            </a:extLst>
          </p:cNvPr>
          <p:cNvSpPr>
            <a:spLocks noGrp="1"/>
          </p:cNvSpPr>
          <p:nvPr>
            <p:ph type="ftr" idx="21"/>
          </p:nvPr>
        </p:nvSpPr>
        <p:spPr/>
        <p:txBody>
          <a:bodyPr/>
          <a:lstStyle/>
          <a:p>
            <a:r>
              <a:t>IBM TechXchange | © 2026 IBM Corporation</a:t>
            </a:r>
          </a:p>
        </p:txBody>
      </p:sp>
      <p:sp>
        <p:nvSpPr>
          <p:cNvPr id="4" name="Slide Number Placeholder 3">
            <a:extLst>
              <a:ext uri="{FF2B5EF4-FFF2-40B4-BE49-F238E27FC236}">
                <a16:creationId xmlns:a16="http://schemas.microsoft.com/office/drawing/2014/main" id="{A31406F7-3479-F3F4-C978-2225E53757C3}"/>
              </a:ext>
            </a:extLst>
          </p:cNvPr>
          <p:cNvSpPr>
            <a:spLocks noGrp="1"/>
          </p:cNvSpPr>
          <p:nvPr>
            <p:ph type="sldNum" idx="22"/>
          </p:nvPr>
        </p:nvSpPr>
        <p:spPr/>
        <p:txBody>
          <a:bodyPr/>
          <a:lstStyle/>
          <a:p>
            <a:fld id="{86CB4B4D-7CA3-9044-876B-883B54F8677D}" type="slidenum">
              <a:t>‹#›</a:t>
            </a:fld>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1_Image with margins">
    <p:bg>
      <p:bgPr>
        <a:solidFill>
          <a:schemeClr val="tx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B766D6E-DF18-5448-B596-5E2F0F06EFC3}"/>
              </a:ext>
            </a:extLst>
          </p:cNvPr>
          <p:cNvSpPr>
            <a:spLocks noGrp="1"/>
          </p:cNvSpPr>
          <p:nvPr/>
        </p:nvSpPr>
        <p:spPr>
          <a:xfrm>
            <a:off x="-1" y="0"/>
            <a:ext cx="24387175" cy="13716000"/>
          </a:xfrm>
          <a:prstGeom prst="rect">
            <a:avLst/>
          </a:prstGeom>
          <a:solidFill>
            <a:schemeClr val="tx1"/>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chemeClr val="bg1"/>
              </a:solidFill>
              <a:latin typeface="+mn-lt"/>
              <a:ea typeface="+mn-lt"/>
              <a:cs typeface="+mn-lt"/>
            </a:endParaRPr>
          </a:p>
        </p:txBody>
      </p:sp>
      <p:sp>
        <p:nvSpPr>
          <p:cNvPr id="4" name="Picture Placeholder 3">
            <a:extLst>
              <a:ext uri="{FF2B5EF4-FFF2-40B4-BE49-F238E27FC236}">
                <a16:creationId xmlns:a16="http://schemas.microsoft.com/office/drawing/2014/main" id="{34239CCE-9A38-90E1-F860-FF40FBDA2409}"/>
              </a:ext>
            </a:extLst>
          </p:cNvPr>
          <p:cNvSpPr>
            <a:spLocks noGrp="1"/>
          </p:cNvSpPr>
          <p:nvPr>
            <p:ph type="pic" idx="11" hasCustomPrompt="1"/>
          </p:nvPr>
        </p:nvSpPr>
        <p:spPr>
          <a:xfrm>
            <a:off x="568325" y="569913"/>
            <a:ext cx="23244175" cy="12580936"/>
          </a:xfrm>
          <a:prstGeom prst="rect">
            <a:avLst/>
          </a:prstGeom>
          <a:solidFill>
            <a:srgbClr val="525252"/>
          </a:solidFill>
        </p:spPr>
        <p:txBody>
          <a:bodyPr anchor="ctr"/>
          <a:lstStyle>
            <a:lvl1pPr algn="ctr">
              <a:buNone/>
              <a:defRPr>
                <a:solidFill>
                  <a:srgbClr val="F4F4F4"/>
                </a:solidFill>
              </a:defRPr>
            </a:lvl1pPr>
          </a:lstStyle>
          <a:p>
            <a:r>
              <a:t>Place imagery here</a:t>
            </a:r>
          </a:p>
        </p:txBody>
      </p:sp>
      <p:sp>
        <p:nvSpPr>
          <p:cNvPr id="3" name="Footer Placeholder 2">
            <a:extLst>
              <a:ext uri="{FF2B5EF4-FFF2-40B4-BE49-F238E27FC236}">
                <a16:creationId xmlns:a16="http://schemas.microsoft.com/office/drawing/2014/main" id="{B259C93C-0CB6-1FF9-60B7-0C66551FA3D4}"/>
              </a:ext>
            </a:extLst>
          </p:cNvPr>
          <p:cNvSpPr>
            <a:spLocks noGrp="1"/>
          </p:cNvSpPr>
          <p:nvPr>
            <p:ph type="ftr" idx="12"/>
          </p:nvPr>
        </p:nvSpPr>
        <p:spPr/>
        <p:txBody>
          <a:bodyPr/>
          <a:lstStyle/>
          <a:p>
            <a:r>
              <a:t>IBM TechXchange | © 2026 IBM Corporation</a:t>
            </a:r>
          </a:p>
        </p:txBody>
      </p:sp>
      <p:sp>
        <p:nvSpPr>
          <p:cNvPr id="5" name="Slide Number Placeholder 4">
            <a:extLst>
              <a:ext uri="{FF2B5EF4-FFF2-40B4-BE49-F238E27FC236}">
                <a16:creationId xmlns:a16="http://schemas.microsoft.com/office/drawing/2014/main" id="{BDF19A36-8970-9494-400F-288EF9B1A8EB}"/>
              </a:ext>
            </a:extLst>
          </p:cNvPr>
          <p:cNvSpPr>
            <a:spLocks noGrp="1"/>
          </p:cNvSpPr>
          <p:nvPr>
            <p:ph type="sldNum" idx="13"/>
          </p:nvPr>
        </p:nvSpPr>
        <p:spPr/>
        <p:txBody>
          <a:bodyPr/>
          <a:lstStyle/>
          <a:p>
            <a:fld id="{86CB4B4D-7CA3-9044-876B-883B54F8677D}" type="slidenum">
              <a:t>‹#›</a:t>
            </a:fld>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1_Left side text, grey+white">
    <p:bg>
      <p:bgPr>
        <a:solidFill>
          <a:srgbClr val="F4F4F4"/>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DF3BA29-E81F-2784-6F22-55C9D69D735C}"/>
              </a:ext>
            </a:extLst>
          </p:cNvPr>
          <p:cNvSpPr>
            <a:spLocks noGrp="1"/>
          </p:cNvSpPr>
          <p:nvPr/>
        </p:nvSpPr>
        <p:spPr>
          <a:xfrm>
            <a:off x="-1" y="-1"/>
            <a:ext cx="6096001" cy="13716001"/>
          </a:xfrm>
          <a:prstGeom prst="rect">
            <a:avLst/>
          </a:prstGeom>
          <a:solidFill>
            <a:schemeClr val="tx1"/>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121920" tIns="121920" rIns="121920" bIns="121920" anchor="t"/>
          <a:lstStyle/>
          <a:p>
            <a:pPr defTabSz="1219170">
              <a:spcBef>
                <a:spcPct val="0"/>
              </a:spcBef>
              <a:spcAft>
                <a:spcPct val="0"/>
              </a:spcAft>
              <a:buNone/>
            </a:pPr>
            <a:endParaRPr sz="1867">
              <a:solidFill>
                <a:schemeClr val="bg1"/>
              </a:solidFill>
            </a:endParaRPr>
          </a:p>
        </p:txBody>
      </p:sp>
      <p:sp>
        <p:nvSpPr>
          <p:cNvPr id="7" name="Text Placeholder 4">
            <a:extLst>
              <a:ext uri="{FF2B5EF4-FFF2-40B4-BE49-F238E27FC236}">
                <a16:creationId xmlns:a16="http://schemas.microsoft.com/office/drawing/2014/main" id="{B46CC3A1-4537-FC29-D1E2-9858E5E2B37B}"/>
              </a:ext>
            </a:extLst>
          </p:cNvPr>
          <p:cNvSpPr>
            <a:spLocks noGrp="1"/>
          </p:cNvSpPr>
          <p:nvPr>
            <p:ph type="body" idx="12"/>
          </p:nvPr>
        </p:nvSpPr>
        <p:spPr>
          <a:xfrm>
            <a:off x="576073" y="3435535"/>
            <a:ext cx="4948427" cy="8572500"/>
          </a:xfrm>
        </p:spPr>
        <p:txBody>
          <a:bodyPr/>
          <a:lstStyle>
            <a:lvl1pPr>
              <a:lnSpc>
                <a:spcPct val="110000"/>
              </a:lnSpc>
              <a:spcBef>
                <a:spcPts val="0"/>
              </a:spcBef>
              <a:buNone/>
              <a:defRPr>
                <a:solidFill>
                  <a:schemeClr val="bg1"/>
                </a:solidFill>
              </a:defRPr>
            </a:lvl1pPr>
            <a:lvl2pPr>
              <a:lnSpc>
                <a:spcPct val="110000"/>
              </a:lnSpc>
              <a:spcBef>
                <a:spcPts val="0"/>
              </a:spcBef>
              <a:buNone/>
              <a:defRPr>
                <a:solidFill>
                  <a:schemeClr val="bg1"/>
                </a:solidFill>
              </a:defRPr>
            </a:lvl2pPr>
            <a:lvl3pPr>
              <a:lnSpc>
                <a:spcPct val="110000"/>
              </a:lnSpc>
              <a:spcBef>
                <a:spcPts val="0"/>
              </a:spcBef>
              <a:buNone/>
              <a:defRPr>
                <a:solidFill>
                  <a:schemeClr val="bg1"/>
                </a:solidFill>
              </a:defRPr>
            </a:lvl3pPr>
            <a:lvl4pPr>
              <a:lnSpc>
                <a:spcPct val="110000"/>
              </a:lnSpc>
              <a:spcBef>
                <a:spcPts val="0"/>
              </a:spcBef>
              <a:buNone/>
              <a:defRPr>
                <a:solidFill>
                  <a:schemeClr val="bg1"/>
                </a:solidFill>
              </a:defRPr>
            </a:lvl4pPr>
            <a:lvl5pPr>
              <a:lnSpc>
                <a:spcPct val="110000"/>
              </a:lnSpc>
              <a:spcBef>
                <a:spcPts val="0"/>
              </a:spcBef>
              <a:buNone/>
              <a:defRPr>
                <a:solidFill>
                  <a:schemeClr val="tx1"/>
                </a:solidFill>
              </a:defRPr>
            </a:lvl5pPr>
          </a:lstStyle>
          <a:p>
            <a:pPr lvl="0">
              <a:buNone/>
            </a:pPr>
            <a:r>
              <a:t>Click to edit Master text</a:t>
            </a:r>
          </a:p>
          <a:p>
            <a:pPr lvl="1">
              <a:buNone/>
            </a:pPr>
            <a:r>
              <a:t>Second level</a:t>
            </a:r>
          </a:p>
          <a:p>
            <a:pPr lvl="2">
              <a:buNone/>
            </a:pPr>
            <a:r>
              <a:t>Third level</a:t>
            </a:r>
          </a:p>
          <a:p>
            <a:pPr lvl="3">
              <a:buNone/>
            </a:pPr>
            <a:r>
              <a:t>Fourth level</a:t>
            </a:r>
          </a:p>
        </p:txBody>
      </p:sp>
      <p:sp>
        <p:nvSpPr>
          <p:cNvPr id="8" name="Title 1">
            <a:extLst>
              <a:ext uri="{FF2B5EF4-FFF2-40B4-BE49-F238E27FC236}">
                <a16:creationId xmlns:a16="http://schemas.microsoft.com/office/drawing/2014/main" id="{D29BAF6E-9877-855F-9A5E-2AFA760A83B3}"/>
              </a:ext>
            </a:extLst>
          </p:cNvPr>
          <p:cNvSpPr>
            <a:spLocks noGrp="1"/>
          </p:cNvSpPr>
          <p:nvPr>
            <p:ph type="title"/>
          </p:nvPr>
        </p:nvSpPr>
        <p:spPr>
          <a:xfrm>
            <a:off x="538494" y="383874"/>
            <a:ext cx="4986006" cy="2859087"/>
          </a:xfrm>
        </p:spPr>
        <p:txBody>
          <a:bodyPr rIns="457200"/>
          <a:lstStyle>
            <a:lvl1pPr>
              <a:lnSpc>
                <a:spcPct val="100000"/>
              </a:lnSpc>
              <a:buNone/>
              <a:defRPr sz="6400">
                <a:solidFill>
                  <a:schemeClr val="bg1"/>
                </a:solidFill>
              </a:defRPr>
            </a:lvl1pPr>
          </a:lstStyle>
          <a:p>
            <a:r>
              <a:t>Click to edit Master title style</a:t>
            </a:r>
          </a:p>
        </p:txBody>
      </p:sp>
      <p:sp>
        <p:nvSpPr>
          <p:cNvPr id="11" name="Rectangle 10">
            <a:extLst>
              <a:ext uri="{FF2B5EF4-FFF2-40B4-BE49-F238E27FC236}">
                <a16:creationId xmlns:a16="http://schemas.microsoft.com/office/drawing/2014/main" id="{B15C574F-4980-D643-A624-889AB26D12D1}"/>
              </a:ext>
            </a:extLst>
          </p:cNvPr>
          <p:cNvSpPr>
            <a:spLocks noGrp="1"/>
          </p:cNvSpPr>
          <p:nvPr/>
        </p:nvSpPr>
        <p:spPr>
          <a:xfrm>
            <a:off x="0" y="13075920"/>
            <a:ext cx="24387175" cy="640080"/>
          </a:xfrm>
          <a:prstGeom prst="rect">
            <a:avLst/>
          </a:prstGeom>
          <a:solidFill>
            <a:schemeClr val="tx1"/>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2" name="Footer Placeholder 1">
            <a:extLst>
              <a:ext uri="{FF2B5EF4-FFF2-40B4-BE49-F238E27FC236}">
                <a16:creationId xmlns:a16="http://schemas.microsoft.com/office/drawing/2014/main" id="{674463FE-0494-9613-835E-DDCC52B3929E}"/>
              </a:ext>
            </a:extLst>
          </p:cNvPr>
          <p:cNvSpPr>
            <a:spLocks noGrp="1"/>
          </p:cNvSpPr>
          <p:nvPr>
            <p:ph type="ftr" idx="13"/>
          </p:nvPr>
        </p:nvSpPr>
        <p:spPr/>
        <p:txBody>
          <a:bodyPr/>
          <a:lstStyle/>
          <a:p>
            <a:r>
              <a:t>IBM TechXchange | © 2026 IBM Corporation</a:t>
            </a:r>
          </a:p>
        </p:txBody>
      </p:sp>
      <p:sp>
        <p:nvSpPr>
          <p:cNvPr id="3" name="Slide Number Placeholder 2">
            <a:extLst>
              <a:ext uri="{FF2B5EF4-FFF2-40B4-BE49-F238E27FC236}">
                <a16:creationId xmlns:a16="http://schemas.microsoft.com/office/drawing/2014/main" id="{20CF00D1-1025-DC29-F76B-C9049B30BA5F}"/>
              </a:ext>
            </a:extLst>
          </p:cNvPr>
          <p:cNvSpPr>
            <a:spLocks noGrp="1"/>
          </p:cNvSpPr>
          <p:nvPr>
            <p:ph type="sldNum" idx="14"/>
          </p:nvPr>
        </p:nvSpPr>
        <p:spPr/>
        <p:txBody>
          <a:bodyPr/>
          <a:lstStyle/>
          <a:p>
            <a:fld id="{86CB4B4D-7CA3-9044-876B-883B54F8677D}" type="slidenum">
              <a:t>‹#›</a:t>
            </a:fld>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1_2 titles, text (split background)">
    <p:bg>
      <p:bgPr>
        <a:solidFill>
          <a:srgbClr val="F4F4F4"/>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E1F66A6-2402-265D-0101-B6536490AFAC}"/>
              </a:ext>
            </a:extLst>
          </p:cNvPr>
          <p:cNvSpPr>
            <a:spLocks noGrp="1"/>
          </p:cNvSpPr>
          <p:nvPr/>
        </p:nvSpPr>
        <p:spPr>
          <a:xfrm>
            <a:off x="12192000" y="0"/>
            <a:ext cx="12195175" cy="13716001"/>
          </a:xfrm>
          <a:prstGeom prst="rect">
            <a:avLst/>
          </a:prstGeom>
          <a:solidFill>
            <a:srgbClr val="F4F4F4"/>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121920" tIns="121920" rIns="121920" bIns="121920" anchor="t"/>
          <a:lstStyle/>
          <a:p>
            <a:pPr defTabSz="1219170">
              <a:spcBef>
                <a:spcPct val="0"/>
              </a:spcBef>
              <a:spcAft>
                <a:spcPct val="0"/>
              </a:spcAft>
              <a:buNone/>
            </a:pPr>
            <a:endParaRPr sz="1867">
              <a:solidFill>
                <a:schemeClr val="bg1"/>
              </a:solidFill>
            </a:endParaRPr>
          </a:p>
        </p:txBody>
      </p:sp>
      <p:sp>
        <p:nvSpPr>
          <p:cNvPr id="6" name="Text Placeholder 5">
            <a:extLst>
              <a:ext uri="{FF2B5EF4-FFF2-40B4-BE49-F238E27FC236}">
                <a16:creationId xmlns:a16="http://schemas.microsoft.com/office/drawing/2014/main" id="{1116610E-CC1C-9D9D-DB96-DEDE65B2F055}"/>
              </a:ext>
            </a:extLst>
          </p:cNvPr>
          <p:cNvSpPr>
            <a:spLocks noGrp="1"/>
          </p:cNvSpPr>
          <p:nvPr>
            <p:ph type="body" idx="18"/>
          </p:nvPr>
        </p:nvSpPr>
        <p:spPr>
          <a:xfrm>
            <a:off x="576073" y="2424223"/>
            <a:ext cx="11042840" cy="701749"/>
          </a:xfrm>
        </p:spPr>
        <p:txBody>
          <a:bodyPr anchor="t"/>
          <a:lstStyle>
            <a:lvl1pPr>
              <a:lnSpc>
                <a:spcPct val="110000"/>
              </a:lnSpc>
              <a:spcBef>
                <a:spcPts val="0"/>
              </a:spcBef>
              <a:spcAft>
                <a:spcPts val="1200"/>
              </a:spcAft>
              <a:buNone/>
              <a:defRPr sz="3600">
                <a:solidFill>
                  <a:schemeClr val="tx1"/>
                </a:solidFill>
              </a:defRPr>
            </a:lvl1pPr>
            <a:lvl2pPr marL="256032" indent="-256032">
              <a:lnSpc>
                <a:spcPct val="110000"/>
              </a:lnSpc>
              <a:spcBef>
                <a:spcPts val="0"/>
              </a:spcBef>
              <a:spcAft>
                <a:spcPts val="1200"/>
              </a:spcAft>
              <a:buNone/>
              <a:defRPr sz="3600">
                <a:solidFill>
                  <a:schemeClr val="tx1"/>
                </a:solidFill>
              </a:defRPr>
            </a:lvl2pPr>
            <a:lvl3pPr marL="512064" indent="-256032">
              <a:lnSpc>
                <a:spcPct val="110000"/>
              </a:lnSpc>
              <a:spcBef>
                <a:spcPts val="0"/>
              </a:spcBef>
              <a:spcAft>
                <a:spcPts val="1200"/>
              </a:spcAft>
              <a:buNone/>
              <a:defRPr sz="3600">
                <a:solidFill>
                  <a:schemeClr val="tx1"/>
                </a:solidFill>
              </a:defRPr>
            </a:lvl3pPr>
            <a:lvl4pPr marL="768096" indent="-256032">
              <a:lnSpc>
                <a:spcPct val="110000"/>
              </a:lnSpc>
              <a:spcBef>
                <a:spcPts val="0"/>
              </a:spcBef>
              <a:spcAft>
                <a:spcPts val="1200"/>
              </a:spcAft>
              <a:buNone/>
              <a:defRPr sz="3600">
                <a:solidFill>
                  <a:schemeClr val="tx1"/>
                </a:solidFill>
              </a:defRPr>
            </a:lvl4pPr>
            <a:lvl5pPr>
              <a:lnSpc>
                <a:spcPct val="110000"/>
              </a:lnSpc>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7" name="Text Placeholder 5">
            <a:extLst>
              <a:ext uri="{FF2B5EF4-FFF2-40B4-BE49-F238E27FC236}">
                <a16:creationId xmlns:a16="http://schemas.microsoft.com/office/drawing/2014/main" id="{39EE314B-511F-9A49-0794-209E594425F3}"/>
              </a:ext>
            </a:extLst>
          </p:cNvPr>
          <p:cNvSpPr>
            <a:spLocks noGrp="1"/>
          </p:cNvSpPr>
          <p:nvPr>
            <p:ph type="body" idx="19"/>
          </p:nvPr>
        </p:nvSpPr>
        <p:spPr>
          <a:xfrm>
            <a:off x="12761723" y="2424223"/>
            <a:ext cx="11042840" cy="701749"/>
          </a:xfrm>
        </p:spPr>
        <p:txBody>
          <a:bodyPr anchor="t"/>
          <a:lstStyle>
            <a:lvl1pPr>
              <a:lnSpc>
                <a:spcPct val="110000"/>
              </a:lnSpc>
              <a:spcBef>
                <a:spcPts val="0"/>
              </a:spcBef>
              <a:spcAft>
                <a:spcPts val="1200"/>
              </a:spcAft>
              <a:buNone/>
              <a:defRPr sz="3600">
                <a:solidFill>
                  <a:schemeClr val="tx1"/>
                </a:solidFill>
              </a:defRPr>
            </a:lvl1pPr>
            <a:lvl2pPr marL="256032" indent="-256032">
              <a:lnSpc>
                <a:spcPct val="110000"/>
              </a:lnSpc>
              <a:spcBef>
                <a:spcPts val="0"/>
              </a:spcBef>
              <a:spcAft>
                <a:spcPts val="1200"/>
              </a:spcAft>
              <a:buNone/>
              <a:defRPr sz="3600">
                <a:solidFill>
                  <a:schemeClr val="tx1"/>
                </a:solidFill>
              </a:defRPr>
            </a:lvl2pPr>
            <a:lvl3pPr marL="512064" indent="-256032">
              <a:lnSpc>
                <a:spcPct val="110000"/>
              </a:lnSpc>
              <a:spcBef>
                <a:spcPts val="0"/>
              </a:spcBef>
              <a:spcAft>
                <a:spcPts val="1200"/>
              </a:spcAft>
              <a:buNone/>
              <a:defRPr sz="3600">
                <a:solidFill>
                  <a:schemeClr val="tx1"/>
                </a:solidFill>
              </a:defRPr>
            </a:lvl3pPr>
            <a:lvl4pPr marL="768096" indent="-256032">
              <a:lnSpc>
                <a:spcPct val="110000"/>
              </a:lnSpc>
              <a:spcBef>
                <a:spcPts val="0"/>
              </a:spcBef>
              <a:spcAft>
                <a:spcPts val="1200"/>
              </a:spcAft>
              <a:buNone/>
              <a:defRPr sz="3600">
                <a:solidFill>
                  <a:schemeClr val="tx1"/>
                </a:solidFill>
              </a:defRPr>
            </a:lvl4pPr>
            <a:lvl5pPr>
              <a:lnSpc>
                <a:spcPct val="110000"/>
              </a:lnSpc>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0" name="Title 1">
            <a:extLst>
              <a:ext uri="{FF2B5EF4-FFF2-40B4-BE49-F238E27FC236}">
                <a16:creationId xmlns:a16="http://schemas.microsoft.com/office/drawing/2014/main" id="{09494A4E-96C8-934A-2BEF-CA4D3BB1814E}"/>
              </a:ext>
            </a:extLst>
          </p:cNvPr>
          <p:cNvSpPr>
            <a:spLocks noGrp="1"/>
          </p:cNvSpPr>
          <p:nvPr>
            <p:ph type="title"/>
          </p:nvPr>
        </p:nvSpPr>
        <p:spPr>
          <a:xfrm>
            <a:off x="538494" y="383875"/>
            <a:ext cx="11086958" cy="984885"/>
          </a:xfrm>
        </p:spPr>
        <p:txBody>
          <a:bodyPr rIns="457200">
            <a:spAutoFit/>
          </a:bodyPr>
          <a:lstStyle>
            <a:lvl1pPr>
              <a:lnSpc>
                <a:spcPct val="100000"/>
              </a:lnSpc>
              <a:buNone/>
              <a:defRPr sz="6400">
                <a:solidFill>
                  <a:schemeClr val="tx1"/>
                </a:solidFill>
              </a:defRPr>
            </a:lvl1pPr>
          </a:lstStyle>
          <a:p>
            <a:r>
              <a:t>Click to edit Master title style</a:t>
            </a:r>
          </a:p>
        </p:txBody>
      </p:sp>
      <p:sp>
        <p:nvSpPr>
          <p:cNvPr id="16" name="Content Placeholder 15">
            <a:extLst>
              <a:ext uri="{FF2B5EF4-FFF2-40B4-BE49-F238E27FC236}">
                <a16:creationId xmlns:a16="http://schemas.microsoft.com/office/drawing/2014/main" id="{15665D22-4DC3-21E1-0450-1EE2C28B9B4F}"/>
              </a:ext>
            </a:extLst>
          </p:cNvPr>
          <p:cNvSpPr>
            <a:spLocks noGrp="1"/>
          </p:cNvSpPr>
          <p:nvPr>
            <p:ph idx="20" hasCustomPrompt="1"/>
          </p:nvPr>
        </p:nvSpPr>
        <p:spPr>
          <a:xfrm>
            <a:off x="12761913" y="383875"/>
            <a:ext cx="11087100" cy="985838"/>
          </a:xfrm>
          <a:prstGeom prst="rect">
            <a:avLst/>
          </a:prstGeom>
          <a:ln>
            <a:noFill/>
          </a:ln>
        </p:spPr>
        <p:txBody>
          <a:bodyPr/>
          <a:lstStyle>
            <a:lvl1pPr>
              <a:buNone/>
              <a:defRPr sz="6400" b="0" i="0" u="none" cap="none" spc="0" baseline="0">
                <a:solidFill>
                  <a:schemeClr val="tx1"/>
                </a:solidFill>
                <a:latin typeface="+mj-lt"/>
                <a:ea typeface="+mj-lt"/>
                <a:cs typeface="+mj-lt"/>
              </a:defRPr>
            </a:lvl1pPr>
          </a:lstStyle>
          <a:p>
            <a:pPr lvl="0">
              <a:buNone/>
            </a:pPr>
            <a:r>
              <a:t>Click to edit Master title style</a:t>
            </a:r>
          </a:p>
        </p:txBody>
      </p:sp>
      <p:sp>
        <p:nvSpPr>
          <p:cNvPr id="4" name="Rectangle 3">
            <a:extLst>
              <a:ext uri="{FF2B5EF4-FFF2-40B4-BE49-F238E27FC236}">
                <a16:creationId xmlns:a16="http://schemas.microsoft.com/office/drawing/2014/main" id="{9D2FD57A-ACA6-46C8-4793-81831B310C53}"/>
              </a:ext>
            </a:extLst>
          </p:cNvPr>
          <p:cNvSpPr>
            <a:spLocks noGrp="1"/>
          </p:cNvSpPr>
          <p:nvPr/>
        </p:nvSpPr>
        <p:spPr>
          <a:xfrm>
            <a:off x="0" y="13075920"/>
            <a:ext cx="24387175" cy="640080"/>
          </a:xfrm>
          <a:prstGeom prst="rect">
            <a:avLst/>
          </a:prstGeom>
          <a:solidFill>
            <a:srgbClr val="F4F4F4"/>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5" name="Footer Placeholder 3">
            <a:extLst>
              <a:ext uri="{FF2B5EF4-FFF2-40B4-BE49-F238E27FC236}">
                <a16:creationId xmlns:a16="http://schemas.microsoft.com/office/drawing/2014/main" id="{06720B8D-2FAB-14A4-265E-866AA156986F}"/>
              </a:ext>
            </a:extLst>
          </p:cNvPr>
          <p:cNvSpPr>
            <a:spLocks noGrp="1"/>
          </p:cNvSpPr>
          <p:nvPr>
            <p:ph type="ftr" idx="13"/>
          </p:nvPr>
        </p:nvSpPr>
        <p:spPr>
          <a:xfrm>
            <a:off x="568324" y="13272850"/>
            <a:ext cx="4956176" cy="246221"/>
          </a:xfrm>
        </p:spPr>
        <p:txBody>
          <a:bodyPr/>
          <a:lstStyle>
            <a:lvl1pPr>
              <a:buNone/>
              <a:defRPr>
                <a:solidFill>
                  <a:schemeClr val="tx1"/>
                </a:solidFill>
              </a:defRPr>
            </a:lvl1pPr>
          </a:lstStyle>
          <a:p>
            <a:r>
              <a:t>IBM TechXchange | © 2026 IBM Corporation</a:t>
            </a:r>
          </a:p>
        </p:txBody>
      </p:sp>
      <p:sp>
        <p:nvSpPr>
          <p:cNvPr id="8" name="Slide Number Placeholder 4">
            <a:extLst>
              <a:ext uri="{FF2B5EF4-FFF2-40B4-BE49-F238E27FC236}">
                <a16:creationId xmlns:a16="http://schemas.microsoft.com/office/drawing/2014/main" id="{BC6EE206-8E89-882E-BA8A-6135789BF553}"/>
              </a:ext>
            </a:extLst>
          </p:cNvPr>
          <p:cNvSpPr>
            <a:spLocks noGrp="1"/>
          </p:cNvSpPr>
          <p:nvPr>
            <p:ph type="sldNum" idx="14"/>
          </p:nvPr>
        </p:nvSpPr>
        <p:spPr>
          <a:xfrm>
            <a:off x="23541592" y="13272850"/>
            <a:ext cx="270908" cy="246221"/>
          </a:xfrm>
        </p:spPr>
        <p:txBody>
          <a:bodyPr/>
          <a:lstStyle>
            <a:lvl1pPr>
              <a:buNone/>
              <a:defRPr>
                <a:solidFill>
                  <a:schemeClr val="tx1"/>
                </a:solidFill>
              </a:defRPr>
            </a:lvl1pPr>
          </a:lstStyle>
          <a:p>
            <a:fld id="{86CB4B4D-7CA3-9044-876B-883B54F8677D}" type="slidenum">
              <a:t>‹#›</a:t>
            </a:fld>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1_1 data callout">
    <p:bg>
      <p:bgPr>
        <a:solidFill>
          <a:schemeClr val="tx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DB20D7FD-6784-59C5-938D-4728A153F52B}"/>
              </a:ext>
            </a:extLst>
          </p:cNvPr>
          <p:cNvSpPr>
            <a:spLocks noGrp="1"/>
          </p:cNvSpPr>
          <p:nvPr>
            <p:ph type="body" idx="13" hasCustomPrompt="1"/>
          </p:nvPr>
        </p:nvSpPr>
        <p:spPr>
          <a:xfrm>
            <a:off x="244060" y="577850"/>
            <a:ext cx="17377190" cy="6177076"/>
          </a:xfrm>
        </p:spPr>
        <p:txBody>
          <a:bodyPr wrap="square" anchor="t">
            <a:spAutoFit/>
          </a:bodyPr>
          <a:lstStyle>
            <a:lvl1pPr marL="0" marR="0" indent="0" algn="l" defTabSz="2438400">
              <a:lnSpc>
                <a:spcPct val="90000"/>
              </a:lnSpc>
              <a:spcBef>
                <a:spcPts val="0"/>
              </a:spcBef>
              <a:spcAft>
                <a:spcPts val="0"/>
              </a:spcAft>
              <a:buClrTx/>
              <a:buSzTx/>
              <a:buFontTx/>
              <a:buNone/>
              <a:defRPr sz="44600" b="0" i="0" u="none" cap="none" spc="0" baseline="0">
                <a:solidFill>
                  <a:srgbClr val="78A9FF"/>
                </a:solidFill>
                <a:latin typeface="IBM Plex Sans Light"/>
                <a:ea typeface="IBM Plex Sans Light"/>
                <a:cs typeface="IBM Plex Sans Light"/>
              </a:defRPr>
            </a:lvl1pPr>
          </a:lstStyle>
          <a:p>
            <a:r>
              <a:t>+00M</a:t>
            </a:r>
          </a:p>
        </p:txBody>
      </p:sp>
      <p:sp>
        <p:nvSpPr>
          <p:cNvPr id="8" name="Text Placeholder 7">
            <a:extLst>
              <a:ext uri="{FF2B5EF4-FFF2-40B4-BE49-F238E27FC236}">
                <a16:creationId xmlns:a16="http://schemas.microsoft.com/office/drawing/2014/main" id="{2D5E03B0-C633-E81D-0D42-3FCCAFD64B0F}"/>
              </a:ext>
            </a:extLst>
          </p:cNvPr>
          <p:cNvSpPr>
            <a:spLocks noGrp="1"/>
          </p:cNvSpPr>
          <p:nvPr>
            <p:ph type="body" idx="12"/>
          </p:nvPr>
        </p:nvSpPr>
        <p:spPr>
          <a:xfrm>
            <a:off x="587738" y="6941218"/>
            <a:ext cx="11031175" cy="2708434"/>
          </a:xfrm>
        </p:spPr>
        <p:txBody>
          <a:bodyPr wrap="square">
            <a:spAutoFit/>
          </a:bodyPr>
          <a:lstStyle>
            <a:lvl1pPr>
              <a:lnSpc>
                <a:spcPct val="100000"/>
              </a:lnSpc>
              <a:spcBef>
                <a:spcPts val="0"/>
              </a:spcBef>
              <a:buNone/>
              <a:defRPr sz="4400">
                <a:solidFill>
                  <a:schemeClr val="bg1"/>
                </a:solidFill>
              </a:defRPr>
            </a:lvl1pPr>
            <a:lvl2pPr marL="402336" indent="-402336">
              <a:lnSpc>
                <a:spcPct val="100000"/>
              </a:lnSpc>
              <a:spcBef>
                <a:spcPts val="0"/>
              </a:spcBef>
              <a:buNone/>
              <a:defRPr sz="4400">
                <a:solidFill>
                  <a:schemeClr val="bg1"/>
                </a:solidFill>
              </a:defRPr>
            </a:lvl2pPr>
            <a:lvl3pPr marL="804672" indent="-402336">
              <a:lnSpc>
                <a:spcPct val="100000"/>
              </a:lnSpc>
              <a:spcBef>
                <a:spcPts val="0"/>
              </a:spcBef>
              <a:buNone/>
              <a:defRPr sz="4400">
                <a:solidFill>
                  <a:schemeClr val="bg1"/>
                </a:solidFill>
              </a:defRPr>
            </a:lvl3pPr>
            <a:lvl4pPr marL="1115568" indent="-402336">
              <a:lnSpc>
                <a:spcPct val="100000"/>
              </a:lnSpc>
              <a:spcBef>
                <a:spcPts val="0"/>
              </a:spcBef>
              <a:buNone/>
              <a:defRPr sz="4400">
                <a:solidFill>
                  <a:schemeClr val="bg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2" name="Text Placeholder 4">
            <a:extLst>
              <a:ext uri="{FF2B5EF4-FFF2-40B4-BE49-F238E27FC236}">
                <a16:creationId xmlns:a16="http://schemas.microsoft.com/office/drawing/2014/main" id="{894B6EDC-B303-90FD-527D-B63F2FB20C78}"/>
              </a:ext>
            </a:extLst>
          </p:cNvPr>
          <p:cNvSpPr>
            <a:spLocks noGrp="1"/>
          </p:cNvSpPr>
          <p:nvPr>
            <p:ph type="body" idx="11"/>
          </p:nvPr>
        </p:nvSpPr>
        <p:spPr>
          <a:xfrm>
            <a:off x="587738" y="11425238"/>
            <a:ext cx="4951413" cy="1143000"/>
          </a:xfrm>
        </p:spPr>
        <p:txBody>
          <a:bodyPr anchor="b"/>
          <a:lstStyle>
            <a:lvl1pPr>
              <a:lnSpc>
                <a:spcPct val="120000"/>
              </a:lnSpc>
              <a:spcBef>
                <a:spcPts val="0"/>
              </a:spcBef>
              <a:buNone/>
              <a:defRPr sz="1600" b="0" i="0">
                <a:solidFill>
                  <a:schemeClr val="bg1"/>
                </a:solidFill>
                <a:latin typeface="IBM Plex Sans"/>
                <a:ea typeface="IBM Plex Sans"/>
                <a:cs typeface="IBM Plex Sans"/>
              </a:defRPr>
            </a:lvl1pPr>
            <a:lvl2pPr marL="146304" indent="-146304">
              <a:lnSpc>
                <a:spcPct val="120000"/>
              </a:lnSpc>
              <a:spcBef>
                <a:spcPts val="0"/>
              </a:spcBef>
              <a:buNone/>
              <a:defRPr sz="1600" b="0" i="0">
                <a:solidFill>
                  <a:schemeClr val="bg1"/>
                </a:solidFill>
                <a:latin typeface="IBM Plex Sans"/>
                <a:ea typeface="IBM Plex Sans"/>
                <a:cs typeface="IBM Plex Sans"/>
              </a:defRPr>
            </a:lvl2pPr>
            <a:lvl3pPr marL="292608" indent="-146304">
              <a:lnSpc>
                <a:spcPct val="120000"/>
              </a:lnSpc>
              <a:spcBef>
                <a:spcPts val="0"/>
              </a:spcBef>
              <a:buNone/>
              <a:defRPr sz="1600" b="0" i="0">
                <a:solidFill>
                  <a:schemeClr val="bg1"/>
                </a:solidFill>
                <a:latin typeface="IBM Plex Sans"/>
                <a:ea typeface="IBM Plex Sans"/>
                <a:cs typeface="IBM Plex Sans"/>
              </a:defRPr>
            </a:lvl3pPr>
            <a:lvl4pPr marL="438912" indent="-146304">
              <a:lnSpc>
                <a:spcPct val="120000"/>
              </a:lnSpc>
              <a:spcBef>
                <a:spcPts val="0"/>
              </a:spcBef>
              <a:buNone/>
              <a:defRPr sz="1600" b="0" i="0">
                <a:solidFill>
                  <a:schemeClr val="bg1"/>
                </a:solidFill>
                <a:latin typeface="IBM Plex Sans"/>
                <a:ea typeface="IBM Plex Sans"/>
                <a:cs typeface="IBM Plex Sans"/>
              </a:defRPr>
            </a:lvl4pPr>
            <a:lvl5pPr>
              <a:lnSpc>
                <a:spcPct val="120000"/>
              </a:lnSpc>
              <a:spcBef>
                <a:spcPts val="0"/>
              </a:spcBef>
              <a:buNone/>
              <a:defRPr sz="1600" b="0" i="0">
                <a:solidFill>
                  <a:schemeClr val="tx1"/>
                </a:solidFill>
                <a:latin typeface="IBM Plex Sans"/>
                <a:ea typeface="IBM Plex Sans"/>
                <a:cs typeface="IBM Plex Sans"/>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9" name="Rectangle 8">
            <a:extLst>
              <a:ext uri="{FF2B5EF4-FFF2-40B4-BE49-F238E27FC236}">
                <a16:creationId xmlns:a16="http://schemas.microsoft.com/office/drawing/2014/main" id="{2CC67F9E-FDC4-CE4B-9C9B-8ECDC80B8825}"/>
              </a:ext>
            </a:extLst>
          </p:cNvPr>
          <p:cNvSpPr>
            <a:spLocks noGrp="1"/>
          </p:cNvSpPr>
          <p:nvPr/>
        </p:nvSpPr>
        <p:spPr>
          <a:xfrm>
            <a:off x="0" y="13075920"/>
            <a:ext cx="24387175" cy="640080"/>
          </a:xfrm>
          <a:prstGeom prst="rect">
            <a:avLst/>
          </a:prstGeom>
          <a:solidFill>
            <a:schemeClr val="tx1"/>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3" name="Footer Placeholder 2">
            <a:extLst>
              <a:ext uri="{FF2B5EF4-FFF2-40B4-BE49-F238E27FC236}">
                <a16:creationId xmlns:a16="http://schemas.microsoft.com/office/drawing/2014/main" id="{5CFF731F-824D-0F7D-D973-9BDDBC7CA0DB}"/>
              </a:ext>
            </a:extLst>
          </p:cNvPr>
          <p:cNvSpPr>
            <a:spLocks noGrp="1"/>
          </p:cNvSpPr>
          <p:nvPr>
            <p:ph type="ftr" idx="14"/>
          </p:nvPr>
        </p:nvSpPr>
        <p:spPr/>
        <p:txBody>
          <a:bodyPr/>
          <a:lstStyle/>
          <a:p>
            <a:r>
              <a:t>IBM TechXchange | © 2026 IBM Corporation</a:t>
            </a:r>
          </a:p>
        </p:txBody>
      </p:sp>
      <p:sp>
        <p:nvSpPr>
          <p:cNvPr id="4" name="Slide Number Placeholder 3">
            <a:extLst>
              <a:ext uri="{FF2B5EF4-FFF2-40B4-BE49-F238E27FC236}">
                <a16:creationId xmlns:a16="http://schemas.microsoft.com/office/drawing/2014/main" id="{638F5105-C07C-99DE-27E4-F4B6D214C74E}"/>
              </a:ext>
            </a:extLst>
          </p:cNvPr>
          <p:cNvSpPr>
            <a:spLocks noGrp="1"/>
          </p:cNvSpPr>
          <p:nvPr>
            <p:ph type="sldNum" idx="15"/>
          </p:nvPr>
        </p:nvSpPr>
        <p:spPr/>
        <p:txBody>
          <a:bodyPr/>
          <a:lstStyle/>
          <a:p>
            <a:fld id="{86CB4B4D-7CA3-9044-876B-883B54F8677D}" type="slidenum">
              <a:t>‹#›</a:t>
            </a:fld>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1_2 data callouts">
    <p:bg>
      <p:bgPr>
        <a:solidFill>
          <a:schemeClr val="tx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DB20D7FD-6784-59C5-938D-4728A153F52B}"/>
              </a:ext>
            </a:extLst>
          </p:cNvPr>
          <p:cNvSpPr>
            <a:spLocks noGrp="1"/>
          </p:cNvSpPr>
          <p:nvPr>
            <p:ph type="body" idx="13" hasCustomPrompt="1"/>
          </p:nvPr>
        </p:nvSpPr>
        <p:spPr>
          <a:xfrm>
            <a:off x="400708" y="9299448"/>
            <a:ext cx="11050588" cy="3543300"/>
          </a:xfrm>
        </p:spPr>
        <p:txBody>
          <a:bodyPr anchor="b"/>
          <a:lstStyle>
            <a:lvl1pPr>
              <a:lnSpc>
                <a:spcPct val="90000"/>
              </a:lnSpc>
              <a:spcBef>
                <a:spcPts val="0"/>
              </a:spcBef>
              <a:buNone/>
              <a:defRPr sz="25800" b="0" i="0">
                <a:solidFill>
                  <a:srgbClr val="78A9FF"/>
                </a:solidFill>
                <a:latin typeface="IBM Plex Sans Light"/>
                <a:ea typeface="IBM Plex Sans Light"/>
                <a:cs typeface="IBM Plex Sans Light"/>
              </a:defRPr>
            </a:lvl1pPr>
          </a:lstStyle>
          <a:p>
            <a:r>
              <a:t>↗︎00M</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idx="14" hasCustomPrompt="1"/>
          </p:nvPr>
        </p:nvSpPr>
        <p:spPr>
          <a:xfrm>
            <a:off x="12588136" y="9296400"/>
            <a:ext cx="11049000" cy="3543300"/>
          </a:xfrm>
        </p:spPr>
        <p:txBody>
          <a:bodyPr anchor="b"/>
          <a:lstStyle>
            <a:lvl1pPr>
              <a:lnSpc>
                <a:spcPct val="90000"/>
              </a:lnSpc>
              <a:spcBef>
                <a:spcPts val="0"/>
              </a:spcBef>
              <a:buNone/>
              <a:defRPr sz="25800" b="0" i="0">
                <a:solidFill>
                  <a:srgbClr val="78A9FF"/>
                </a:solidFill>
                <a:latin typeface="IBM Plex Sans Light"/>
                <a:ea typeface="IBM Plex Sans Light"/>
                <a:cs typeface="IBM Plex Sans Light"/>
              </a:defRPr>
            </a:lvl1pPr>
          </a:lstStyle>
          <a:p>
            <a:r>
              <a:t>+00%</a:t>
            </a:r>
          </a:p>
        </p:txBody>
      </p:sp>
      <p:sp>
        <p:nvSpPr>
          <p:cNvPr id="6" name="Text Placeholder 5">
            <a:extLst>
              <a:ext uri="{FF2B5EF4-FFF2-40B4-BE49-F238E27FC236}">
                <a16:creationId xmlns:a16="http://schemas.microsoft.com/office/drawing/2014/main" id="{0A7285B0-4A1E-8885-0C0E-77D0ECA9CACD}"/>
              </a:ext>
            </a:extLst>
          </p:cNvPr>
          <p:cNvSpPr>
            <a:spLocks noGrp="1"/>
          </p:cNvSpPr>
          <p:nvPr>
            <p:ph type="body" idx="11"/>
          </p:nvPr>
        </p:nvSpPr>
        <p:spPr>
          <a:xfrm>
            <a:off x="12763500" y="463338"/>
            <a:ext cx="7620000" cy="6288087"/>
          </a:xfrm>
        </p:spPr>
        <p:txBody>
          <a:bodyPr/>
          <a:lstStyle>
            <a:lvl1pPr>
              <a:lnSpc>
                <a:spcPct val="100000"/>
              </a:lnSpc>
              <a:spcBef>
                <a:spcPts val="0"/>
              </a:spcBef>
              <a:buNone/>
              <a:defRPr sz="4400">
                <a:solidFill>
                  <a:schemeClr val="bg1"/>
                </a:solidFill>
              </a:defRPr>
            </a:lvl1pPr>
            <a:lvl2pPr marL="402336" indent="-402336">
              <a:lnSpc>
                <a:spcPct val="100000"/>
              </a:lnSpc>
              <a:spcBef>
                <a:spcPts val="0"/>
              </a:spcBef>
              <a:buNone/>
              <a:defRPr sz="4400">
                <a:solidFill>
                  <a:schemeClr val="bg1"/>
                </a:solidFill>
              </a:defRPr>
            </a:lvl2pPr>
            <a:lvl3pPr marL="804672" indent="-402336">
              <a:lnSpc>
                <a:spcPct val="100000"/>
              </a:lnSpc>
              <a:spcBef>
                <a:spcPts val="0"/>
              </a:spcBef>
              <a:buNone/>
              <a:defRPr sz="4400">
                <a:solidFill>
                  <a:schemeClr val="bg1"/>
                </a:solidFill>
              </a:defRPr>
            </a:lvl3pPr>
            <a:lvl4pPr marL="1115568" indent="-402336">
              <a:lnSpc>
                <a:spcPct val="100000"/>
              </a:lnSpc>
              <a:spcBef>
                <a:spcPts val="0"/>
              </a:spcBef>
              <a:buNone/>
              <a:defRPr sz="4400">
                <a:solidFill>
                  <a:schemeClr val="bg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8" name="Text Placeholder 7">
            <a:extLst>
              <a:ext uri="{FF2B5EF4-FFF2-40B4-BE49-F238E27FC236}">
                <a16:creationId xmlns:a16="http://schemas.microsoft.com/office/drawing/2014/main" id="{2D5E03B0-C633-E81D-0D42-3FCCAFD64B0F}"/>
              </a:ext>
            </a:extLst>
          </p:cNvPr>
          <p:cNvSpPr>
            <a:spLocks noGrp="1"/>
          </p:cNvSpPr>
          <p:nvPr>
            <p:ph type="body" idx="12"/>
          </p:nvPr>
        </p:nvSpPr>
        <p:spPr>
          <a:xfrm>
            <a:off x="576072" y="463338"/>
            <a:ext cx="7623175" cy="6288087"/>
          </a:xfrm>
        </p:spPr>
        <p:txBody>
          <a:bodyPr/>
          <a:lstStyle>
            <a:lvl1pPr>
              <a:lnSpc>
                <a:spcPct val="100000"/>
              </a:lnSpc>
              <a:spcBef>
                <a:spcPts val="0"/>
              </a:spcBef>
              <a:buNone/>
              <a:defRPr sz="4400">
                <a:solidFill>
                  <a:schemeClr val="bg1"/>
                </a:solidFill>
              </a:defRPr>
            </a:lvl1pPr>
            <a:lvl2pPr marL="402336" indent="-402336">
              <a:lnSpc>
                <a:spcPct val="100000"/>
              </a:lnSpc>
              <a:spcBef>
                <a:spcPts val="0"/>
              </a:spcBef>
              <a:buNone/>
              <a:defRPr sz="4400">
                <a:solidFill>
                  <a:schemeClr val="bg1"/>
                </a:solidFill>
              </a:defRPr>
            </a:lvl2pPr>
            <a:lvl3pPr marL="804672" indent="-402336">
              <a:lnSpc>
                <a:spcPct val="100000"/>
              </a:lnSpc>
              <a:spcBef>
                <a:spcPts val="0"/>
              </a:spcBef>
              <a:buNone/>
              <a:defRPr sz="4400">
                <a:solidFill>
                  <a:schemeClr val="bg1"/>
                </a:solidFill>
              </a:defRPr>
            </a:lvl3pPr>
            <a:lvl4pPr marL="1115568" indent="-402336">
              <a:lnSpc>
                <a:spcPct val="100000"/>
              </a:lnSpc>
              <a:spcBef>
                <a:spcPts val="0"/>
              </a:spcBef>
              <a:buNone/>
              <a:defRPr sz="4400">
                <a:solidFill>
                  <a:schemeClr val="bg1"/>
                </a:solidFill>
              </a:defRPr>
            </a:lvl4pPr>
            <a:lvl5pPr>
              <a:lnSpc>
                <a:spcPct val="100000"/>
              </a:lnSpc>
              <a:spcBef>
                <a:spcPts val="0"/>
              </a:spcBef>
              <a:buNone/>
              <a:defRPr sz="44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9" name="Straight Connector 8">
            <a:extLst>
              <a:ext uri="{FF2B5EF4-FFF2-40B4-BE49-F238E27FC236}">
                <a16:creationId xmlns:a16="http://schemas.microsoft.com/office/drawing/2014/main" id="{647C0BFF-E83F-4D02-8FE3-F5CBB33A3D9B}"/>
              </a:ext>
            </a:extLst>
          </p:cNvPr>
          <p:cNvSpPr>
            <a:spLocks noGrp="1"/>
          </p:cNvSpPr>
          <p:nvPr/>
        </p:nvSpPr>
        <p:spPr>
          <a:xfrm>
            <a:off x="12193587" y="569913"/>
            <a:ext cx="0" cy="11431587"/>
          </a:xfrm>
          <a:prstGeom prst="line">
            <a:avLst/>
          </a:prstGeom>
          <a:ln w="19050">
            <a:solidFill>
              <a:srgbClr val="E0E0E0"/>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11" name="Rectangle 10">
            <a:extLst>
              <a:ext uri="{FF2B5EF4-FFF2-40B4-BE49-F238E27FC236}">
                <a16:creationId xmlns:a16="http://schemas.microsoft.com/office/drawing/2014/main" id="{155F12CD-7228-9545-AE94-D9BD49CCC4FC}"/>
              </a:ext>
            </a:extLst>
          </p:cNvPr>
          <p:cNvSpPr>
            <a:spLocks noGrp="1"/>
          </p:cNvSpPr>
          <p:nvPr/>
        </p:nvSpPr>
        <p:spPr>
          <a:xfrm>
            <a:off x="0" y="13075920"/>
            <a:ext cx="24387175" cy="640080"/>
          </a:xfrm>
          <a:prstGeom prst="rect">
            <a:avLst/>
          </a:prstGeom>
          <a:solidFill>
            <a:schemeClr val="tx1"/>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2" name="Footer Placeholder 1">
            <a:extLst>
              <a:ext uri="{FF2B5EF4-FFF2-40B4-BE49-F238E27FC236}">
                <a16:creationId xmlns:a16="http://schemas.microsoft.com/office/drawing/2014/main" id="{DEB6CFB1-1585-6E2E-3699-330B5B2B8EB1}"/>
              </a:ext>
            </a:extLst>
          </p:cNvPr>
          <p:cNvSpPr>
            <a:spLocks noGrp="1"/>
          </p:cNvSpPr>
          <p:nvPr>
            <p:ph type="ftr" idx="15"/>
          </p:nvPr>
        </p:nvSpPr>
        <p:spPr/>
        <p:txBody>
          <a:bodyPr/>
          <a:lstStyle/>
          <a:p>
            <a:r>
              <a:t>IBM TechXchange | © 2026 IBM Corporation</a:t>
            </a:r>
          </a:p>
        </p:txBody>
      </p:sp>
      <p:sp>
        <p:nvSpPr>
          <p:cNvPr id="3" name="Slide Number Placeholder 2">
            <a:extLst>
              <a:ext uri="{FF2B5EF4-FFF2-40B4-BE49-F238E27FC236}">
                <a16:creationId xmlns:a16="http://schemas.microsoft.com/office/drawing/2014/main" id="{3CF2AC95-9510-3821-70D1-C20AC22CB02D}"/>
              </a:ext>
            </a:extLst>
          </p:cNvPr>
          <p:cNvSpPr>
            <a:spLocks noGrp="1"/>
          </p:cNvSpPr>
          <p:nvPr>
            <p:ph type="sldNum" idx="16"/>
          </p:nvPr>
        </p:nvSpPr>
        <p:spPr/>
        <p:txBody>
          <a:bodyPr/>
          <a:lstStyle/>
          <a:p>
            <a:fld id="{86CB4B4D-7CA3-9044-876B-883B54F8677D}" type="slidenum">
              <a:t>‹#›</a:t>
            </a:fld>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1_3 data callouts">
    <p:bg>
      <p:bgPr>
        <a:solidFill>
          <a:srgbClr val="F4F4F4"/>
        </a:solidFill>
        <a:effectLst/>
      </p:bgPr>
    </p:bg>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3516E6B1-7020-1EA5-CDD4-B1FC6CE2740C}"/>
              </a:ext>
            </a:extLst>
          </p:cNvPr>
          <p:cNvSpPr>
            <a:spLocks noGrp="1"/>
          </p:cNvSpPr>
          <p:nvPr>
            <p:ph type="body" idx="16" hasCustomPrompt="1"/>
          </p:nvPr>
        </p:nvSpPr>
        <p:spPr>
          <a:xfrm>
            <a:off x="12666663" y="388903"/>
            <a:ext cx="4949825" cy="1906588"/>
          </a:xfrm>
        </p:spPr>
        <p:txBody>
          <a:bodyPr/>
          <a:lstStyle>
            <a:lvl1pPr>
              <a:lnSpc>
                <a:spcPct val="90000"/>
              </a:lnSpc>
              <a:buNone/>
              <a:defRPr sz="13000">
                <a:solidFill>
                  <a:srgbClr val="0F62FE"/>
                </a:solidFill>
              </a:defRPr>
            </a:lvl1pPr>
          </a:lstStyle>
          <a:p>
            <a:pPr lvl="0">
              <a:buNone/>
            </a:pPr>
            <a:r>
              <a:t>00%</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idx="17" hasCustomPrompt="1"/>
          </p:nvPr>
        </p:nvSpPr>
        <p:spPr>
          <a:xfrm>
            <a:off x="18757900" y="392076"/>
            <a:ext cx="4949825" cy="1903413"/>
          </a:xfrm>
        </p:spPr>
        <p:txBody>
          <a:bodyPr/>
          <a:lstStyle>
            <a:lvl1pPr>
              <a:lnSpc>
                <a:spcPct val="90000"/>
              </a:lnSpc>
              <a:buNone/>
              <a:defRPr sz="13000">
                <a:solidFill>
                  <a:srgbClr val="0F62FE"/>
                </a:solidFill>
              </a:defRPr>
            </a:lvl1pPr>
          </a:lstStyle>
          <a:p>
            <a:pPr lvl="0">
              <a:buNone/>
            </a:pPr>
            <a:r>
              <a:t>00%</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idx="15" hasCustomPrompt="1"/>
          </p:nvPr>
        </p:nvSpPr>
        <p:spPr>
          <a:xfrm>
            <a:off x="6565900" y="392190"/>
            <a:ext cx="4951413" cy="1907912"/>
          </a:xfrm>
        </p:spPr>
        <p:txBody>
          <a:bodyPr/>
          <a:lstStyle>
            <a:lvl1pPr>
              <a:lnSpc>
                <a:spcPct val="90000"/>
              </a:lnSpc>
              <a:buNone/>
              <a:defRPr sz="13000">
                <a:solidFill>
                  <a:srgbClr val="0F62FE"/>
                </a:solidFill>
              </a:defRPr>
            </a:lvl1pPr>
            <a:lvl2pPr marL="0" indent="0">
              <a:buNone/>
              <a:defRPr/>
            </a:lvl2pPr>
          </a:lstStyle>
          <a:p>
            <a:pPr lvl="0">
              <a:buNone/>
            </a:pPr>
            <a:r>
              <a:t>00%</a:t>
            </a:r>
          </a:p>
        </p:txBody>
      </p:sp>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463338"/>
            <a:ext cx="4949825" cy="2859088"/>
          </a:xfrm>
        </p:spPr>
        <p:txBody>
          <a:bodyPr/>
          <a:lstStyle>
            <a:lvl1pPr>
              <a:lnSpc>
                <a:spcPct val="110000"/>
              </a:lnSpc>
              <a:buNone/>
              <a:defRPr sz="3600">
                <a:solidFill>
                  <a:schemeClr val="tx1"/>
                </a:solidFill>
              </a:defRPr>
            </a:lvl1pPr>
          </a:lstStyle>
          <a:p>
            <a:r>
              <a:t>Click to edit Master title style</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idx="11"/>
          </p:nvPr>
        </p:nvSpPr>
        <p:spPr>
          <a:xfrm>
            <a:off x="6667500" y="12127831"/>
            <a:ext cx="4951413" cy="555023"/>
          </a:xfrm>
        </p:spPr>
        <p:txBody>
          <a:bodyPr anchor="b"/>
          <a:lstStyle>
            <a:lvl1pPr>
              <a:lnSpc>
                <a:spcPct val="120000"/>
              </a:lnSpc>
              <a:spcBef>
                <a:spcPts val="0"/>
              </a:spcBef>
              <a:buNone/>
              <a:defRPr sz="1600" b="0" i="0">
                <a:solidFill>
                  <a:schemeClr val="tx1"/>
                </a:solidFill>
                <a:latin typeface="IBM Plex Sans"/>
                <a:ea typeface="IBM Plex Sans"/>
                <a:cs typeface="IBM Plex Sans"/>
              </a:defRPr>
            </a:lvl1pPr>
            <a:lvl2pPr marL="146304" indent="-146304">
              <a:lnSpc>
                <a:spcPct val="120000"/>
              </a:lnSpc>
              <a:spcBef>
                <a:spcPts val="0"/>
              </a:spcBef>
              <a:buNone/>
              <a:defRPr sz="1600" b="0" i="0">
                <a:solidFill>
                  <a:schemeClr val="tx1"/>
                </a:solidFill>
                <a:latin typeface="IBM Plex Sans"/>
                <a:ea typeface="IBM Plex Sans"/>
                <a:cs typeface="IBM Plex Sans"/>
              </a:defRPr>
            </a:lvl2pPr>
            <a:lvl3pPr marL="292608" indent="-146304">
              <a:lnSpc>
                <a:spcPct val="120000"/>
              </a:lnSpc>
              <a:spcBef>
                <a:spcPts val="0"/>
              </a:spcBef>
              <a:buNone/>
              <a:defRPr sz="1600" b="0" i="0">
                <a:solidFill>
                  <a:schemeClr val="tx1"/>
                </a:solidFill>
                <a:latin typeface="IBM Plex Sans"/>
                <a:ea typeface="IBM Plex Sans"/>
                <a:cs typeface="IBM Plex Sans"/>
              </a:defRPr>
            </a:lvl3pPr>
            <a:lvl4pPr marL="438912" indent="-146304">
              <a:lnSpc>
                <a:spcPct val="120000"/>
              </a:lnSpc>
              <a:spcBef>
                <a:spcPts val="0"/>
              </a:spcBef>
              <a:buNone/>
              <a:defRPr sz="1600" b="0" i="0">
                <a:solidFill>
                  <a:schemeClr val="tx1"/>
                </a:solidFill>
                <a:latin typeface="IBM Plex Sans"/>
                <a:ea typeface="IBM Plex Sans"/>
                <a:cs typeface="IBM Plex Sans"/>
              </a:defRPr>
            </a:lvl4pPr>
            <a:lvl5pPr>
              <a:lnSpc>
                <a:spcPct val="120000"/>
              </a:lnSpc>
              <a:spcBef>
                <a:spcPts val="0"/>
              </a:spcBef>
              <a:buNone/>
              <a:defRPr sz="1600" b="0" i="0">
                <a:solidFill>
                  <a:schemeClr val="tx1"/>
                </a:solidFill>
                <a:latin typeface="IBM Plex Sans"/>
                <a:ea typeface="IBM Plex Sans"/>
                <a:cs typeface="IBM Plex Sans"/>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idx="12"/>
          </p:nvPr>
        </p:nvSpPr>
        <p:spPr>
          <a:xfrm>
            <a:off x="6667500" y="2295490"/>
            <a:ext cx="4951413" cy="9673040"/>
          </a:xfrm>
        </p:spPr>
        <p:txBody>
          <a:bodyPr/>
          <a:lstStyle>
            <a:lvl1pPr>
              <a:lnSpc>
                <a:spcPct val="110000"/>
              </a:lnSpc>
              <a:spcBef>
                <a:spcPts val="0"/>
              </a:spcBef>
              <a:buNone/>
              <a:defRPr>
                <a:solidFill>
                  <a:schemeClr val="tx1"/>
                </a:solidFill>
              </a:defRPr>
            </a:lvl1pPr>
            <a:lvl2pPr>
              <a:lnSpc>
                <a:spcPct val="110000"/>
              </a:lnSpc>
              <a:spcBef>
                <a:spcPts val="0"/>
              </a:spcBef>
              <a:buNone/>
              <a:defRPr>
                <a:solidFill>
                  <a:schemeClr val="tx1"/>
                </a:solidFill>
              </a:defRPr>
            </a:lvl2pPr>
            <a:lvl3pPr>
              <a:lnSpc>
                <a:spcPct val="110000"/>
              </a:lnSpc>
              <a:spcBef>
                <a:spcPts val="0"/>
              </a:spcBef>
              <a:buNone/>
              <a:defRPr>
                <a:solidFill>
                  <a:schemeClr val="tx1"/>
                </a:solidFill>
              </a:defRPr>
            </a:lvl3pPr>
            <a:lvl4pPr>
              <a:lnSpc>
                <a:spcPct val="110000"/>
              </a:lnSpc>
              <a:spcBef>
                <a:spcPts val="0"/>
              </a:spcBef>
              <a:buNone/>
              <a:defRPr>
                <a:solidFill>
                  <a:schemeClr val="tx1"/>
                </a:solidFill>
              </a:defRPr>
            </a:lvl4pPr>
            <a:lvl5pPr>
              <a:lnSpc>
                <a:spcPct val="110000"/>
              </a:lnSpc>
              <a:spcBef>
                <a:spcPts val="0"/>
              </a:spcBef>
              <a:buNone/>
              <a:defRPr>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idx="13"/>
          </p:nvPr>
        </p:nvSpPr>
        <p:spPr>
          <a:xfrm>
            <a:off x="12763500" y="2297076"/>
            <a:ext cx="4953000" cy="9666845"/>
          </a:xfrm>
        </p:spPr>
        <p:txBody>
          <a:bodyPr/>
          <a:lstStyle>
            <a:lvl1pPr>
              <a:lnSpc>
                <a:spcPct val="110000"/>
              </a:lnSpc>
              <a:spcBef>
                <a:spcPts val="0"/>
              </a:spcBef>
              <a:buNone/>
              <a:defRPr>
                <a:solidFill>
                  <a:schemeClr val="tx1"/>
                </a:solidFill>
              </a:defRPr>
            </a:lvl1pPr>
            <a:lvl2pPr>
              <a:lnSpc>
                <a:spcPct val="110000"/>
              </a:lnSpc>
              <a:spcBef>
                <a:spcPts val="0"/>
              </a:spcBef>
              <a:buNone/>
              <a:defRPr>
                <a:solidFill>
                  <a:schemeClr val="tx1"/>
                </a:solidFill>
              </a:defRPr>
            </a:lvl2pPr>
            <a:lvl3pPr>
              <a:lnSpc>
                <a:spcPct val="110000"/>
              </a:lnSpc>
              <a:spcBef>
                <a:spcPts val="0"/>
              </a:spcBef>
              <a:buNone/>
              <a:defRPr>
                <a:solidFill>
                  <a:schemeClr val="tx1"/>
                </a:solidFill>
              </a:defRPr>
            </a:lvl3pPr>
            <a:lvl4pPr>
              <a:lnSpc>
                <a:spcPct val="110000"/>
              </a:lnSpc>
              <a:spcBef>
                <a:spcPts val="0"/>
              </a:spcBef>
              <a:buNone/>
              <a:defRPr>
                <a:solidFill>
                  <a:schemeClr val="tx1"/>
                </a:solidFill>
              </a:defRPr>
            </a:lvl4pPr>
            <a:lvl5pPr>
              <a:lnSpc>
                <a:spcPct val="110000"/>
              </a:lnSpc>
              <a:spcBef>
                <a:spcPts val="0"/>
              </a:spcBef>
              <a:buNone/>
              <a:defRPr>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idx="14"/>
          </p:nvPr>
        </p:nvSpPr>
        <p:spPr>
          <a:xfrm>
            <a:off x="18859500" y="2295489"/>
            <a:ext cx="4953000" cy="9666845"/>
          </a:xfrm>
        </p:spPr>
        <p:txBody>
          <a:bodyPr/>
          <a:lstStyle>
            <a:lvl1pPr>
              <a:lnSpc>
                <a:spcPct val="110000"/>
              </a:lnSpc>
              <a:spcBef>
                <a:spcPts val="0"/>
              </a:spcBef>
              <a:buNone/>
              <a:defRPr>
                <a:solidFill>
                  <a:schemeClr val="tx1"/>
                </a:solidFill>
              </a:defRPr>
            </a:lvl1pPr>
            <a:lvl2pPr>
              <a:lnSpc>
                <a:spcPct val="110000"/>
              </a:lnSpc>
              <a:spcBef>
                <a:spcPts val="0"/>
              </a:spcBef>
              <a:buNone/>
              <a:defRPr>
                <a:solidFill>
                  <a:schemeClr val="tx1"/>
                </a:solidFill>
              </a:defRPr>
            </a:lvl2pPr>
            <a:lvl3pPr>
              <a:lnSpc>
                <a:spcPct val="110000"/>
              </a:lnSpc>
              <a:spcBef>
                <a:spcPts val="0"/>
              </a:spcBef>
              <a:buNone/>
              <a:defRPr>
                <a:solidFill>
                  <a:schemeClr val="tx1"/>
                </a:solidFill>
              </a:defRPr>
            </a:lvl3pPr>
            <a:lvl4pPr>
              <a:lnSpc>
                <a:spcPct val="110000"/>
              </a:lnSpc>
              <a:spcBef>
                <a:spcPts val="0"/>
              </a:spcBef>
              <a:buNone/>
              <a:defRPr>
                <a:solidFill>
                  <a:schemeClr val="tx1"/>
                </a:solidFill>
              </a:defRPr>
            </a:lvl4pPr>
            <a:lvl5pPr>
              <a:lnSpc>
                <a:spcPct val="110000"/>
              </a:lnSpc>
              <a:spcBef>
                <a:spcPts val="0"/>
              </a:spcBef>
              <a:buNone/>
              <a:defRPr>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8" name="Straight Connector 7">
            <a:extLst>
              <a:ext uri="{FF2B5EF4-FFF2-40B4-BE49-F238E27FC236}">
                <a16:creationId xmlns:a16="http://schemas.microsoft.com/office/drawing/2014/main" id="{319720A9-31D5-4259-B8BE-1E609B5082F7}"/>
              </a:ext>
            </a:extLst>
          </p:cNvPr>
          <p:cNvSpPr>
            <a:spLocks noGrp="1"/>
          </p:cNvSpPr>
          <p:nvPr/>
        </p:nvSpPr>
        <p:spPr>
          <a:xfrm>
            <a:off x="12188952" y="566928"/>
            <a:ext cx="0" cy="11431587"/>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10" name="Straight Connector 9">
            <a:extLst>
              <a:ext uri="{FF2B5EF4-FFF2-40B4-BE49-F238E27FC236}">
                <a16:creationId xmlns:a16="http://schemas.microsoft.com/office/drawing/2014/main" id="{5960D1E8-5D52-4B6D-825A-FD6332119214}"/>
              </a:ext>
            </a:extLst>
          </p:cNvPr>
          <p:cNvSpPr>
            <a:spLocks noGrp="1"/>
          </p:cNvSpPr>
          <p:nvPr/>
        </p:nvSpPr>
        <p:spPr>
          <a:xfrm>
            <a:off x="18304455" y="566928"/>
            <a:ext cx="0" cy="11431587"/>
          </a:xfrm>
          <a:prstGeom prst="line">
            <a:avLst/>
          </a:prstGeom>
          <a:ln w="19050">
            <a:solidFill>
              <a:srgbClr val="A8A8A8"/>
            </a:solidFill>
            <a:headEnd type="none" w="med" len="med"/>
            <a:tailEnd type="none" w="med" len="med"/>
          </a:ln>
        </p:spPr>
        <p:style>
          <a:lnRef idx="1">
            <a:schemeClr val="dk1"/>
          </a:lnRef>
          <a:fillRef idx="0">
            <a:schemeClr val="dk1"/>
          </a:fillRef>
          <a:effectRef idx="0">
            <a:schemeClr val="dk1"/>
          </a:effectRef>
          <a:fontRef idx="minor">
            <a:schemeClr val="tx1"/>
          </a:fontRef>
        </p:style>
      </p:sp>
      <p:sp>
        <p:nvSpPr>
          <p:cNvPr id="6" name="Rectangle 5">
            <a:extLst>
              <a:ext uri="{FF2B5EF4-FFF2-40B4-BE49-F238E27FC236}">
                <a16:creationId xmlns:a16="http://schemas.microsoft.com/office/drawing/2014/main" id="{4766C0EA-2ACD-721E-F26E-34557DC2229C}"/>
              </a:ext>
            </a:extLst>
          </p:cNvPr>
          <p:cNvSpPr>
            <a:spLocks noGrp="1"/>
          </p:cNvSpPr>
          <p:nvPr/>
        </p:nvSpPr>
        <p:spPr>
          <a:xfrm>
            <a:off x="0" y="13075920"/>
            <a:ext cx="24387175" cy="640080"/>
          </a:xfrm>
          <a:prstGeom prst="rect">
            <a:avLst/>
          </a:prstGeom>
          <a:solidFill>
            <a:srgbClr val="F4F4F4"/>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12" name="Footer Placeholder 3">
            <a:extLst>
              <a:ext uri="{FF2B5EF4-FFF2-40B4-BE49-F238E27FC236}">
                <a16:creationId xmlns:a16="http://schemas.microsoft.com/office/drawing/2014/main" id="{AFDA81CD-0E1D-FA43-5DD5-D5F1D450E91B}"/>
              </a:ext>
            </a:extLst>
          </p:cNvPr>
          <p:cNvSpPr>
            <a:spLocks noGrp="1"/>
          </p:cNvSpPr>
          <p:nvPr>
            <p:ph type="ftr" idx="18"/>
          </p:nvPr>
        </p:nvSpPr>
        <p:spPr>
          <a:xfrm>
            <a:off x="568324" y="13272850"/>
            <a:ext cx="4956176" cy="246221"/>
          </a:xfrm>
        </p:spPr>
        <p:txBody>
          <a:bodyPr/>
          <a:lstStyle>
            <a:lvl1pPr>
              <a:buNone/>
              <a:defRPr>
                <a:solidFill>
                  <a:schemeClr val="tx1"/>
                </a:solidFill>
              </a:defRPr>
            </a:lvl1pPr>
          </a:lstStyle>
          <a:p>
            <a:r>
              <a:t>IBM TechXchange | © 2026 IBM Corporation</a:t>
            </a:r>
          </a:p>
        </p:txBody>
      </p:sp>
      <p:sp>
        <p:nvSpPr>
          <p:cNvPr id="13" name="Slide Number Placeholder 4">
            <a:extLst>
              <a:ext uri="{FF2B5EF4-FFF2-40B4-BE49-F238E27FC236}">
                <a16:creationId xmlns:a16="http://schemas.microsoft.com/office/drawing/2014/main" id="{C4CDBD98-540C-0523-FE8E-6F15B2F1036E}"/>
              </a:ext>
            </a:extLst>
          </p:cNvPr>
          <p:cNvSpPr>
            <a:spLocks noGrp="1"/>
          </p:cNvSpPr>
          <p:nvPr>
            <p:ph type="sldNum" idx="19"/>
          </p:nvPr>
        </p:nvSpPr>
        <p:spPr>
          <a:xfrm>
            <a:off x="23541592" y="13272850"/>
            <a:ext cx="270908" cy="246221"/>
          </a:xfrm>
        </p:spPr>
        <p:txBody>
          <a:bodyPr/>
          <a:lstStyle>
            <a:lvl1pPr>
              <a:buNone/>
              <a:defRPr>
                <a:solidFill>
                  <a:schemeClr val="tx1"/>
                </a:solidFill>
              </a:defRPr>
            </a:lvl1pPr>
          </a:lstStyle>
          <a:p>
            <a:fld id="{86CB4B4D-7CA3-9044-876B-883B54F8677D}" type="slidenum">
              <a:t>‹#›</a:t>
            </a:fld>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1_Short title, plain">
    <p:bg>
      <p:bgPr>
        <a:solidFill>
          <a:srgbClr val="F4F4F4"/>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733F7B7-5AD6-1E43-4FD9-3C700AC2CBD0}"/>
              </a:ext>
            </a:extLst>
          </p:cNvPr>
          <p:cNvSpPr>
            <a:spLocks noGrp="1"/>
          </p:cNvSpPr>
          <p:nvPr>
            <p:ph type="title"/>
          </p:nvPr>
        </p:nvSpPr>
        <p:spPr>
          <a:xfrm>
            <a:off x="538493" y="383874"/>
            <a:ext cx="8599157" cy="2859087"/>
          </a:xfrm>
        </p:spPr>
        <p:txBody>
          <a:bodyPr rIns="457200"/>
          <a:lstStyle>
            <a:lvl1pPr>
              <a:lnSpc>
                <a:spcPct val="100000"/>
              </a:lnSpc>
              <a:buNone/>
              <a:defRPr sz="6400">
                <a:solidFill>
                  <a:schemeClr val="tx1"/>
                </a:solidFill>
              </a:defRPr>
            </a:lvl1pPr>
          </a:lstStyle>
          <a:p>
            <a:r>
              <a:t>Click to edit Master title style</a:t>
            </a:r>
          </a:p>
        </p:txBody>
      </p:sp>
      <p:sp>
        <p:nvSpPr>
          <p:cNvPr id="5" name="Rectangle 4">
            <a:extLst>
              <a:ext uri="{FF2B5EF4-FFF2-40B4-BE49-F238E27FC236}">
                <a16:creationId xmlns:a16="http://schemas.microsoft.com/office/drawing/2014/main" id="{21FD009C-B08F-BF46-5D76-62FE0AFE254C}"/>
              </a:ext>
            </a:extLst>
          </p:cNvPr>
          <p:cNvSpPr>
            <a:spLocks noGrp="1"/>
          </p:cNvSpPr>
          <p:nvPr/>
        </p:nvSpPr>
        <p:spPr>
          <a:xfrm>
            <a:off x="0" y="13075920"/>
            <a:ext cx="24387175" cy="640080"/>
          </a:xfrm>
          <a:prstGeom prst="rect">
            <a:avLst/>
          </a:prstGeom>
          <a:solidFill>
            <a:srgbClr val="F4F4F4"/>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7" name="Footer Placeholder 3">
            <a:extLst>
              <a:ext uri="{FF2B5EF4-FFF2-40B4-BE49-F238E27FC236}">
                <a16:creationId xmlns:a16="http://schemas.microsoft.com/office/drawing/2014/main" id="{E1FD9321-565D-48E7-E951-520981121F0C}"/>
              </a:ext>
            </a:extLst>
          </p:cNvPr>
          <p:cNvSpPr>
            <a:spLocks noGrp="1"/>
          </p:cNvSpPr>
          <p:nvPr>
            <p:ph type="ftr" idx="13"/>
          </p:nvPr>
        </p:nvSpPr>
        <p:spPr>
          <a:xfrm>
            <a:off x="568324" y="13272850"/>
            <a:ext cx="4956176" cy="246221"/>
          </a:xfrm>
        </p:spPr>
        <p:txBody>
          <a:bodyPr/>
          <a:lstStyle>
            <a:lvl1pPr>
              <a:buNone/>
              <a:defRPr>
                <a:solidFill>
                  <a:schemeClr val="tx1"/>
                </a:solidFill>
              </a:defRPr>
            </a:lvl1pPr>
          </a:lstStyle>
          <a:p>
            <a:r>
              <a:t>IBM TechXchange | © 2026 IBM Corporation</a:t>
            </a:r>
          </a:p>
        </p:txBody>
      </p:sp>
      <p:sp>
        <p:nvSpPr>
          <p:cNvPr id="8" name="Slide Number Placeholder 4">
            <a:extLst>
              <a:ext uri="{FF2B5EF4-FFF2-40B4-BE49-F238E27FC236}">
                <a16:creationId xmlns:a16="http://schemas.microsoft.com/office/drawing/2014/main" id="{002FFF77-CCBE-77B0-3E16-2980CB3A7774}"/>
              </a:ext>
            </a:extLst>
          </p:cNvPr>
          <p:cNvSpPr>
            <a:spLocks noGrp="1"/>
          </p:cNvSpPr>
          <p:nvPr>
            <p:ph type="sldNum" idx="14"/>
          </p:nvPr>
        </p:nvSpPr>
        <p:spPr>
          <a:xfrm>
            <a:off x="23541592" y="13272850"/>
            <a:ext cx="270908" cy="246221"/>
          </a:xfrm>
        </p:spPr>
        <p:txBody>
          <a:bodyPr/>
          <a:lstStyle>
            <a:lvl1pPr>
              <a:buNone/>
              <a:defRPr>
                <a:solidFill>
                  <a:schemeClr val="tx1"/>
                </a:solidFill>
              </a:defRPr>
            </a:lvl1pPr>
          </a:lstStyle>
          <a:p>
            <a:fld id="{86CB4B4D-7CA3-9044-876B-883B54F8677D}" type="slidenum">
              <a:t>‹#›</a:t>
            </a:fld>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1_Blank slide">
    <p:bg>
      <p:bgPr>
        <a:solidFill>
          <a:srgbClr val="F4F4F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01090"/>
            <a:ext cx="4949825" cy="1527048"/>
          </a:xfrm>
        </p:spPr>
        <p:txBody>
          <a:bodyPr/>
          <a:lstStyle>
            <a:lvl1pPr>
              <a:lnSpc>
                <a:spcPct val="110000"/>
              </a:lnSpc>
              <a:buNone/>
              <a:defRPr sz="2800">
                <a:solidFill>
                  <a:schemeClr val="tx1"/>
                </a:solidFill>
              </a:defRPr>
            </a:lvl1pPr>
          </a:lstStyle>
          <a:p>
            <a:r>
              <a:t>Click to edit Master title style</a:t>
            </a:r>
          </a:p>
        </p:txBody>
      </p:sp>
      <p:sp>
        <p:nvSpPr>
          <p:cNvPr id="5" name="Rectangle 4">
            <a:extLst>
              <a:ext uri="{FF2B5EF4-FFF2-40B4-BE49-F238E27FC236}">
                <a16:creationId xmlns:a16="http://schemas.microsoft.com/office/drawing/2014/main" id="{773AA2F9-B2B4-CBDB-3445-4303CD2CFEAB}"/>
              </a:ext>
            </a:extLst>
          </p:cNvPr>
          <p:cNvSpPr>
            <a:spLocks noGrp="1"/>
          </p:cNvSpPr>
          <p:nvPr/>
        </p:nvSpPr>
        <p:spPr>
          <a:xfrm>
            <a:off x="0" y="13075920"/>
            <a:ext cx="24387175" cy="640080"/>
          </a:xfrm>
          <a:prstGeom prst="rect">
            <a:avLst/>
          </a:prstGeom>
          <a:solidFill>
            <a:srgbClr val="F4F4F4"/>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7" name="Footer Placeholder 3">
            <a:extLst>
              <a:ext uri="{FF2B5EF4-FFF2-40B4-BE49-F238E27FC236}">
                <a16:creationId xmlns:a16="http://schemas.microsoft.com/office/drawing/2014/main" id="{A53EBB1F-728F-2222-8E1C-E36FB1755BA6}"/>
              </a:ext>
            </a:extLst>
          </p:cNvPr>
          <p:cNvSpPr>
            <a:spLocks noGrp="1"/>
          </p:cNvSpPr>
          <p:nvPr>
            <p:ph type="ftr" idx="13"/>
          </p:nvPr>
        </p:nvSpPr>
        <p:spPr>
          <a:xfrm>
            <a:off x="568324" y="13272850"/>
            <a:ext cx="4956176" cy="246221"/>
          </a:xfrm>
        </p:spPr>
        <p:txBody>
          <a:bodyPr/>
          <a:lstStyle>
            <a:lvl1pPr>
              <a:buNone/>
              <a:defRPr>
                <a:solidFill>
                  <a:schemeClr val="tx1"/>
                </a:solidFill>
              </a:defRPr>
            </a:lvl1pPr>
          </a:lstStyle>
          <a:p>
            <a:r>
              <a:t>IBM TechXchange | © 2026 IBM Corporation</a:t>
            </a:r>
          </a:p>
        </p:txBody>
      </p:sp>
      <p:sp>
        <p:nvSpPr>
          <p:cNvPr id="8" name="Slide Number Placeholder 4">
            <a:extLst>
              <a:ext uri="{FF2B5EF4-FFF2-40B4-BE49-F238E27FC236}">
                <a16:creationId xmlns:a16="http://schemas.microsoft.com/office/drawing/2014/main" id="{C097BFD0-235C-23E8-C0CE-BBB440C3FB42}"/>
              </a:ext>
            </a:extLst>
          </p:cNvPr>
          <p:cNvSpPr>
            <a:spLocks noGrp="1"/>
          </p:cNvSpPr>
          <p:nvPr>
            <p:ph type="sldNum" idx="14"/>
          </p:nvPr>
        </p:nvSpPr>
        <p:spPr>
          <a:xfrm>
            <a:off x="23541592" y="13272850"/>
            <a:ext cx="270908" cy="246221"/>
          </a:xfrm>
        </p:spPr>
        <p:txBody>
          <a:bodyPr/>
          <a:lstStyle>
            <a:lvl1pPr>
              <a:buNone/>
              <a:defRPr>
                <a:solidFill>
                  <a:schemeClr val="tx1"/>
                </a:solidFill>
              </a:defRPr>
            </a:lvl1pPr>
          </a:lstStyle>
          <a:p>
            <a:fld id="{86CB4B4D-7CA3-9044-876B-883B54F8677D}" type="slidenum">
              <a:t>‹#›</a:t>
            </a:fld>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2_Q&amp;A 1">
    <p:bg>
      <p:bgPr>
        <a:solidFill>
          <a:schemeClr val="tx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B28BF8AD-492C-CE4D-8C92-C96AF03D3385}"/>
              </a:ext>
            </a:extLst>
          </p:cNvPr>
          <p:cNvSpPr>
            <a:spLocks noGrp="1"/>
          </p:cNvSpPr>
          <p:nvPr/>
        </p:nvSpPr>
        <p:spPr>
          <a:xfrm>
            <a:off x="0" y="0"/>
            <a:ext cx="24387175" cy="13716000"/>
          </a:xfrm>
          <a:prstGeom prst="rect">
            <a:avLst/>
          </a:prstGeom>
          <a:solidFill>
            <a:schemeClr val="tx1"/>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chemeClr val="bg1"/>
              </a:solidFill>
              <a:latin typeface="+mn-lt"/>
              <a:ea typeface="+mn-lt"/>
              <a:cs typeface="+mn-lt"/>
            </a:endParaRPr>
          </a:p>
        </p:txBody>
      </p:sp>
      <p:sp>
        <p:nvSpPr>
          <p:cNvPr id="46" name="Picture Placeholder 10">
            <a:extLst>
              <a:ext uri="{FF2B5EF4-FFF2-40B4-BE49-F238E27FC236}">
                <a16:creationId xmlns:a16="http://schemas.microsoft.com/office/drawing/2014/main" id="{D840747B-424F-364E-8A04-143537C0F62E}"/>
              </a:ext>
            </a:extLst>
          </p:cNvPr>
          <p:cNvSpPr>
            <a:spLocks noGrp="1"/>
          </p:cNvSpPr>
          <p:nvPr>
            <p:ph type="pic" idx="19" hasCustomPrompt="1"/>
          </p:nvPr>
        </p:nvSpPr>
        <p:spPr>
          <a:xfrm>
            <a:off x="3695700" y="4569088"/>
            <a:ext cx="3655784" cy="3657600"/>
          </a:xfrm>
          <a:prstGeom prst="rect">
            <a:avLst/>
          </a:prstGeom>
          <a:solidFill>
            <a:srgbClr val="525252"/>
          </a:solidFill>
        </p:spPr>
        <p:txBody>
          <a:bodyPr anchor="ctr"/>
          <a:lstStyle>
            <a:lvl1pPr algn="ctr">
              <a:buNone/>
              <a:defRPr sz="3200">
                <a:solidFill>
                  <a:srgbClr val="F4F4F4"/>
                </a:solidFill>
              </a:defRPr>
            </a:lvl1pPr>
          </a:lstStyle>
          <a:p>
            <a:r>
              <a:t>Place photo here</a:t>
            </a:r>
          </a:p>
        </p:txBody>
      </p:sp>
      <p:sp>
        <p:nvSpPr>
          <p:cNvPr id="3" name="Title 1">
            <a:extLst>
              <a:ext uri="{FF2B5EF4-FFF2-40B4-BE49-F238E27FC236}">
                <a16:creationId xmlns:a16="http://schemas.microsoft.com/office/drawing/2014/main" id="{6733F7B7-5AD6-1E43-4FD9-3C700AC2CBD0}"/>
              </a:ext>
            </a:extLst>
          </p:cNvPr>
          <p:cNvSpPr>
            <a:spLocks noGrp="1"/>
          </p:cNvSpPr>
          <p:nvPr>
            <p:ph type="title"/>
          </p:nvPr>
        </p:nvSpPr>
        <p:spPr>
          <a:xfrm>
            <a:off x="538494" y="383874"/>
            <a:ext cx="11080420" cy="1288800"/>
          </a:xfrm>
        </p:spPr>
        <p:txBody>
          <a:bodyPr rIns="457200"/>
          <a:lstStyle>
            <a:lvl1pPr>
              <a:lnSpc>
                <a:spcPct val="100000"/>
              </a:lnSpc>
              <a:buNone/>
              <a:defRPr sz="6400">
                <a:solidFill>
                  <a:srgbClr val="F4F4F4"/>
                </a:solidFill>
              </a:defRPr>
            </a:lvl1pPr>
          </a:lstStyle>
          <a:p>
            <a:r>
              <a:t>Click to edit Master title style</a:t>
            </a:r>
          </a:p>
        </p:txBody>
      </p:sp>
      <p:sp>
        <p:nvSpPr>
          <p:cNvPr id="17" name="Text Placeholder 5">
            <a:extLst>
              <a:ext uri="{FF2B5EF4-FFF2-40B4-BE49-F238E27FC236}">
                <a16:creationId xmlns:a16="http://schemas.microsoft.com/office/drawing/2014/main" id="{89B8784A-93E2-6C44-35E0-2AC43977EEB9}"/>
              </a:ext>
            </a:extLst>
          </p:cNvPr>
          <p:cNvSpPr>
            <a:spLocks noGrp="1"/>
          </p:cNvSpPr>
          <p:nvPr>
            <p:ph type="body" idx="13" hasCustomPrompt="1"/>
          </p:nvPr>
        </p:nvSpPr>
        <p:spPr>
          <a:xfrm>
            <a:off x="7846092" y="4754665"/>
            <a:ext cx="7937060" cy="2896437"/>
          </a:xfrm>
        </p:spPr>
        <p:txBody>
          <a:bodyPr/>
          <a:lstStyle>
            <a:lvl1pPr>
              <a:lnSpc>
                <a:spcPct val="130000"/>
              </a:lnSpc>
              <a:spcAft>
                <a:spcPts val="1800"/>
              </a:spcAft>
              <a:buNone/>
              <a:defRPr sz="3600">
                <a:solidFill>
                  <a:srgbClr val="F4F4F4"/>
                </a:solidFill>
              </a:defRPr>
            </a:lvl1pPr>
          </a:lstStyle>
          <a:p>
            <a:r>
              <a:t>Firstname Lastname</a:t>
            </a:r>
            <a:br/>
            <a:r>
              <a:t>Company, Job Title</a:t>
            </a:r>
            <a:br/>
            <a:r>
              <a:t>Contact Info</a:t>
            </a:r>
          </a:p>
        </p:txBody>
      </p:sp>
      <p:sp>
        <p:nvSpPr>
          <p:cNvPr id="2" name="Footer Placeholder 1">
            <a:extLst>
              <a:ext uri="{FF2B5EF4-FFF2-40B4-BE49-F238E27FC236}">
                <a16:creationId xmlns:a16="http://schemas.microsoft.com/office/drawing/2014/main" id="{C8418C57-B3AA-83F3-8385-30F6D9F9EF30}"/>
              </a:ext>
            </a:extLst>
          </p:cNvPr>
          <p:cNvSpPr>
            <a:spLocks noGrp="1"/>
          </p:cNvSpPr>
          <p:nvPr>
            <p:ph type="ftr" idx="20"/>
          </p:nvPr>
        </p:nvSpPr>
        <p:spPr/>
        <p:txBody>
          <a:bodyPr/>
          <a:lstStyle/>
          <a:p>
            <a:r>
              <a:t>IBM TechXchange | © 2026 IBM Corporation</a:t>
            </a:r>
          </a:p>
        </p:txBody>
      </p:sp>
      <p:sp>
        <p:nvSpPr>
          <p:cNvPr id="4" name="Slide Number Placeholder 3">
            <a:extLst>
              <a:ext uri="{FF2B5EF4-FFF2-40B4-BE49-F238E27FC236}">
                <a16:creationId xmlns:a16="http://schemas.microsoft.com/office/drawing/2014/main" id="{06E102D3-2FDD-1834-5EE3-B9FB9B85F3EF}"/>
              </a:ext>
            </a:extLst>
          </p:cNvPr>
          <p:cNvSpPr>
            <a:spLocks noGrp="1"/>
          </p:cNvSpPr>
          <p:nvPr>
            <p:ph type="sldNum" idx="21"/>
          </p:nvPr>
        </p:nvSpPr>
        <p:spPr/>
        <p:txBody>
          <a:bodyPr/>
          <a:lstStyle/>
          <a:p>
            <a:fld id="{86CB4B4D-7CA3-9044-876B-883B54F8677D}" type="slidenum">
              <a:t>‹#›</a:t>
            </a:fld>
            <a:endParaRPr/>
          </a:p>
        </p:txBody>
      </p:sp>
      <p:sp>
        <p:nvSpPr>
          <p:cNvPr id="7" name="Graphic 5">
            <a:extLst>
              <a:ext uri="{FF2B5EF4-FFF2-40B4-BE49-F238E27FC236}">
                <a16:creationId xmlns:a16="http://schemas.microsoft.com/office/drawing/2014/main" id="{2B491808-E0FC-DCCE-AD27-730EA163B631}"/>
              </a:ext>
            </a:extLst>
          </p:cNvPr>
          <p:cNvSpPr>
            <a:spLocks noGrp="1"/>
          </p:cNvSpPr>
          <p:nvPr/>
        </p:nvSpPr>
        <p:spPr>
          <a:xfrm>
            <a:off x="1" y="4569089"/>
            <a:ext cx="3657600" cy="3657600"/>
          </a:xfrm>
          <a:custGeom>
            <a:avLst/>
            <a:gdLst>
              <a:gd name="csX0" fmla="*/ 3511477 w 7022953"/>
              <a:gd name="csY0" fmla="*/ 0 h 7022953"/>
              <a:gd name="csX1" fmla="*/ 3511477 w 7022953"/>
              <a:gd name="csY1" fmla="*/ 0 h 7022953"/>
              <a:gd name="csX2" fmla="*/ 0 w 7022953"/>
              <a:gd name="csY2" fmla="*/ 0 h 7022953"/>
              <a:gd name="csX3" fmla="*/ 3511477 w 7022953"/>
              <a:gd name="csY3" fmla="*/ 3511477 h 7022953"/>
              <a:gd name="csX4" fmla="*/ 0 w 7022953"/>
              <a:gd name="csY4" fmla="*/ 7022953 h 7022953"/>
              <a:gd name="csX5" fmla="*/ 3511477 w 7022953"/>
              <a:gd name="csY5" fmla="*/ 7022953 h 7022953"/>
              <a:gd name="csX6" fmla="*/ 3511477 w 7022953"/>
              <a:gd name="csY6" fmla="*/ 7022953 h 7022953"/>
              <a:gd name="csX7" fmla="*/ 7022953 w 7022953"/>
              <a:gd name="csY7" fmla="*/ 3511477 h 7022953"/>
              <a:gd name="csX8" fmla="*/ 3511477 w 7022953"/>
              <a:gd name="csY8" fmla="*/ 3511477 h 7022953"/>
              <a:gd name="csX9" fmla="*/ 3511477 w 7022953"/>
              <a:gd name="csY9" fmla="*/ 3511477 h 7022953"/>
              <a:gd name="csX10" fmla="*/ 7022953 w 7022953"/>
              <a:gd name="csY10" fmla="*/ 3511477 h 7022953"/>
              <a:gd name="csX11" fmla="*/ 3511477 w 7022953"/>
              <a:gd name="csY11" fmla="*/ 0 h 7022953"/>
            </a:gdLst>
            <a:ahLst/>
            <a:cxnLst/>
            <a:rect l="l" t="t" r="r" b="b"/>
            <a:pathLst>
              <a:path w="7022953" h="7022953">
                <a:moveTo>
                  <a:pt x="3511477" y="0"/>
                </a:moveTo>
                <a:lnTo>
                  <a:pt x="3511477" y="0"/>
                </a:lnTo>
                <a:lnTo>
                  <a:pt x="0" y="0"/>
                </a:lnTo>
                <a:lnTo>
                  <a:pt x="3511477" y="3511477"/>
                </a:lnTo>
                <a:lnTo>
                  <a:pt x="0" y="7022953"/>
                </a:lnTo>
                <a:lnTo>
                  <a:pt x="3511477" y="7022953"/>
                </a:lnTo>
                <a:lnTo>
                  <a:pt x="3511477" y="7022953"/>
                </a:lnTo>
                <a:lnTo>
                  <a:pt x="7022953" y="3511477"/>
                </a:lnTo>
                <a:lnTo>
                  <a:pt x="3511477" y="3511477"/>
                </a:lnTo>
                <a:lnTo>
                  <a:pt x="3511477" y="3511477"/>
                </a:lnTo>
                <a:lnTo>
                  <a:pt x="7022953" y="3511477"/>
                </a:lnTo>
                <a:lnTo>
                  <a:pt x="3511477" y="0"/>
                </a:lnTo>
                <a:close/>
              </a:path>
            </a:pathLst>
          </a:custGeom>
          <a:gradFill>
            <a:gsLst>
              <a:gs pos="50000">
                <a:srgbClr val="D02670"/>
              </a:gs>
              <a:gs pos="10000">
                <a:srgbClr val="8A3FFC"/>
              </a:gs>
              <a:gs pos="90000">
                <a:srgbClr val="FA4D56"/>
              </a:gs>
            </a:gsLst>
            <a:lin ang="18900000" scaled="0"/>
          </a:gradFill>
          <a:ln w="36000">
            <a:noFill/>
            <a:prstDash val="solid"/>
          </a:ln>
        </p:spPr>
        <p:txBody>
          <a:bodyPr/>
          <a:lstStyle/>
          <a:p>
            <a:endParaRPr/>
          </a:p>
        </p:txBody>
      </p:sp>
      <p:sp>
        <p:nvSpPr>
          <p:cNvPr id="10" name="Graphic 8">
            <a:extLst>
              <a:ext uri="{FF2B5EF4-FFF2-40B4-BE49-F238E27FC236}">
                <a16:creationId xmlns:a16="http://schemas.microsoft.com/office/drawing/2014/main" id="{45DAAB9E-1CAF-A85A-5B96-EEC3F1212109}"/>
              </a:ext>
            </a:extLst>
          </p:cNvPr>
          <p:cNvSpPr>
            <a:spLocks noGrp="1"/>
          </p:cNvSpPr>
          <p:nvPr/>
        </p:nvSpPr>
        <p:spPr>
          <a:xfrm>
            <a:off x="3657601" y="8226688"/>
            <a:ext cx="3655784" cy="3655784"/>
          </a:xfrm>
          <a:custGeom>
            <a:avLst/>
            <a:gdLst>
              <a:gd name="csX0" fmla="*/ 3533617 w 7067232"/>
              <a:gd name="csY0" fmla="*/ 7067233 h 7067232"/>
              <a:gd name="csX1" fmla="*/ 3533617 w 7067232"/>
              <a:gd name="csY1" fmla="*/ 0 h 7067232"/>
              <a:gd name="csX2" fmla="*/ 7067233 w 7067232"/>
              <a:gd name="csY2" fmla="*/ 3533617 h 7067232"/>
              <a:gd name="csX3" fmla="*/ 3533617 w 7067232"/>
              <a:gd name="csY3" fmla="*/ 7067233 h 7067232"/>
              <a:gd name="csX4" fmla="*/ 0 w 7067232"/>
              <a:gd name="csY4" fmla="*/ 7067233 h 7067232"/>
              <a:gd name="csX5" fmla="*/ 0 w 7067232"/>
              <a:gd name="csY5" fmla="*/ 0 h 7067232"/>
              <a:gd name="csX6" fmla="*/ 3533617 w 7067232"/>
              <a:gd name="csY6" fmla="*/ 3533617 h 7067232"/>
              <a:gd name="csX7" fmla="*/ 0 w 7067232"/>
              <a:gd name="csY7" fmla="*/ 7067233 h 7067232"/>
            </a:gdLst>
            <a:ahLst/>
            <a:cxnLst/>
            <a:rect l="l" t="t" r="r" b="b"/>
            <a:pathLst>
              <a:path w="7067232" h="7067232">
                <a:moveTo>
                  <a:pt x="3533617" y="7067233"/>
                </a:moveTo>
                <a:lnTo>
                  <a:pt x="3533617" y="0"/>
                </a:lnTo>
                <a:lnTo>
                  <a:pt x="7067233" y="3533617"/>
                </a:lnTo>
                <a:lnTo>
                  <a:pt x="3533617" y="7067233"/>
                </a:lnTo>
                <a:close/>
                <a:moveTo>
                  <a:pt x="0" y="7067233"/>
                </a:moveTo>
                <a:lnTo>
                  <a:pt x="0" y="0"/>
                </a:lnTo>
                <a:lnTo>
                  <a:pt x="3533617" y="3533617"/>
                </a:lnTo>
                <a:lnTo>
                  <a:pt x="0" y="7067233"/>
                </a:lnTo>
                <a:close/>
              </a:path>
            </a:pathLst>
          </a:custGeom>
          <a:solidFill>
            <a:srgbClr val="8A3FFC"/>
          </a:solidFill>
          <a:ln w="36195">
            <a:noFill/>
            <a:prstDash val="solid"/>
          </a:ln>
        </p:spPr>
        <p:txBody>
          <a:bodyPr/>
          <a:lstStyle/>
          <a:p>
            <a:endParaRPr/>
          </a:p>
        </p:txBody>
      </p:sp>
      <p:sp>
        <p:nvSpPr>
          <p:cNvPr id="12" name="Freeform 11">
            <a:extLst>
              <a:ext uri="{FF2B5EF4-FFF2-40B4-BE49-F238E27FC236}">
                <a16:creationId xmlns:a16="http://schemas.microsoft.com/office/drawing/2014/main" id="{0D61B5B6-FA7F-3238-8C5F-77C7AC1A49E5}"/>
              </a:ext>
            </a:extLst>
          </p:cNvPr>
          <p:cNvSpPr>
            <a:spLocks noGrp="1"/>
          </p:cNvSpPr>
          <p:nvPr/>
        </p:nvSpPr>
        <p:spPr>
          <a:xfrm>
            <a:off x="244792" y="8854704"/>
            <a:ext cx="3168018" cy="2755516"/>
          </a:xfrm>
          <a:custGeom>
            <a:avLst/>
            <a:gdLst>
              <a:gd name="csX0" fmla="*/ 7192274 w 9665207"/>
              <a:gd name="csY0" fmla="*/ 8406718 h 8406717"/>
              <a:gd name="csX1" fmla="*/ 2472934 w 9665207"/>
              <a:gd name="csY1" fmla="*/ 8406718 h 8406717"/>
              <a:gd name="csX2" fmla="*/ 2374772 w 9665207"/>
              <a:gd name="csY2" fmla="*/ 8350086 h 8406717"/>
              <a:gd name="csX3" fmla="*/ 15102 w 9665207"/>
              <a:gd name="csY3" fmla="*/ 4256845 h 8406717"/>
              <a:gd name="csX4" fmla="*/ 15102 w 9665207"/>
              <a:gd name="csY4" fmla="*/ 4143581 h 8406717"/>
              <a:gd name="csX5" fmla="*/ 2374772 w 9665207"/>
              <a:gd name="csY5" fmla="*/ 56632 h 8406717"/>
              <a:gd name="csX6" fmla="*/ 2472934 w 9665207"/>
              <a:gd name="csY6" fmla="*/ 0 h 8406717"/>
              <a:gd name="csX7" fmla="*/ 7192274 w 9665207"/>
              <a:gd name="csY7" fmla="*/ 0 h 8406717"/>
              <a:gd name="csX8" fmla="*/ 7290437 w 9665207"/>
              <a:gd name="csY8" fmla="*/ 56632 h 8406717"/>
              <a:gd name="csX9" fmla="*/ 9650106 w 9665207"/>
              <a:gd name="csY9" fmla="*/ 4143581 h 8406717"/>
              <a:gd name="csX10" fmla="*/ 9650106 w 9665207"/>
              <a:gd name="csY10" fmla="*/ 4256845 h 8406717"/>
              <a:gd name="csX11" fmla="*/ 7290437 w 9665207"/>
              <a:gd name="csY11" fmla="*/ 8350086 h 8406717"/>
              <a:gd name="csX12" fmla="*/ 7192274 w 9665207"/>
              <a:gd name="csY12" fmla="*/ 8406718 h 8406717"/>
              <a:gd name="csX13" fmla="*/ 2669259 w 9665207"/>
              <a:gd name="csY13" fmla="*/ 8180189 h 8406717"/>
              <a:gd name="csX14" fmla="*/ 6996265 w 9665207"/>
              <a:gd name="csY14" fmla="*/ 8180189 h 8406717"/>
              <a:gd name="csX15" fmla="*/ 4832919 w 9665207"/>
              <a:gd name="csY15" fmla="*/ 4429887 h 8406717"/>
              <a:gd name="csX16" fmla="*/ 2669573 w 9665207"/>
              <a:gd name="csY16" fmla="*/ 8180189 h 8406717"/>
              <a:gd name="csX17" fmla="*/ 5027041 w 9665207"/>
              <a:gd name="csY17" fmla="*/ 4313477 h 8406717"/>
              <a:gd name="csX18" fmla="*/ 7192274 w 9665207"/>
              <a:gd name="csY18" fmla="*/ 8066610 h 8406717"/>
              <a:gd name="csX19" fmla="*/ 9355934 w 9665207"/>
              <a:gd name="csY19" fmla="*/ 4313477 h 8406717"/>
              <a:gd name="csX20" fmla="*/ 5027041 w 9665207"/>
              <a:gd name="csY20" fmla="*/ 4313477 h 8406717"/>
              <a:gd name="csX21" fmla="*/ 309274 w 9665207"/>
              <a:gd name="csY21" fmla="*/ 4313477 h 8406717"/>
              <a:gd name="csX22" fmla="*/ 2472934 w 9665207"/>
              <a:gd name="csY22" fmla="*/ 8066610 h 8406717"/>
              <a:gd name="csX23" fmla="*/ 4638167 w 9665207"/>
              <a:gd name="csY23" fmla="*/ 4313477 h 8406717"/>
              <a:gd name="csX24" fmla="*/ 309274 w 9665207"/>
              <a:gd name="csY24" fmla="*/ 4313477 h 8406717"/>
              <a:gd name="csX25" fmla="*/ 5030502 w 9665207"/>
              <a:gd name="csY25" fmla="*/ 4086948 h 8406717"/>
              <a:gd name="csX26" fmla="*/ 9355934 w 9665207"/>
              <a:gd name="csY26" fmla="*/ 4086948 h 8406717"/>
              <a:gd name="csX27" fmla="*/ 7192589 w 9665207"/>
              <a:gd name="csY27" fmla="*/ 339792 h 8406717"/>
              <a:gd name="csX28" fmla="*/ 5030816 w 9665207"/>
              <a:gd name="csY28" fmla="*/ 4086948 h 8406717"/>
              <a:gd name="csX29" fmla="*/ 309589 w 9665207"/>
              <a:gd name="csY29" fmla="*/ 4086948 h 8406717"/>
              <a:gd name="csX30" fmla="*/ 4635021 w 9665207"/>
              <a:gd name="csY30" fmla="*/ 4086948 h 8406717"/>
              <a:gd name="csX31" fmla="*/ 2472934 w 9665207"/>
              <a:gd name="csY31" fmla="*/ 339792 h 8406717"/>
              <a:gd name="csX32" fmla="*/ 309589 w 9665207"/>
              <a:gd name="csY32" fmla="*/ 4086948 h 8406717"/>
              <a:gd name="csX33" fmla="*/ 2669259 w 9665207"/>
              <a:gd name="csY33" fmla="*/ 226528 h 8406717"/>
              <a:gd name="csX34" fmla="*/ 4832604 w 9665207"/>
              <a:gd name="csY34" fmla="*/ 3976830 h 8406717"/>
              <a:gd name="csX35" fmla="*/ 6995949 w 9665207"/>
              <a:gd name="csY35" fmla="*/ 226528 h 8406717"/>
              <a:gd name="csX36" fmla="*/ 2668944 w 9665207"/>
              <a:gd name="csY36" fmla="*/ 226528 h 8406717"/>
            </a:gdLst>
            <a:ahLst/>
            <a:cxnLst/>
            <a:rect l="l" t="t" r="r" b="b"/>
            <a:pathLst>
              <a:path w="9665207" h="8406717">
                <a:moveTo>
                  <a:pt x="7192274" y="8406718"/>
                </a:moveTo>
                <a:lnTo>
                  <a:pt x="2472934" y="8406718"/>
                </a:lnTo>
                <a:cubicBezTo>
                  <a:pt x="2432348" y="8406718"/>
                  <a:pt x="2394908" y="8385009"/>
                  <a:pt x="2374772" y="8350086"/>
                </a:cubicBezTo>
                <a:lnTo>
                  <a:pt x="15102" y="4256845"/>
                </a:lnTo>
                <a:cubicBezTo>
                  <a:pt x="-5034" y="4221922"/>
                  <a:pt x="-5034" y="4178503"/>
                  <a:pt x="15102" y="4143581"/>
                </a:cubicBezTo>
                <a:lnTo>
                  <a:pt x="2374772" y="56632"/>
                </a:lnTo>
                <a:cubicBezTo>
                  <a:pt x="2394908" y="21709"/>
                  <a:pt x="2432662" y="0"/>
                  <a:pt x="2472934" y="0"/>
                </a:cubicBezTo>
                <a:lnTo>
                  <a:pt x="7192274" y="0"/>
                </a:lnTo>
                <a:cubicBezTo>
                  <a:pt x="7232546" y="0"/>
                  <a:pt x="7270300" y="21709"/>
                  <a:pt x="7290437" y="56632"/>
                </a:cubicBezTo>
                <a:lnTo>
                  <a:pt x="9650106" y="4143581"/>
                </a:lnTo>
                <a:cubicBezTo>
                  <a:pt x="9670242" y="4178503"/>
                  <a:pt x="9670242" y="4221922"/>
                  <a:pt x="9650106" y="4256845"/>
                </a:cubicBezTo>
                <a:lnTo>
                  <a:pt x="7290437" y="8350086"/>
                </a:lnTo>
                <a:cubicBezTo>
                  <a:pt x="7270300" y="8385009"/>
                  <a:pt x="7232860" y="8406718"/>
                  <a:pt x="7192274" y="8406718"/>
                </a:cubicBezTo>
                <a:close/>
                <a:moveTo>
                  <a:pt x="2669259" y="8180189"/>
                </a:moveTo>
                <a:lnTo>
                  <a:pt x="6996265" y="8180189"/>
                </a:lnTo>
                <a:lnTo>
                  <a:pt x="4832919" y="4429887"/>
                </a:lnTo>
                <a:lnTo>
                  <a:pt x="2669573" y="8180189"/>
                </a:lnTo>
                <a:close/>
                <a:moveTo>
                  <a:pt x="5027041" y="4313477"/>
                </a:moveTo>
                <a:lnTo>
                  <a:pt x="7192274" y="8066610"/>
                </a:lnTo>
                <a:lnTo>
                  <a:pt x="9355934" y="4313477"/>
                </a:lnTo>
                <a:lnTo>
                  <a:pt x="5027041" y="4313477"/>
                </a:lnTo>
                <a:close/>
                <a:moveTo>
                  <a:pt x="309274" y="4313477"/>
                </a:moveTo>
                <a:lnTo>
                  <a:pt x="2472934" y="8066610"/>
                </a:lnTo>
                <a:lnTo>
                  <a:pt x="4638167" y="4313477"/>
                </a:lnTo>
                <a:lnTo>
                  <a:pt x="309274" y="4313477"/>
                </a:lnTo>
                <a:close/>
                <a:moveTo>
                  <a:pt x="5030502" y="4086948"/>
                </a:moveTo>
                <a:lnTo>
                  <a:pt x="9355934" y="4086948"/>
                </a:lnTo>
                <a:lnTo>
                  <a:pt x="7192589" y="339792"/>
                </a:lnTo>
                <a:lnTo>
                  <a:pt x="5030816" y="4086948"/>
                </a:lnTo>
                <a:close/>
                <a:moveTo>
                  <a:pt x="309589" y="4086948"/>
                </a:moveTo>
                <a:lnTo>
                  <a:pt x="4635021" y="4086948"/>
                </a:lnTo>
                <a:lnTo>
                  <a:pt x="2472934" y="339792"/>
                </a:lnTo>
                <a:lnTo>
                  <a:pt x="309589" y="4086948"/>
                </a:lnTo>
                <a:close/>
                <a:moveTo>
                  <a:pt x="2669259" y="226528"/>
                </a:moveTo>
                <a:lnTo>
                  <a:pt x="4832604" y="3976830"/>
                </a:lnTo>
                <a:lnTo>
                  <a:pt x="6995949" y="226528"/>
                </a:lnTo>
                <a:lnTo>
                  <a:pt x="2668944" y="226528"/>
                </a:lnTo>
                <a:close/>
              </a:path>
            </a:pathLst>
          </a:custGeom>
          <a:solidFill>
            <a:srgbClr val="BE95FF"/>
          </a:solidFill>
          <a:ln w="314623">
            <a:noFill/>
            <a:prstDash val="solid"/>
          </a:ln>
        </p:spPr>
        <p:txBody>
          <a:bodyPr/>
          <a:lstStyle/>
          <a:p>
            <a:endParaRPr/>
          </a:p>
        </p:txBody>
      </p:sp>
      <p:sp>
        <p:nvSpPr>
          <p:cNvPr id="13" name="Rectangle 12">
            <a:extLst>
              <a:ext uri="{FF2B5EF4-FFF2-40B4-BE49-F238E27FC236}">
                <a16:creationId xmlns:a16="http://schemas.microsoft.com/office/drawing/2014/main" id="{7E119C78-1C4A-DB5B-EB9C-2F54BCAF9CA3}"/>
              </a:ext>
            </a:extLst>
          </p:cNvPr>
          <p:cNvSpPr>
            <a:spLocks noGrp="1"/>
          </p:cNvSpPr>
          <p:nvPr/>
        </p:nvSpPr>
        <p:spPr>
          <a:xfrm>
            <a:off x="178791" y="8582452"/>
            <a:ext cx="3300020" cy="3300020"/>
          </a:xfrm>
          <a:prstGeom prst="rect">
            <a:avLst/>
          </a:prstGeom>
          <a:noFill/>
          <a:ln w="314623">
            <a:noFill/>
            <a:prstDash val="solid"/>
          </a:ln>
        </p:spPr>
        <p:txBody>
          <a:bodyPr/>
          <a:lstStyle/>
          <a:p>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2_Thank you 1">
    <p:bg>
      <p:bgPr>
        <a:solidFill>
          <a:schemeClr val="tx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349104CD-7A54-794C-B12A-9EE5157E8DB7}"/>
              </a:ext>
            </a:extLst>
          </p:cNvPr>
          <p:cNvSpPr>
            <a:spLocks noGrp="1"/>
          </p:cNvSpPr>
          <p:nvPr/>
        </p:nvSpPr>
        <p:spPr>
          <a:xfrm>
            <a:off x="-1" y="0"/>
            <a:ext cx="24387175" cy="13716000"/>
          </a:xfrm>
          <a:prstGeom prst="rect">
            <a:avLst/>
          </a:prstGeom>
          <a:solidFill>
            <a:schemeClr val="tx1"/>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chemeClr val="bg1"/>
              </a:solidFill>
              <a:latin typeface="+mn-lt"/>
              <a:ea typeface="+mn-lt"/>
              <a:cs typeface="+mn-lt"/>
            </a:endParaRPr>
          </a:p>
        </p:txBody>
      </p:sp>
      <p:sp>
        <p:nvSpPr>
          <p:cNvPr id="29" name="Freeform 85">
            <a:extLst>
              <a:ext uri="{FF2B5EF4-FFF2-40B4-BE49-F238E27FC236}">
                <a16:creationId xmlns:a16="http://schemas.microsoft.com/office/drawing/2014/main" id="{DBF85E84-282B-9A4A-9779-A3B324B61C19}"/>
              </a:ext>
            </a:extLst>
          </p:cNvPr>
          <p:cNvSpPr>
            <a:spLocks noGrp="1"/>
          </p:cNvSpPr>
          <p:nvPr/>
        </p:nvSpPr>
        <p:spPr>
          <a:xfrm>
            <a:off x="3663464" y="5718785"/>
            <a:ext cx="3648329" cy="2784796"/>
          </a:xfrm>
          <a:custGeom>
            <a:avLst/>
            <a:gdLst>
              <a:gd name="connsiteX0" fmla="*/ 1001976 w 2821915"/>
              <a:gd name="connsiteY0" fmla="*/ 1891740 h 2153989"/>
              <a:gd name="connsiteX1" fmla="*/ 1822344 w 2821915"/>
              <a:gd name="connsiteY1" fmla="*/ 1891740 h 2153989"/>
              <a:gd name="connsiteX2" fmla="*/ 1655600 w 2821915"/>
              <a:gd name="connsiteY2" fmla="*/ 2082819 h 2153989"/>
              <a:gd name="connsiteX3" fmla="*/ 1412160 w 2821915"/>
              <a:gd name="connsiteY3" fmla="*/ 2153989 h 2153989"/>
              <a:gd name="connsiteX4" fmla="*/ 1168720 w 2821915"/>
              <a:gd name="connsiteY4" fmla="*/ 2082819 h 2153989"/>
              <a:gd name="connsiteX5" fmla="*/ 1001976 w 2821915"/>
              <a:gd name="connsiteY5" fmla="*/ 1891740 h 2153989"/>
              <a:gd name="connsiteX6" fmla="*/ 959312 w 2821915"/>
              <a:gd name="connsiteY6" fmla="*/ 1436741 h 2153989"/>
              <a:gd name="connsiteX7" fmla="*/ 1864856 w 2821915"/>
              <a:gd name="connsiteY7" fmla="*/ 1436741 h 2153989"/>
              <a:gd name="connsiteX8" fmla="*/ 1864856 w 2821915"/>
              <a:gd name="connsiteY8" fmla="*/ 1681058 h 2153989"/>
              <a:gd name="connsiteX9" fmla="*/ 959312 w 2821915"/>
              <a:gd name="connsiteY9" fmla="*/ 1681058 h 2153989"/>
              <a:gd name="connsiteX10" fmla="*/ 959312 w 2821915"/>
              <a:gd name="connsiteY10" fmla="*/ 981742 h 2153989"/>
              <a:gd name="connsiteX11" fmla="*/ 1864856 w 2821915"/>
              <a:gd name="connsiteY11" fmla="*/ 981742 h 2153989"/>
              <a:gd name="connsiteX12" fmla="*/ 1864856 w 2821915"/>
              <a:gd name="connsiteY12" fmla="*/ 1226059 h 2153989"/>
              <a:gd name="connsiteX13" fmla="*/ 959312 w 2821915"/>
              <a:gd name="connsiteY13" fmla="*/ 1226059 h 2153989"/>
              <a:gd name="connsiteX14" fmla="*/ 1864820 w 2821915"/>
              <a:gd name="connsiteY14" fmla="*/ 701595 h 2153989"/>
              <a:gd name="connsiteX15" fmla="*/ 2575674 w 2821915"/>
              <a:gd name="connsiteY15" fmla="*/ 1017083 h 2153989"/>
              <a:gd name="connsiteX16" fmla="*/ 2574254 w 2821915"/>
              <a:gd name="connsiteY16" fmla="*/ 1016797 h 2153989"/>
              <a:gd name="connsiteX17" fmla="*/ 2821914 w 2821915"/>
              <a:gd name="connsiteY17" fmla="*/ 1367877 h 2153989"/>
              <a:gd name="connsiteX18" fmla="*/ 2715804 w 2821915"/>
              <a:gd name="connsiteY18" fmla="*/ 1626831 h 2153989"/>
              <a:gd name="connsiteX19" fmla="*/ 2457956 w 2821915"/>
              <a:gd name="connsiteY19" fmla="*/ 1734901 h 2153989"/>
              <a:gd name="connsiteX20" fmla="*/ 2103668 w 2821915"/>
              <a:gd name="connsiteY20" fmla="*/ 1464972 h 2153989"/>
              <a:gd name="connsiteX21" fmla="*/ 959340 w 2821915"/>
              <a:gd name="connsiteY21" fmla="*/ 701595 h 2153989"/>
              <a:gd name="connsiteX22" fmla="*/ 720568 w 2821915"/>
              <a:gd name="connsiteY22" fmla="*/ 1464968 h 2153989"/>
              <a:gd name="connsiteX23" fmla="*/ 367818 w 2821915"/>
              <a:gd name="connsiteY23" fmla="*/ 1734898 h 2153989"/>
              <a:gd name="connsiteX24" fmla="*/ 227124 w 2821915"/>
              <a:gd name="connsiteY24" fmla="*/ 1707448 h 2153989"/>
              <a:gd name="connsiteX25" fmla="*/ 107732 w 2821915"/>
              <a:gd name="connsiteY25" fmla="*/ 1627986 h 2153989"/>
              <a:gd name="connsiteX26" fmla="*/ 27948 w 2821915"/>
              <a:gd name="connsiteY26" fmla="*/ 1508703 h 2153989"/>
              <a:gd name="connsiteX27" fmla="*/ 0 w 2821915"/>
              <a:gd name="connsiteY27" fmla="*/ 1367873 h 2153989"/>
              <a:gd name="connsiteX28" fmla="*/ 247580 w 2821915"/>
              <a:gd name="connsiteY28" fmla="*/ 1016797 h 2153989"/>
              <a:gd name="connsiteX29" fmla="*/ 248718 w 2821915"/>
              <a:gd name="connsiteY29" fmla="*/ 1017079 h 2153989"/>
              <a:gd name="connsiteX30" fmla="*/ 1411070 w 2821915"/>
              <a:gd name="connsiteY30" fmla="*/ 508873 h 2153989"/>
              <a:gd name="connsiteX31" fmla="*/ 1655176 w 2821915"/>
              <a:gd name="connsiteY31" fmla="*/ 580040 h 2153989"/>
              <a:gd name="connsiteX32" fmla="*/ 1822376 w 2821915"/>
              <a:gd name="connsiteY32" fmla="*/ 771122 h 2153989"/>
              <a:gd name="connsiteX33" fmla="*/ 999768 w 2821915"/>
              <a:gd name="connsiteY33" fmla="*/ 771122 h 2153989"/>
              <a:gd name="connsiteX34" fmla="*/ 1166964 w 2821915"/>
              <a:gd name="connsiteY34" fmla="*/ 580040 h 2153989"/>
              <a:gd name="connsiteX35" fmla="*/ 1411070 w 2821915"/>
              <a:gd name="connsiteY35" fmla="*/ 508873 h 2153989"/>
              <a:gd name="connsiteX36" fmla="*/ 1674154 w 2821915"/>
              <a:gd name="connsiteY36" fmla="*/ 0 h 2153989"/>
              <a:gd name="connsiteX37" fmla="*/ 1821708 w 2821915"/>
              <a:gd name="connsiteY37" fmla="*/ 62040 h 2153989"/>
              <a:gd name="connsiteX38" fmla="*/ 1882612 w 2821915"/>
              <a:gd name="connsiteY38" fmla="*/ 210719 h 2153989"/>
              <a:gd name="connsiteX39" fmla="*/ 1846928 w 2821915"/>
              <a:gd name="connsiteY39" fmla="*/ 326840 h 2153989"/>
              <a:gd name="connsiteX40" fmla="*/ 1753140 w 2821915"/>
              <a:gd name="connsiteY40" fmla="*/ 403523 h 2153989"/>
              <a:gd name="connsiteX41" fmla="*/ 1632794 w 2821915"/>
              <a:gd name="connsiteY41" fmla="*/ 414984 h 2153989"/>
              <a:gd name="connsiteX42" fmla="*/ 1526358 w 2821915"/>
              <a:gd name="connsiteY42" fmla="*/ 357364 h 2153989"/>
              <a:gd name="connsiteX43" fmla="*/ 1469624 w 2821915"/>
              <a:gd name="connsiteY43" fmla="*/ 250044 h 2153989"/>
              <a:gd name="connsiteX44" fmla="*/ 1481680 w 2821915"/>
              <a:gd name="connsiteY44" fmla="*/ 129114 h 2153989"/>
              <a:gd name="connsiteX45" fmla="*/ 1558460 w 2821915"/>
              <a:gd name="connsiteY45" fmla="*/ 35242 h 2153989"/>
              <a:gd name="connsiteX46" fmla="*/ 1674154 w 2821915"/>
              <a:gd name="connsiteY46" fmla="*/ 0 h 2153989"/>
              <a:gd name="connsiteX47" fmla="*/ 1149996 w 2821915"/>
              <a:gd name="connsiteY47" fmla="*/ 0 h 2153989"/>
              <a:gd name="connsiteX48" fmla="*/ 1297548 w 2821915"/>
              <a:gd name="connsiteY48" fmla="*/ 62040 h 2153989"/>
              <a:gd name="connsiteX49" fmla="*/ 1358450 w 2821915"/>
              <a:gd name="connsiteY49" fmla="*/ 210719 h 2153989"/>
              <a:gd name="connsiteX50" fmla="*/ 1322768 w 2821915"/>
              <a:gd name="connsiteY50" fmla="*/ 326840 h 2153989"/>
              <a:gd name="connsiteX51" fmla="*/ 1228984 w 2821915"/>
              <a:gd name="connsiteY51" fmla="*/ 403523 h 2153989"/>
              <a:gd name="connsiteX52" fmla="*/ 1108636 w 2821915"/>
              <a:gd name="connsiteY52" fmla="*/ 414984 h 2153989"/>
              <a:gd name="connsiteX53" fmla="*/ 1002196 w 2821915"/>
              <a:gd name="connsiteY53" fmla="*/ 357364 h 2153989"/>
              <a:gd name="connsiteX54" fmla="*/ 945466 w 2821915"/>
              <a:gd name="connsiteY54" fmla="*/ 250044 h 2153989"/>
              <a:gd name="connsiteX55" fmla="*/ 957518 w 2821915"/>
              <a:gd name="connsiteY55" fmla="*/ 129114 h 2153989"/>
              <a:gd name="connsiteX56" fmla="*/ 1034304 w 2821915"/>
              <a:gd name="connsiteY56" fmla="*/ 35242 h 2153989"/>
              <a:gd name="connsiteX57" fmla="*/ 1149996 w 2821915"/>
              <a:gd name="connsiteY57" fmla="*/ 0 h 2153989"/>
            </a:gdLst>
            <a:ahLst/>
            <a:cxnLst/>
            <a:rect l="l" t="t" r="r" b="b"/>
            <a:pathLst>
              <a:path w="2821915" h="2153989">
                <a:moveTo>
                  <a:pt x="1001976" y="1891740"/>
                </a:moveTo>
                <a:lnTo>
                  <a:pt x="1822344" y="1891740"/>
                </a:lnTo>
                <a:cubicBezTo>
                  <a:pt x="1786148" y="1970044"/>
                  <a:pt x="1728288" y="2036347"/>
                  <a:pt x="1655600" y="2082819"/>
                </a:cubicBezTo>
                <a:cubicBezTo>
                  <a:pt x="1582912" y="2129291"/>
                  <a:pt x="1498440" y="2153989"/>
                  <a:pt x="1412160" y="2153989"/>
                </a:cubicBezTo>
                <a:cubicBezTo>
                  <a:pt x="1325880" y="2153989"/>
                  <a:pt x="1241404" y="2129291"/>
                  <a:pt x="1168720" y="2082819"/>
                </a:cubicBezTo>
                <a:cubicBezTo>
                  <a:pt x="1096032" y="2036347"/>
                  <a:pt x="1038172" y="1970044"/>
                  <a:pt x="1001976" y="1891740"/>
                </a:cubicBezTo>
                <a:close/>
                <a:moveTo>
                  <a:pt x="959312" y="1436741"/>
                </a:moveTo>
                <a:lnTo>
                  <a:pt x="1864856" y="1436741"/>
                </a:lnTo>
                <a:lnTo>
                  <a:pt x="1864856" y="1681058"/>
                </a:lnTo>
                <a:lnTo>
                  <a:pt x="959312" y="1681058"/>
                </a:lnTo>
                <a:close/>
                <a:moveTo>
                  <a:pt x="959312" y="981742"/>
                </a:moveTo>
                <a:lnTo>
                  <a:pt x="1864856" y="981742"/>
                </a:lnTo>
                <a:lnTo>
                  <a:pt x="1864856" y="1226059"/>
                </a:lnTo>
                <a:lnTo>
                  <a:pt x="959312" y="1226059"/>
                </a:lnTo>
                <a:close/>
                <a:moveTo>
                  <a:pt x="1864820" y="701595"/>
                </a:moveTo>
                <a:lnTo>
                  <a:pt x="2575674" y="1017083"/>
                </a:lnTo>
                <a:lnTo>
                  <a:pt x="2574254" y="1016797"/>
                </a:lnTo>
                <a:cubicBezTo>
                  <a:pt x="2717844" y="1080862"/>
                  <a:pt x="2821914" y="1197036"/>
                  <a:pt x="2821914" y="1367877"/>
                </a:cubicBezTo>
                <a:cubicBezTo>
                  <a:pt x="2822216" y="1464867"/>
                  <a:pt x="2784048" y="1558011"/>
                  <a:pt x="2715804" y="1626831"/>
                </a:cubicBezTo>
                <a:cubicBezTo>
                  <a:pt x="2647554" y="1695654"/>
                  <a:pt x="2554812" y="1734527"/>
                  <a:pt x="2457956" y="1734901"/>
                </a:cubicBezTo>
                <a:cubicBezTo>
                  <a:pt x="2264320" y="1734901"/>
                  <a:pt x="2148880" y="1601076"/>
                  <a:pt x="2103668" y="1464972"/>
                </a:cubicBezTo>
                <a:close/>
                <a:moveTo>
                  <a:pt x="959340" y="701595"/>
                </a:moveTo>
                <a:lnTo>
                  <a:pt x="720568" y="1464968"/>
                </a:lnTo>
                <a:cubicBezTo>
                  <a:pt x="675374" y="1601073"/>
                  <a:pt x="561390" y="1734898"/>
                  <a:pt x="367818" y="1734898"/>
                </a:cubicBezTo>
                <a:cubicBezTo>
                  <a:pt x="319572" y="1735125"/>
                  <a:pt x="271760" y="1725794"/>
                  <a:pt x="227124" y="1707448"/>
                </a:cubicBezTo>
                <a:cubicBezTo>
                  <a:pt x="182490" y="1689098"/>
                  <a:pt x="141916" y="1662093"/>
                  <a:pt x="107732" y="1627986"/>
                </a:cubicBezTo>
                <a:cubicBezTo>
                  <a:pt x="73550" y="1593882"/>
                  <a:pt x="46436" y="1553340"/>
                  <a:pt x="27948" y="1508703"/>
                </a:cubicBezTo>
                <a:cubicBezTo>
                  <a:pt x="9460" y="1464061"/>
                  <a:pt x="-38" y="1416204"/>
                  <a:pt x="0" y="1367873"/>
                </a:cubicBezTo>
                <a:cubicBezTo>
                  <a:pt x="0" y="1197033"/>
                  <a:pt x="104034" y="1080862"/>
                  <a:pt x="247580" y="1016797"/>
                </a:cubicBezTo>
                <a:lnTo>
                  <a:pt x="248718" y="1017079"/>
                </a:lnTo>
                <a:close/>
                <a:moveTo>
                  <a:pt x="1411070" y="508873"/>
                </a:moveTo>
                <a:cubicBezTo>
                  <a:pt x="1497588" y="508873"/>
                  <a:pt x="1582292" y="533568"/>
                  <a:pt x="1655176" y="580040"/>
                </a:cubicBezTo>
                <a:cubicBezTo>
                  <a:pt x="1728062" y="626512"/>
                  <a:pt x="1786080" y="692818"/>
                  <a:pt x="1822376" y="771122"/>
                </a:cubicBezTo>
                <a:lnTo>
                  <a:pt x="999768" y="771122"/>
                </a:lnTo>
                <a:cubicBezTo>
                  <a:pt x="1036060" y="692818"/>
                  <a:pt x="1094078" y="626512"/>
                  <a:pt x="1166964" y="580040"/>
                </a:cubicBezTo>
                <a:cubicBezTo>
                  <a:pt x="1239848" y="533568"/>
                  <a:pt x="1324556" y="508873"/>
                  <a:pt x="1411070" y="508873"/>
                </a:cubicBezTo>
                <a:close/>
                <a:moveTo>
                  <a:pt x="1674154" y="0"/>
                </a:moveTo>
                <a:cubicBezTo>
                  <a:pt x="1729568" y="228"/>
                  <a:pt x="1782632" y="22538"/>
                  <a:pt x="1821708" y="62040"/>
                </a:cubicBezTo>
                <a:cubicBezTo>
                  <a:pt x="1860784" y="101538"/>
                  <a:pt x="1882686" y="155008"/>
                  <a:pt x="1882612" y="210719"/>
                </a:cubicBezTo>
                <a:cubicBezTo>
                  <a:pt x="1882388" y="252120"/>
                  <a:pt x="1869968" y="292528"/>
                  <a:pt x="1846928" y="326840"/>
                </a:cubicBezTo>
                <a:cubicBezTo>
                  <a:pt x="1823886" y="361155"/>
                  <a:pt x="1791250" y="387837"/>
                  <a:pt x="1753140" y="403523"/>
                </a:cubicBezTo>
                <a:cubicBezTo>
                  <a:pt x="1715032" y="419213"/>
                  <a:pt x="1673156" y="423198"/>
                  <a:pt x="1632794" y="414984"/>
                </a:cubicBezTo>
                <a:cubicBezTo>
                  <a:pt x="1592432" y="406767"/>
                  <a:pt x="1555394" y="386719"/>
                  <a:pt x="1526358" y="357364"/>
                </a:cubicBezTo>
                <a:cubicBezTo>
                  <a:pt x="1497318" y="328008"/>
                  <a:pt x="1477576" y="290667"/>
                  <a:pt x="1469624" y="250044"/>
                </a:cubicBezTo>
                <a:cubicBezTo>
                  <a:pt x="1461672" y="209421"/>
                  <a:pt x="1465868" y="167341"/>
                  <a:pt x="1481680" y="129114"/>
                </a:cubicBezTo>
                <a:cubicBezTo>
                  <a:pt x="1497488" y="90886"/>
                  <a:pt x="1524204" y="58222"/>
                  <a:pt x="1558460" y="35242"/>
                </a:cubicBezTo>
                <a:cubicBezTo>
                  <a:pt x="1592716" y="12263"/>
                  <a:pt x="1632974" y="0"/>
                  <a:pt x="1674154" y="0"/>
                </a:cubicBezTo>
                <a:close/>
                <a:moveTo>
                  <a:pt x="1149996" y="0"/>
                </a:moveTo>
                <a:cubicBezTo>
                  <a:pt x="1205408" y="228"/>
                  <a:pt x="1258472" y="22538"/>
                  <a:pt x="1297548" y="62040"/>
                </a:cubicBezTo>
                <a:cubicBezTo>
                  <a:pt x="1336624" y="101538"/>
                  <a:pt x="1358528" y="155008"/>
                  <a:pt x="1358450" y="210719"/>
                </a:cubicBezTo>
                <a:cubicBezTo>
                  <a:pt x="1358224" y="252120"/>
                  <a:pt x="1345810" y="292528"/>
                  <a:pt x="1322768" y="326840"/>
                </a:cubicBezTo>
                <a:cubicBezTo>
                  <a:pt x="1299724" y="361155"/>
                  <a:pt x="1267092" y="387837"/>
                  <a:pt x="1228984" y="403523"/>
                </a:cubicBezTo>
                <a:cubicBezTo>
                  <a:pt x="1190874" y="419213"/>
                  <a:pt x="1148998" y="423198"/>
                  <a:pt x="1108636" y="414984"/>
                </a:cubicBezTo>
                <a:cubicBezTo>
                  <a:pt x="1068276" y="406767"/>
                  <a:pt x="1031236" y="386719"/>
                  <a:pt x="1002196" y="357364"/>
                </a:cubicBezTo>
                <a:cubicBezTo>
                  <a:pt x="973156" y="328008"/>
                  <a:pt x="953418" y="290667"/>
                  <a:pt x="945466" y="250044"/>
                </a:cubicBezTo>
                <a:cubicBezTo>
                  <a:pt x="937514" y="209421"/>
                  <a:pt x="941708" y="167341"/>
                  <a:pt x="957518" y="129114"/>
                </a:cubicBezTo>
                <a:cubicBezTo>
                  <a:pt x="973330" y="90886"/>
                  <a:pt x="1000046" y="58222"/>
                  <a:pt x="1034304" y="35242"/>
                </a:cubicBezTo>
                <a:cubicBezTo>
                  <a:pt x="1068556" y="12263"/>
                  <a:pt x="1108816" y="0"/>
                  <a:pt x="1149996" y="0"/>
                </a:cubicBezTo>
                <a:close/>
              </a:path>
            </a:pathLst>
          </a:custGeom>
          <a:solidFill>
            <a:schemeClr val="accent1"/>
          </a:solidFill>
          <a:ln w="33950">
            <a:noFill/>
            <a:prstDash val="solid"/>
          </a:ln>
        </p:spPr>
        <p:txBody>
          <a:bodyPr anchor="ctr"/>
          <a:lstStyle/>
          <a:p>
            <a:endParaRPr/>
          </a:p>
        </p:txBody>
      </p:sp>
      <p:sp>
        <p:nvSpPr>
          <p:cNvPr id="33" name="Freeform: Shape 117">
            <a:extLst>
              <a:ext uri="{FF2B5EF4-FFF2-40B4-BE49-F238E27FC236}">
                <a16:creationId xmlns:a16="http://schemas.microsoft.com/office/drawing/2014/main" id="{A7B73B09-EEAB-594E-ADC0-0B6005FBFB2E}"/>
              </a:ext>
            </a:extLst>
          </p:cNvPr>
          <p:cNvSpPr>
            <a:spLocks noGrp="1"/>
          </p:cNvSpPr>
          <p:nvPr/>
        </p:nvSpPr>
        <p:spPr>
          <a:xfrm rot="10800000">
            <a:off x="7319946" y="5630058"/>
            <a:ext cx="7311449" cy="7315200"/>
          </a:xfrm>
          <a:custGeom>
            <a:avLst/>
            <a:gdLst>
              <a:gd name="connsiteX0" fmla="*/ 716288 w 1432576"/>
              <a:gd name="connsiteY0" fmla="*/ 717023 h 1433311"/>
              <a:gd name="connsiteX1" fmla="*/ 210111 w 1432576"/>
              <a:gd name="connsiteY1" fmla="*/ 927134 h 1433311"/>
              <a:gd name="connsiteX2" fmla="*/ 0 w 1432576"/>
              <a:gd name="connsiteY2" fmla="*/ 1433311 h 1433311"/>
              <a:gd name="connsiteX3" fmla="*/ 716288 w 1432576"/>
              <a:gd name="connsiteY3" fmla="*/ 1433311 h 1433311"/>
              <a:gd name="connsiteX4" fmla="*/ 1432577 w 1432576"/>
              <a:gd name="connsiteY4" fmla="*/ 1433311 h 1433311"/>
              <a:gd name="connsiteX5" fmla="*/ 1222465 w 1432576"/>
              <a:gd name="connsiteY5" fmla="*/ 927134 h 1433311"/>
              <a:gd name="connsiteX6" fmla="*/ 716288 w 1432576"/>
              <a:gd name="connsiteY6" fmla="*/ 717023 h 1433311"/>
              <a:gd name="connsiteX7" fmla="*/ 1222465 w 1432576"/>
              <a:gd name="connsiteY7" fmla="*/ 210111 h 1433311"/>
              <a:gd name="connsiteX8" fmla="*/ 1432577 w 1432576"/>
              <a:gd name="connsiteY8" fmla="*/ 716288 h 1433311"/>
              <a:gd name="connsiteX9" fmla="*/ 716288 w 1432576"/>
              <a:gd name="connsiteY9" fmla="*/ 716288 h 1433311"/>
              <a:gd name="connsiteX10" fmla="*/ 0 w 1432576"/>
              <a:gd name="connsiteY10" fmla="*/ 716288 h 1433311"/>
              <a:gd name="connsiteX11" fmla="*/ 210111 w 1432576"/>
              <a:gd name="connsiteY11" fmla="*/ 210111 h 1433311"/>
              <a:gd name="connsiteX12" fmla="*/ 716288 w 1432576"/>
              <a:gd name="connsiteY12" fmla="*/ 0 h 1433311"/>
              <a:gd name="connsiteX13" fmla="*/ 1222465 w 1432576"/>
              <a:gd name="connsiteY13" fmla="*/ 210111 h 1433311"/>
            </a:gdLst>
            <a:ahLst/>
            <a:cxnLst/>
            <a:rect l="l" t="t" r="r" b="b"/>
            <a:pathLst>
              <a:path w="1432576" h="1433311">
                <a:moveTo>
                  <a:pt x="716288" y="717023"/>
                </a:moveTo>
                <a:cubicBezTo>
                  <a:pt x="526013" y="717023"/>
                  <a:pt x="343818" y="792692"/>
                  <a:pt x="210111" y="927134"/>
                </a:cubicBezTo>
                <a:cubicBezTo>
                  <a:pt x="76404" y="1061575"/>
                  <a:pt x="0" y="1243036"/>
                  <a:pt x="0" y="1433311"/>
                </a:cubicBezTo>
                <a:lnTo>
                  <a:pt x="716288" y="1433311"/>
                </a:lnTo>
                <a:lnTo>
                  <a:pt x="1432577" y="1433311"/>
                </a:lnTo>
                <a:cubicBezTo>
                  <a:pt x="1432577" y="1243036"/>
                  <a:pt x="1356907" y="1060841"/>
                  <a:pt x="1222465" y="927134"/>
                </a:cubicBezTo>
                <a:cubicBezTo>
                  <a:pt x="1088024" y="793426"/>
                  <a:pt x="906564" y="717023"/>
                  <a:pt x="716288" y="717023"/>
                </a:cubicBezTo>
                <a:close/>
                <a:moveTo>
                  <a:pt x="1222465" y="210111"/>
                </a:moveTo>
                <a:cubicBezTo>
                  <a:pt x="1356907" y="344553"/>
                  <a:pt x="1432577" y="526747"/>
                  <a:pt x="1432577" y="716288"/>
                </a:cubicBezTo>
                <a:lnTo>
                  <a:pt x="716288" y="716288"/>
                </a:lnTo>
                <a:lnTo>
                  <a:pt x="0" y="716288"/>
                </a:lnTo>
                <a:cubicBezTo>
                  <a:pt x="0" y="526012"/>
                  <a:pt x="75669" y="343818"/>
                  <a:pt x="210111" y="210111"/>
                </a:cubicBezTo>
                <a:cubicBezTo>
                  <a:pt x="344553" y="76404"/>
                  <a:pt x="526747" y="0"/>
                  <a:pt x="716288" y="0"/>
                </a:cubicBezTo>
                <a:cubicBezTo>
                  <a:pt x="905829" y="0"/>
                  <a:pt x="1088758" y="75669"/>
                  <a:pt x="1222465" y="210111"/>
                </a:cubicBezTo>
                <a:close/>
              </a:path>
            </a:pathLst>
          </a:custGeom>
          <a:gradFill>
            <a:gsLst>
              <a:gs pos="50000">
                <a:srgbClr val="0F62FE"/>
              </a:gs>
              <a:gs pos="10000">
                <a:srgbClr val="8A3FFC"/>
              </a:gs>
              <a:gs pos="90000">
                <a:srgbClr val="33B1FF"/>
              </a:gs>
            </a:gsLst>
            <a:lin ang="8100000" scaled="0"/>
          </a:gra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defTabSz="914400">
              <a:spcBef>
                <a:spcPct val="0"/>
              </a:spcBef>
              <a:spcAft>
                <a:spcPct val="0"/>
              </a:spcAft>
              <a:buNone/>
            </a:pPr>
            <a:endParaRPr sz="1400">
              <a:solidFill>
                <a:schemeClr val="bg1"/>
              </a:solidFill>
            </a:endParaRPr>
          </a:p>
        </p:txBody>
      </p:sp>
      <p:sp>
        <p:nvSpPr>
          <p:cNvPr id="34" name="Graphic 19">
            <a:extLst>
              <a:ext uri="{FF2B5EF4-FFF2-40B4-BE49-F238E27FC236}">
                <a16:creationId xmlns:a16="http://schemas.microsoft.com/office/drawing/2014/main" id="{B053DD60-638A-AD48-917D-BB79DE1CD2F5}"/>
              </a:ext>
            </a:extLst>
          </p:cNvPr>
          <p:cNvSpPr>
            <a:spLocks noGrp="1"/>
          </p:cNvSpPr>
          <p:nvPr/>
        </p:nvSpPr>
        <p:spPr>
          <a:xfrm>
            <a:off x="3663465" y="9302124"/>
            <a:ext cx="3648330" cy="3648331"/>
          </a:xfrm>
          <a:custGeom>
            <a:avLst/>
            <a:gdLst>
              <a:gd name="connsiteX0" fmla="*/ 1285875 w 2571750"/>
              <a:gd name="connsiteY0" fmla="*/ 2571750 h 2571750"/>
              <a:gd name="connsiteX1" fmla="*/ 0 w 2571750"/>
              <a:gd name="connsiteY1" fmla="*/ 1285875 h 2571750"/>
              <a:gd name="connsiteX2" fmla="*/ 0 w 2571750"/>
              <a:gd name="connsiteY2" fmla="*/ 2571750 h 2571750"/>
              <a:gd name="connsiteX3" fmla="*/ 1285875 w 2571750"/>
              <a:gd name="connsiteY3" fmla="*/ 2571750 h 2571750"/>
              <a:gd name="connsiteX4" fmla="*/ 1285875 w 2571750"/>
              <a:gd name="connsiteY4" fmla="*/ 2571750 h 2571750"/>
              <a:gd name="connsiteX5" fmla="*/ 2571750 w 2571750"/>
              <a:gd name="connsiteY5" fmla="*/ 1285875 h 2571750"/>
              <a:gd name="connsiteX6" fmla="*/ 2571750 w 2571750"/>
              <a:gd name="connsiteY6" fmla="*/ 2571750 h 2571750"/>
              <a:gd name="connsiteX7" fmla="*/ 1285875 w 2571750"/>
              <a:gd name="connsiteY7" fmla="*/ 2571750 h 2571750"/>
              <a:gd name="connsiteX8" fmla="*/ 2571750 w 2571750"/>
              <a:gd name="connsiteY8" fmla="*/ 0 h 2571750"/>
              <a:gd name="connsiteX9" fmla="*/ 2571750 w 2571750"/>
              <a:gd name="connsiteY9" fmla="*/ 1285875 h 2571750"/>
              <a:gd name="connsiteX10" fmla="*/ 1285875 w 2571750"/>
              <a:gd name="connsiteY10" fmla="*/ 0 h 2571750"/>
              <a:gd name="connsiteX11" fmla="*/ 0 w 2571750"/>
              <a:gd name="connsiteY11" fmla="*/ 1285875 h 2571750"/>
              <a:gd name="connsiteX12" fmla="*/ 0 w 2571750"/>
              <a:gd name="connsiteY12" fmla="*/ 0 h 2571750"/>
              <a:gd name="connsiteX13" fmla="*/ 1285875 w 2571750"/>
              <a:gd name="connsiteY13" fmla="*/ 0 h 2571750"/>
              <a:gd name="connsiteX14" fmla="*/ 2571750 w 2571750"/>
              <a:gd name="connsiteY14" fmla="*/ 0 h 2571750"/>
            </a:gdLst>
            <a:ahLst/>
            <a:cxnLst/>
            <a:rect l="l" t="t" r="r" b="b"/>
            <a:pathLst>
              <a:path w="2571750" h="2571750">
                <a:moveTo>
                  <a:pt x="1285875" y="2571750"/>
                </a:moveTo>
                <a:lnTo>
                  <a:pt x="0" y="1285875"/>
                </a:lnTo>
                <a:lnTo>
                  <a:pt x="0" y="2571750"/>
                </a:lnTo>
                <a:lnTo>
                  <a:pt x="1285875" y="2571750"/>
                </a:lnTo>
                <a:close/>
                <a:moveTo>
                  <a:pt x="1285875" y="2571750"/>
                </a:moveTo>
                <a:lnTo>
                  <a:pt x="2571750" y="1285875"/>
                </a:lnTo>
                <a:lnTo>
                  <a:pt x="2571750" y="2571750"/>
                </a:lnTo>
                <a:lnTo>
                  <a:pt x="1285875" y="2571750"/>
                </a:lnTo>
                <a:close/>
                <a:moveTo>
                  <a:pt x="2571750" y="0"/>
                </a:moveTo>
                <a:lnTo>
                  <a:pt x="2571750" y="1285875"/>
                </a:lnTo>
                <a:lnTo>
                  <a:pt x="1285875" y="0"/>
                </a:lnTo>
                <a:lnTo>
                  <a:pt x="0" y="1285875"/>
                </a:lnTo>
                <a:lnTo>
                  <a:pt x="0" y="0"/>
                </a:lnTo>
                <a:lnTo>
                  <a:pt x="1285875" y="0"/>
                </a:lnTo>
                <a:lnTo>
                  <a:pt x="2571750" y="0"/>
                </a:lnTo>
                <a:close/>
              </a:path>
            </a:pathLst>
          </a:custGeom>
          <a:solidFill>
            <a:schemeClr val="accent2"/>
          </a:solidFill>
          <a:ln w="9525">
            <a:noFill/>
            <a:prstDash val="solid"/>
          </a:ln>
        </p:spPr>
        <p:txBody>
          <a:bodyPr anchor="ctr"/>
          <a:lstStyle/>
          <a:p>
            <a:endParaRPr/>
          </a:p>
        </p:txBody>
      </p:sp>
      <p:sp>
        <p:nvSpPr>
          <p:cNvPr id="3" name="Title 1">
            <a:extLst>
              <a:ext uri="{FF2B5EF4-FFF2-40B4-BE49-F238E27FC236}">
                <a16:creationId xmlns:a16="http://schemas.microsoft.com/office/drawing/2014/main" id="{6733F7B7-5AD6-1E43-4FD9-3C700AC2CBD0}"/>
              </a:ext>
            </a:extLst>
          </p:cNvPr>
          <p:cNvSpPr>
            <a:spLocks noGrp="1"/>
          </p:cNvSpPr>
          <p:nvPr>
            <p:ph type="title"/>
          </p:nvPr>
        </p:nvSpPr>
        <p:spPr>
          <a:xfrm>
            <a:off x="538494" y="383875"/>
            <a:ext cx="11080420" cy="1292526"/>
          </a:xfrm>
        </p:spPr>
        <p:txBody>
          <a:bodyPr rIns="457200"/>
          <a:lstStyle>
            <a:lvl1pPr>
              <a:lnSpc>
                <a:spcPct val="100000"/>
              </a:lnSpc>
              <a:buNone/>
              <a:defRPr sz="6400">
                <a:solidFill>
                  <a:srgbClr val="F4F4F4"/>
                </a:solidFill>
              </a:defRPr>
            </a:lvl1pPr>
          </a:lstStyle>
          <a:p>
            <a:r>
              <a:t>Click to edit Master title style</a:t>
            </a:r>
          </a:p>
        </p:txBody>
      </p:sp>
      <p:sp>
        <p:nvSpPr>
          <p:cNvPr id="8" name="Text Placeholder 10">
            <a:extLst>
              <a:ext uri="{FF2B5EF4-FFF2-40B4-BE49-F238E27FC236}">
                <a16:creationId xmlns:a16="http://schemas.microsoft.com/office/drawing/2014/main" id="{5CF6371F-3AE6-2B80-8833-B0E2027EB315}"/>
              </a:ext>
            </a:extLst>
          </p:cNvPr>
          <p:cNvSpPr>
            <a:spLocks noGrp="1"/>
          </p:cNvSpPr>
          <p:nvPr>
            <p:ph type="body" idx="14" hasCustomPrompt="1"/>
          </p:nvPr>
        </p:nvSpPr>
        <p:spPr>
          <a:xfrm>
            <a:off x="15230476" y="5630058"/>
            <a:ext cx="8578850" cy="5210243"/>
          </a:xfrm>
          <a:prstGeom prst="rect">
            <a:avLst/>
          </a:prstGeom>
          <a:ln w="12700"/>
        </p:spPr>
        <p:txBody>
          <a:bodyPr lIns="0" tIns="0" rIns="0" bIns="0"/>
          <a:lstStyle>
            <a:lvl1pPr>
              <a:buNone/>
              <a:defRPr>
                <a:solidFill>
                  <a:srgbClr val="F4F4F4"/>
                </a:solidFill>
              </a:defRPr>
            </a:lvl1pPr>
          </a:lstStyle>
          <a:p>
            <a:pPr lvl="0">
              <a:lnSpc>
                <a:spcPct val="130000"/>
              </a:lnSpc>
              <a:spcAft>
                <a:spcPts val="1800"/>
              </a:spcAft>
              <a:buNone/>
            </a:pPr>
            <a:r>
              <a:t>Firstname Lastname</a:t>
            </a:r>
            <a:br/>
            <a:r>
              <a:t>Company, Job Title</a:t>
            </a:r>
            <a:br/>
            <a:r>
              <a:t>Contact Info</a:t>
            </a: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2_Thank you 2">
    <p:bg>
      <p:bgPr>
        <a:solidFill>
          <a:schemeClr val="tx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733F7B7-5AD6-1E43-4FD9-3C700AC2CBD0}"/>
              </a:ext>
            </a:extLst>
          </p:cNvPr>
          <p:cNvSpPr>
            <a:spLocks noGrp="1"/>
          </p:cNvSpPr>
          <p:nvPr>
            <p:ph type="title"/>
          </p:nvPr>
        </p:nvSpPr>
        <p:spPr>
          <a:xfrm>
            <a:off x="538494" y="383875"/>
            <a:ext cx="11080420" cy="1292526"/>
          </a:xfrm>
        </p:spPr>
        <p:txBody>
          <a:bodyPr rIns="457200"/>
          <a:lstStyle>
            <a:lvl1pPr>
              <a:lnSpc>
                <a:spcPct val="100000"/>
              </a:lnSpc>
              <a:buNone/>
              <a:defRPr sz="6400">
                <a:solidFill>
                  <a:schemeClr val="bg1"/>
                </a:solidFill>
              </a:defRPr>
            </a:lvl1pPr>
          </a:lstStyle>
          <a:p>
            <a:r>
              <a:t>Click to edit Master title style</a:t>
            </a:r>
          </a:p>
        </p:txBody>
      </p:sp>
      <p:sp>
        <p:nvSpPr>
          <p:cNvPr id="8" name="Text Placeholder 10">
            <a:extLst>
              <a:ext uri="{FF2B5EF4-FFF2-40B4-BE49-F238E27FC236}">
                <a16:creationId xmlns:a16="http://schemas.microsoft.com/office/drawing/2014/main" id="{5CF6371F-3AE6-2B80-8833-B0E2027EB315}"/>
              </a:ext>
            </a:extLst>
          </p:cNvPr>
          <p:cNvSpPr>
            <a:spLocks noGrp="1"/>
          </p:cNvSpPr>
          <p:nvPr>
            <p:ph type="body" idx="14" hasCustomPrompt="1"/>
          </p:nvPr>
        </p:nvSpPr>
        <p:spPr>
          <a:xfrm>
            <a:off x="15230476" y="5619747"/>
            <a:ext cx="8578850" cy="5210245"/>
          </a:xfrm>
          <a:prstGeom prst="rect">
            <a:avLst/>
          </a:prstGeom>
          <a:ln w="12700"/>
        </p:spPr>
        <p:txBody>
          <a:bodyPr lIns="0" tIns="0" rIns="0" bIns="0"/>
          <a:lstStyle>
            <a:lvl1pPr>
              <a:buNone/>
              <a:defRPr>
                <a:solidFill>
                  <a:schemeClr val="bg1"/>
                </a:solidFill>
              </a:defRPr>
            </a:lvl1pPr>
          </a:lstStyle>
          <a:p>
            <a:pPr lvl="0">
              <a:lnSpc>
                <a:spcPct val="130000"/>
              </a:lnSpc>
              <a:spcAft>
                <a:spcPts val="1800"/>
              </a:spcAft>
              <a:buNone/>
            </a:pPr>
            <a:r>
              <a:t>Firstname Lastname</a:t>
            </a:r>
            <a:br/>
            <a:r>
              <a:t>Company, Job Title</a:t>
            </a:r>
            <a:br/>
            <a:r>
              <a:t>Contact Info</a:t>
            </a:r>
          </a:p>
        </p:txBody>
      </p:sp>
      <p:sp>
        <p:nvSpPr>
          <p:cNvPr id="49" name="Freeform: Shape 33">
            <a:extLst>
              <a:ext uri="{FF2B5EF4-FFF2-40B4-BE49-F238E27FC236}">
                <a16:creationId xmlns:a16="http://schemas.microsoft.com/office/drawing/2014/main" id="{B123883F-4FD0-F94B-B0EC-105015DC1B6B}"/>
              </a:ext>
            </a:extLst>
          </p:cNvPr>
          <p:cNvSpPr>
            <a:spLocks noGrp="1"/>
          </p:cNvSpPr>
          <p:nvPr/>
        </p:nvSpPr>
        <p:spPr>
          <a:xfrm>
            <a:off x="4861887" y="11275200"/>
            <a:ext cx="2440800" cy="2440800"/>
          </a:xfrm>
          <a:custGeom>
            <a:avLst/>
            <a:gdLst>
              <a:gd name="connsiteX0" fmla="*/ 0 w 952500"/>
              <a:gd name="connsiteY0" fmla="*/ 0 h 952500"/>
              <a:gd name="connsiteX1" fmla="*/ 952500 w 952500"/>
              <a:gd name="connsiteY1" fmla="*/ 0 h 952500"/>
              <a:gd name="connsiteX2" fmla="*/ 952500 w 952500"/>
              <a:gd name="connsiteY2" fmla="*/ 952500 h 952500"/>
              <a:gd name="connsiteX3" fmla="*/ 0 w 952500"/>
              <a:gd name="connsiteY3" fmla="*/ 952500 h 952500"/>
            </a:gdLst>
            <a:ahLst/>
            <a:cxnLst/>
            <a:rect l="l" t="t" r="r" b="b"/>
            <a:pathLst>
              <a:path w="952500" h="952500">
                <a:moveTo>
                  <a:pt x="0" y="0"/>
                </a:moveTo>
                <a:lnTo>
                  <a:pt x="952500" y="0"/>
                </a:lnTo>
                <a:lnTo>
                  <a:pt x="952500" y="952500"/>
                </a:lnTo>
                <a:lnTo>
                  <a:pt x="0" y="952500"/>
                </a:lnTo>
                <a:close/>
              </a:path>
            </a:pathLst>
          </a:custGeom>
          <a:noFill/>
          <a:ln w="9525">
            <a:noFill/>
            <a:prstDash val="solid"/>
          </a:ln>
        </p:spPr>
        <p:txBody>
          <a:bodyPr anchor="ctr"/>
          <a:lstStyle/>
          <a:p>
            <a:endParaRPr/>
          </a:p>
        </p:txBody>
      </p:sp>
      <p:sp>
        <p:nvSpPr>
          <p:cNvPr id="50" name="Freeform: Shape 34">
            <a:extLst>
              <a:ext uri="{FF2B5EF4-FFF2-40B4-BE49-F238E27FC236}">
                <a16:creationId xmlns:a16="http://schemas.microsoft.com/office/drawing/2014/main" id="{BB4FFDFE-C22A-3E40-9429-05F6008B2B55}"/>
              </a:ext>
            </a:extLst>
          </p:cNvPr>
          <p:cNvSpPr>
            <a:spLocks noGrp="1"/>
          </p:cNvSpPr>
          <p:nvPr/>
        </p:nvSpPr>
        <p:spPr>
          <a:xfrm>
            <a:off x="5203952" y="11617214"/>
            <a:ext cx="1732311" cy="1732355"/>
          </a:xfrm>
          <a:custGeom>
            <a:avLst/>
            <a:gdLst>
              <a:gd name="connsiteX0" fmla="*/ 363301 w 676019"/>
              <a:gd name="connsiteY0" fmla="*/ 676037 h 676036"/>
              <a:gd name="connsiteX1" fmla="*/ 358822 w 676019"/>
              <a:gd name="connsiteY1" fmla="*/ 674848 h 676036"/>
              <a:gd name="connsiteX2" fmla="*/ 354192 w 676019"/>
              <a:gd name="connsiteY2" fmla="*/ 666929 h 676036"/>
              <a:gd name="connsiteX3" fmla="*/ 354192 w 676019"/>
              <a:gd name="connsiteY3" fmla="*/ 497717 h 676036"/>
              <a:gd name="connsiteX4" fmla="*/ 346349 w 676019"/>
              <a:gd name="connsiteY4" fmla="*/ 494479 h 676036"/>
              <a:gd name="connsiteX5" fmla="*/ 217923 w 676019"/>
              <a:gd name="connsiteY5" fmla="*/ 622779 h 676036"/>
              <a:gd name="connsiteX6" fmla="*/ 205045 w 676019"/>
              <a:gd name="connsiteY6" fmla="*/ 609875 h 676036"/>
              <a:gd name="connsiteX7" fmla="*/ 333421 w 676019"/>
              <a:gd name="connsiteY7" fmla="*/ 481600 h 676036"/>
              <a:gd name="connsiteX8" fmla="*/ 328866 w 676019"/>
              <a:gd name="connsiteY8" fmla="*/ 464523 h 676036"/>
              <a:gd name="connsiteX9" fmla="*/ 363275 w 676019"/>
              <a:gd name="connsiteY9" fmla="*/ 430114 h 676036"/>
              <a:gd name="connsiteX10" fmla="*/ 397684 w 676019"/>
              <a:gd name="connsiteY10" fmla="*/ 464523 h 676036"/>
              <a:gd name="connsiteX11" fmla="*/ 372384 w 676019"/>
              <a:gd name="connsiteY11" fmla="*/ 497717 h 676036"/>
              <a:gd name="connsiteX12" fmla="*/ 372384 w 676019"/>
              <a:gd name="connsiteY12" fmla="*/ 650863 h 676036"/>
              <a:gd name="connsiteX13" fmla="*/ 480646 w 676019"/>
              <a:gd name="connsiteY13" fmla="*/ 585890 h 676036"/>
              <a:gd name="connsiteX14" fmla="*/ 480646 w 676019"/>
              <a:gd name="connsiteY14" fmla="*/ 363320 h 676036"/>
              <a:gd name="connsiteX15" fmla="*/ 483303 w 676019"/>
              <a:gd name="connsiteY15" fmla="*/ 356893 h 676036"/>
              <a:gd name="connsiteX16" fmla="*/ 588883 w 676019"/>
              <a:gd name="connsiteY16" fmla="*/ 251364 h 676036"/>
              <a:gd name="connsiteX17" fmla="*/ 657802 w 676019"/>
              <a:gd name="connsiteY17" fmla="*/ 85011 h 676036"/>
              <a:gd name="connsiteX18" fmla="*/ 657802 w 676019"/>
              <a:gd name="connsiteY18" fmla="*/ 18217 h 676036"/>
              <a:gd name="connsiteX19" fmla="*/ 591008 w 676019"/>
              <a:gd name="connsiteY19" fmla="*/ 18217 h 676036"/>
              <a:gd name="connsiteX20" fmla="*/ 424732 w 676019"/>
              <a:gd name="connsiteY20" fmla="*/ 87111 h 676036"/>
              <a:gd name="connsiteX21" fmla="*/ 319151 w 676019"/>
              <a:gd name="connsiteY21" fmla="*/ 192640 h 676036"/>
              <a:gd name="connsiteX22" fmla="*/ 312700 w 676019"/>
              <a:gd name="connsiteY22" fmla="*/ 195323 h 676036"/>
              <a:gd name="connsiteX23" fmla="*/ 90179 w 676019"/>
              <a:gd name="connsiteY23" fmla="*/ 195323 h 676036"/>
              <a:gd name="connsiteX24" fmla="*/ 25182 w 676019"/>
              <a:gd name="connsiteY24" fmla="*/ 303609 h 676036"/>
              <a:gd name="connsiteX25" fmla="*/ 178302 w 676019"/>
              <a:gd name="connsiteY25" fmla="*/ 303609 h 676036"/>
              <a:gd name="connsiteX26" fmla="*/ 211496 w 676019"/>
              <a:gd name="connsiteY26" fmla="*/ 278309 h 676036"/>
              <a:gd name="connsiteX27" fmla="*/ 245905 w 676019"/>
              <a:gd name="connsiteY27" fmla="*/ 312718 h 676036"/>
              <a:gd name="connsiteX28" fmla="*/ 211496 w 676019"/>
              <a:gd name="connsiteY28" fmla="*/ 347127 h 676036"/>
              <a:gd name="connsiteX29" fmla="*/ 194469 w 676019"/>
              <a:gd name="connsiteY29" fmla="*/ 342624 h 676036"/>
              <a:gd name="connsiteX30" fmla="*/ 66118 w 676019"/>
              <a:gd name="connsiteY30" fmla="*/ 470974 h 676036"/>
              <a:gd name="connsiteX31" fmla="*/ 53240 w 676019"/>
              <a:gd name="connsiteY31" fmla="*/ 458071 h 676036"/>
              <a:gd name="connsiteX32" fmla="*/ 181566 w 676019"/>
              <a:gd name="connsiteY32" fmla="*/ 329720 h 676036"/>
              <a:gd name="connsiteX33" fmla="*/ 178302 w 676019"/>
              <a:gd name="connsiteY33" fmla="*/ 321826 h 676036"/>
              <a:gd name="connsiteX34" fmla="*/ 9090 w 676019"/>
              <a:gd name="connsiteY34" fmla="*/ 321826 h 676036"/>
              <a:gd name="connsiteX35" fmla="*/ 1171 w 676019"/>
              <a:gd name="connsiteY35" fmla="*/ 317196 h 676036"/>
              <a:gd name="connsiteX36" fmla="*/ 1298 w 676019"/>
              <a:gd name="connsiteY36" fmla="*/ 308038 h 676036"/>
              <a:gd name="connsiteX37" fmla="*/ 77225 w 676019"/>
              <a:gd name="connsiteY37" fmla="*/ 181533 h 676036"/>
              <a:gd name="connsiteX38" fmla="*/ 85018 w 676019"/>
              <a:gd name="connsiteY38" fmla="*/ 177106 h 676036"/>
              <a:gd name="connsiteX39" fmla="*/ 308930 w 676019"/>
              <a:gd name="connsiteY39" fmla="*/ 177106 h 676036"/>
              <a:gd name="connsiteX40" fmla="*/ 411828 w 676019"/>
              <a:gd name="connsiteY40" fmla="*/ 74233 h 676036"/>
              <a:gd name="connsiteX41" fmla="*/ 591008 w 676019"/>
              <a:gd name="connsiteY41" fmla="*/ 0 h 676036"/>
              <a:gd name="connsiteX42" fmla="*/ 666910 w 676019"/>
              <a:gd name="connsiteY42" fmla="*/ 0 h 676036"/>
              <a:gd name="connsiteX43" fmla="*/ 676019 w 676019"/>
              <a:gd name="connsiteY43" fmla="*/ 9109 h 676036"/>
              <a:gd name="connsiteX44" fmla="*/ 676019 w 676019"/>
              <a:gd name="connsiteY44" fmla="*/ 85011 h 676036"/>
              <a:gd name="connsiteX45" fmla="*/ 601812 w 676019"/>
              <a:gd name="connsiteY45" fmla="*/ 264216 h 676036"/>
              <a:gd name="connsiteX46" fmla="*/ 498913 w 676019"/>
              <a:gd name="connsiteY46" fmla="*/ 367090 h 676036"/>
              <a:gd name="connsiteX47" fmla="*/ 498913 w 676019"/>
              <a:gd name="connsiteY47" fmla="*/ 591026 h 676036"/>
              <a:gd name="connsiteX48" fmla="*/ 494486 w 676019"/>
              <a:gd name="connsiteY48" fmla="*/ 598844 h 676036"/>
              <a:gd name="connsiteX49" fmla="*/ 367982 w 676019"/>
              <a:gd name="connsiteY49" fmla="*/ 674747 h 676036"/>
              <a:gd name="connsiteX50" fmla="*/ 363301 w 676019"/>
              <a:gd name="connsiteY50" fmla="*/ 676037 h 676036"/>
              <a:gd name="connsiteX51" fmla="*/ 363301 w 676019"/>
              <a:gd name="connsiteY51" fmla="*/ 448330 h 676036"/>
              <a:gd name="connsiteX52" fmla="*/ 347109 w 676019"/>
              <a:gd name="connsiteY52" fmla="*/ 464523 h 676036"/>
              <a:gd name="connsiteX53" fmla="*/ 363301 w 676019"/>
              <a:gd name="connsiteY53" fmla="*/ 480715 h 676036"/>
              <a:gd name="connsiteX54" fmla="*/ 379494 w 676019"/>
              <a:gd name="connsiteY54" fmla="*/ 464523 h 676036"/>
              <a:gd name="connsiteX55" fmla="*/ 363301 w 676019"/>
              <a:gd name="connsiteY55" fmla="*/ 448330 h 676036"/>
              <a:gd name="connsiteX56" fmla="*/ 211496 w 676019"/>
              <a:gd name="connsiteY56" fmla="*/ 296526 h 676036"/>
              <a:gd name="connsiteX57" fmla="*/ 195304 w 676019"/>
              <a:gd name="connsiteY57" fmla="*/ 312718 h 676036"/>
              <a:gd name="connsiteX58" fmla="*/ 211496 w 676019"/>
              <a:gd name="connsiteY58" fmla="*/ 328911 h 676036"/>
              <a:gd name="connsiteX59" fmla="*/ 227689 w 676019"/>
              <a:gd name="connsiteY59" fmla="*/ 312718 h 676036"/>
              <a:gd name="connsiteX60" fmla="*/ 211496 w 676019"/>
              <a:gd name="connsiteY60" fmla="*/ 296526 h 676036"/>
              <a:gd name="connsiteX61" fmla="*/ 15517 w 676019"/>
              <a:gd name="connsiteY61" fmla="*/ 673380 h 676036"/>
              <a:gd name="connsiteX62" fmla="*/ 2639 w 676019"/>
              <a:gd name="connsiteY62" fmla="*/ 660477 h 676036"/>
              <a:gd name="connsiteX63" fmla="*/ 333395 w 676019"/>
              <a:gd name="connsiteY63" fmla="*/ 329745 h 676036"/>
              <a:gd name="connsiteX64" fmla="*/ 328892 w 676019"/>
              <a:gd name="connsiteY64" fmla="*/ 312718 h 676036"/>
              <a:gd name="connsiteX65" fmla="*/ 363301 w 676019"/>
              <a:gd name="connsiteY65" fmla="*/ 278309 h 676036"/>
              <a:gd name="connsiteX66" fmla="*/ 397710 w 676019"/>
              <a:gd name="connsiteY66" fmla="*/ 312718 h 676036"/>
              <a:gd name="connsiteX67" fmla="*/ 363301 w 676019"/>
              <a:gd name="connsiteY67" fmla="*/ 347127 h 676036"/>
              <a:gd name="connsiteX68" fmla="*/ 346273 w 676019"/>
              <a:gd name="connsiteY68" fmla="*/ 342624 h 676036"/>
              <a:gd name="connsiteX69" fmla="*/ 15517 w 676019"/>
              <a:gd name="connsiteY69" fmla="*/ 673380 h 676036"/>
              <a:gd name="connsiteX70" fmla="*/ 363301 w 676019"/>
              <a:gd name="connsiteY70" fmla="*/ 296526 h 676036"/>
              <a:gd name="connsiteX71" fmla="*/ 347109 w 676019"/>
              <a:gd name="connsiteY71" fmla="*/ 312718 h 676036"/>
              <a:gd name="connsiteX72" fmla="*/ 363301 w 676019"/>
              <a:gd name="connsiteY72" fmla="*/ 328911 h 676036"/>
              <a:gd name="connsiteX73" fmla="*/ 379494 w 676019"/>
              <a:gd name="connsiteY73" fmla="*/ 312718 h 676036"/>
              <a:gd name="connsiteX74" fmla="*/ 363301 w 676019"/>
              <a:gd name="connsiteY74" fmla="*/ 296526 h 676036"/>
            </a:gdLst>
            <a:ahLst/>
            <a:cxnLst/>
            <a:rect l="l" t="t" r="r" b="b"/>
            <a:pathLst>
              <a:path w="676019" h="676036">
                <a:moveTo>
                  <a:pt x="363301" y="676037"/>
                </a:moveTo>
                <a:cubicBezTo>
                  <a:pt x="361758" y="676037"/>
                  <a:pt x="360214" y="675632"/>
                  <a:pt x="358822" y="674848"/>
                </a:cubicBezTo>
                <a:cubicBezTo>
                  <a:pt x="355964" y="673229"/>
                  <a:pt x="354192" y="670218"/>
                  <a:pt x="354192" y="666929"/>
                </a:cubicBezTo>
                <a:lnTo>
                  <a:pt x="354192" y="497717"/>
                </a:lnTo>
                <a:cubicBezTo>
                  <a:pt x="351435" y="496958"/>
                  <a:pt x="348804" y="495871"/>
                  <a:pt x="346349" y="494479"/>
                </a:cubicBezTo>
                <a:lnTo>
                  <a:pt x="217923" y="622779"/>
                </a:lnTo>
                <a:lnTo>
                  <a:pt x="205045" y="609875"/>
                </a:lnTo>
                <a:lnTo>
                  <a:pt x="333421" y="481600"/>
                </a:lnTo>
                <a:cubicBezTo>
                  <a:pt x="330537" y="476591"/>
                  <a:pt x="328866" y="470746"/>
                  <a:pt x="328866" y="464523"/>
                </a:cubicBezTo>
                <a:cubicBezTo>
                  <a:pt x="328866" y="445547"/>
                  <a:pt x="344301" y="430114"/>
                  <a:pt x="363275" y="430114"/>
                </a:cubicBezTo>
                <a:cubicBezTo>
                  <a:pt x="382251" y="430114"/>
                  <a:pt x="397684" y="445547"/>
                  <a:pt x="397684" y="464523"/>
                </a:cubicBezTo>
                <a:cubicBezTo>
                  <a:pt x="397684" y="480335"/>
                  <a:pt x="386932" y="493694"/>
                  <a:pt x="372384" y="497717"/>
                </a:cubicBezTo>
                <a:lnTo>
                  <a:pt x="372384" y="650863"/>
                </a:lnTo>
                <a:lnTo>
                  <a:pt x="480646" y="585890"/>
                </a:lnTo>
                <a:lnTo>
                  <a:pt x="480646" y="363320"/>
                </a:lnTo>
                <a:cubicBezTo>
                  <a:pt x="480646" y="360891"/>
                  <a:pt x="481607" y="358589"/>
                  <a:pt x="483303" y="356893"/>
                </a:cubicBezTo>
                <a:lnTo>
                  <a:pt x="588883" y="251364"/>
                </a:lnTo>
                <a:cubicBezTo>
                  <a:pt x="633361" y="206910"/>
                  <a:pt x="657802" y="147858"/>
                  <a:pt x="657802" y="85011"/>
                </a:cubicBezTo>
                <a:lnTo>
                  <a:pt x="657802" y="18217"/>
                </a:lnTo>
                <a:lnTo>
                  <a:pt x="591008" y="18217"/>
                </a:lnTo>
                <a:cubicBezTo>
                  <a:pt x="528211" y="18217"/>
                  <a:pt x="469134" y="42682"/>
                  <a:pt x="424732" y="87111"/>
                </a:cubicBezTo>
                <a:lnTo>
                  <a:pt x="319151" y="192640"/>
                </a:lnTo>
                <a:cubicBezTo>
                  <a:pt x="317431" y="194360"/>
                  <a:pt x="315128" y="195323"/>
                  <a:pt x="312700" y="195323"/>
                </a:cubicBezTo>
                <a:lnTo>
                  <a:pt x="90179" y="195323"/>
                </a:lnTo>
                <a:lnTo>
                  <a:pt x="25182" y="303609"/>
                </a:lnTo>
                <a:lnTo>
                  <a:pt x="178302" y="303609"/>
                </a:lnTo>
                <a:cubicBezTo>
                  <a:pt x="182299" y="289036"/>
                  <a:pt x="195658" y="278309"/>
                  <a:pt x="211496" y="278309"/>
                </a:cubicBezTo>
                <a:cubicBezTo>
                  <a:pt x="230472" y="278309"/>
                  <a:pt x="245905" y="293742"/>
                  <a:pt x="245905" y="312718"/>
                </a:cubicBezTo>
                <a:cubicBezTo>
                  <a:pt x="245905" y="331694"/>
                  <a:pt x="230472" y="347127"/>
                  <a:pt x="211496" y="347127"/>
                </a:cubicBezTo>
                <a:cubicBezTo>
                  <a:pt x="205298" y="347127"/>
                  <a:pt x="199503" y="345482"/>
                  <a:pt x="194469" y="342624"/>
                </a:cubicBezTo>
                <a:lnTo>
                  <a:pt x="66118" y="470974"/>
                </a:lnTo>
                <a:lnTo>
                  <a:pt x="53240" y="458071"/>
                </a:lnTo>
                <a:lnTo>
                  <a:pt x="181566" y="329720"/>
                </a:lnTo>
                <a:cubicBezTo>
                  <a:pt x="180174" y="327266"/>
                  <a:pt x="179061" y="324609"/>
                  <a:pt x="178302" y="321826"/>
                </a:cubicBezTo>
                <a:lnTo>
                  <a:pt x="9090" y="321826"/>
                </a:lnTo>
                <a:cubicBezTo>
                  <a:pt x="5801" y="321826"/>
                  <a:pt x="2765" y="320055"/>
                  <a:pt x="1171" y="317196"/>
                </a:cubicBezTo>
                <a:cubicBezTo>
                  <a:pt x="-423" y="314337"/>
                  <a:pt x="-398" y="310846"/>
                  <a:pt x="1298" y="308038"/>
                </a:cubicBezTo>
                <a:lnTo>
                  <a:pt x="77225" y="181533"/>
                </a:lnTo>
                <a:cubicBezTo>
                  <a:pt x="78869" y="178800"/>
                  <a:pt x="81830" y="177106"/>
                  <a:pt x="85018" y="177106"/>
                </a:cubicBezTo>
                <a:lnTo>
                  <a:pt x="308930" y="177106"/>
                </a:lnTo>
                <a:lnTo>
                  <a:pt x="411828" y="74233"/>
                </a:lnTo>
                <a:cubicBezTo>
                  <a:pt x="459697" y="26363"/>
                  <a:pt x="523329" y="0"/>
                  <a:pt x="591008" y="0"/>
                </a:cubicBezTo>
                <a:lnTo>
                  <a:pt x="666910" y="0"/>
                </a:lnTo>
                <a:cubicBezTo>
                  <a:pt x="671945" y="0"/>
                  <a:pt x="676019" y="4074"/>
                  <a:pt x="676019" y="9109"/>
                </a:cubicBezTo>
                <a:lnTo>
                  <a:pt x="676019" y="85011"/>
                </a:lnTo>
                <a:cubicBezTo>
                  <a:pt x="676019" y="152716"/>
                  <a:pt x="649655" y="216347"/>
                  <a:pt x="601812" y="264216"/>
                </a:cubicBezTo>
                <a:lnTo>
                  <a:pt x="498913" y="367090"/>
                </a:lnTo>
                <a:lnTo>
                  <a:pt x="498913" y="591026"/>
                </a:lnTo>
                <a:cubicBezTo>
                  <a:pt x="498913" y="594214"/>
                  <a:pt x="497244" y="597175"/>
                  <a:pt x="494486" y="598844"/>
                </a:cubicBezTo>
                <a:lnTo>
                  <a:pt x="367982" y="674747"/>
                </a:lnTo>
                <a:cubicBezTo>
                  <a:pt x="366540" y="675607"/>
                  <a:pt x="364920" y="676037"/>
                  <a:pt x="363301" y="676037"/>
                </a:cubicBezTo>
                <a:close/>
                <a:moveTo>
                  <a:pt x="363301" y="448330"/>
                </a:moveTo>
                <a:cubicBezTo>
                  <a:pt x="354369" y="448330"/>
                  <a:pt x="347109" y="455591"/>
                  <a:pt x="347109" y="464523"/>
                </a:cubicBezTo>
                <a:cubicBezTo>
                  <a:pt x="347109" y="473453"/>
                  <a:pt x="354369" y="480715"/>
                  <a:pt x="363301" y="480715"/>
                </a:cubicBezTo>
                <a:cubicBezTo>
                  <a:pt x="372233" y="480715"/>
                  <a:pt x="379494" y="473453"/>
                  <a:pt x="379494" y="464523"/>
                </a:cubicBezTo>
                <a:cubicBezTo>
                  <a:pt x="379494" y="455591"/>
                  <a:pt x="372233" y="448330"/>
                  <a:pt x="363301" y="448330"/>
                </a:cubicBezTo>
                <a:close/>
                <a:moveTo>
                  <a:pt x="211496" y="296526"/>
                </a:moveTo>
                <a:cubicBezTo>
                  <a:pt x="202565" y="296526"/>
                  <a:pt x="195304" y="303787"/>
                  <a:pt x="195304" y="312718"/>
                </a:cubicBezTo>
                <a:cubicBezTo>
                  <a:pt x="195304" y="321649"/>
                  <a:pt x="202565" y="328911"/>
                  <a:pt x="211496" y="328911"/>
                </a:cubicBezTo>
                <a:cubicBezTo>
                  <a:pt x="220428" y="328911"/>
                  <a:pt x="227689" y="321649"/>
                  <a:pt x="227689" y="312718"/>
                </a:cubicBezTo>
                <a:cubicBezTo>
                  <a:pt x="227689" y="303787"/>
                  <a:pt x="220428" y="296526"/>
                  <a:pt x="211496" y="296526"/>
                </a:cubicBezTo>
                <a:close/>
                <a:moveTo>
                  <a:pt x="15517" y="673380"/>
                </a:moveTo>
                <a:lnTo>
                  <a:pt x="2639" y="660477"/>
                </a:lnTo>
                <a:lnTo>
                  <a:pt x="333395" y="329745"/>
                </a:lnTo>
                <a:cubicBezTo>
                  <a:pt x="330537" y="324710"/>
                  <a:pt x="328892" y="318917"/>
                  <a:pt x="328892" y="312718"/>
                </a:cubicBezTo>
                <a:cubicBezTo>
                  <a:pt x="328892" y="293742"/>
                  <a:pt x="344325" y="278309"/>
                  <a:pt x="363301" y="278309"/>
                </a:cubicBezTo>
                <a:cubicBezTo>
                  <a:pt x="382277" y="278309"/>
                  <a:pt x="397710" y="293742"/>
                  <a:pt x="397710" y="312718"/>
                </a:cubicBezTo>
                <a:cubicBezTo>
                  <a:pt x="397710" y="331694"/>
                  <a:pt x="382277" y="347127"/>
                  <a:pt x="363301" y="347127"/>
                </a:cubicBezTo>
                <a:cubicBezTo>
                  <a:pt x="357102" y="347127"/>
                  <a:pt x="351308" y="345482"/>
                  <a:pt x="346273" y="342624"/>
                </a:cubicBezTo>
                <a:lnTo>
                  <a:pt x="15517" y="673380"/>
                </a:lnTo>
                <a:close/>
                <a:moveTo>
                  <a:pt x="363301" y="296526"/>
                </a:moveTo>
                <a:cubicBezTo>
                  <a:pt x="354369" y="296526"/>
                  <a:pt x="347109" y="303787"/>
                  <a:pt x="347109" y="312718"/>
                </a:cubicBezTo>
                <a:cubicBezTo>
                  <a:pt x="347109" y="321649"/>
                  <a:pt x="354369" y="328911"/>
                  <a:pt x="363301" y="328911"/>
                </a:cubicBezTo>
                <a:cubicBezTo>
                  <a:pt x="372233" y="328911"/>
                  <a:pt x="379494" y="321649"/>
                  <a:pt x="379494" y="312718"/>
                </a:cubicBezTo>
                <a:cubicBezTo>
                  <a:pt x="379494" y="303787"/>
                  <a:pt x="372233" y="296526"/>
                  <a:pt x="363301" y="296526"/>
                </a:cubicBezTo>
                <a:close/>
              </a:path>
            </a:pathLst>
          </a:custGeom>
          <a:solidFill>
            <a:schemeClr val="tx1"/>
          </a:solidFill>
          <a:ln w="9525">
            <a:noFill/>
            <a:prstDash val="solid"/>
          </a:ln>
        </p:spPr>
        <p:txBody>
          <a:bodyPr anchor="ctr"/>
          <a:lstStyle/>
          <a:p>
            <a:endParaRPr/>
          </a:p>
        </p:txBody>
      </p:sp>
      <p:sp>
        <p:nvSpPr>
          <p:cNvPr id="51" name="Freeform: Shape 14">
            <a:extLst>
              <a:ext uri="{FF2B5EF4-FFF2-40B4-BE49-F238E27FC236}">
                <a16:creationId xmlns:a16="http://schemas.microsoft.com/office/drawing/2014/main" id="{F7BE3C7E-7116-1F47-A46B-C1504AD6244B}"/>
              </a:ext>
            </a:extLst>
          </p:cNvPr>
          <p:cNvSpPr>
            <a:spLocks noGrp="1"/>
          </p:cNvSpPr>
          <p:nvPr/>
        </p:nvSpPr>
        <p:spPr>
          <a:xfrm rot="16200000">
            <a:off x="3645087" y="5624946"/>
            <a:ext cx="7315200" cy="7315200"/>
          </a:xfrm>
          <a:custGeom>
            <a:avLst/>
            <a:gdLst>
              <a:gd name="connsiteX0" fmla="*/ 1432576 w 1432576"/>
              <a:gd name="connsiteY0" fmla="*/ 1432576 h 1432576"/>
              <a:gd name="connsiteX1" fmla="*/ 716288 w 1432576"/>
              <a:gd name="connsiteY1" fmla="*/ 1432576 h 1432576"/>
              <a:gd name="connsiteX2" fmla="*/ 716288 w 1432576"/>
              <a:gd name="connsiteY2" fmla="*/ 1432576 h 1432576"/>
              <a:gd name="connsiteX3" fmla="*/ 0 w 1432576"/>
              <a:gd name="connsiteY3" fmla="*/ 1432576 h 1432576"/>
              <a:gd name="connsiteX4" fmla="*/ 716288 w 1432576"/>
              <a:gd name="connsiteY4" fmla="*/ 716288 h 1432576"/>
              <a:gd name="connsiteX5" fmla="*/ 716288 w 1432576"/>
              <a:gd name="connsiteY5" fmla="*/ 1432576 h 1432576"/>
              <a:gd name="connsiteX6" fmla="*/ 1432576 w 1432576"/>
              <a:gd name="connsiteY6" fmla="*/ 716288 h 1432576"/>
              <a:gd name="connsiteX7" fmla="*/ 1432576 w 1432576"/>
              <a:gd name="connsiteY7" fmla="*/ 1432576 h 1432576"/>
              <a:gd name="connsiteX8" fmla="*/ 716288 w 1432576"/>
              <a:gd name="connsiteY8" fmla="*/ 0 h 1432576"/>
              <a:gd name="connsiteX9" fmla="*/ 0 w 1432576"/>
              <a:gd name="connsiteY9" fmla="*/ 0 h 1432576"/>
              <a:gd name="connsiteX10" fmla="*/ 716288 w 1432576"/>
              <a:gd name="connsiteY10" fmla="*/ 716288 h 1432576"/>
              <a:gd name="connsiteX11" fmla="*/ 716288 w 1432576"/>
              <a:gd name="connsiteY11" fmla="*/ 0 h 1432576"/>
              <a:gd name="connsiteX12" fmla="*/ 1432576 w 1432576"/>
              <a:gd name="connsiteY12" fmla="*/ 716288 h 1432576"/>
              <a:gd name="connsiteX13" fmla="*/ 1432576 w 1432576"/>
              <a:gd name="connsiteY13" fmla="*/ 0 h 1432576"/>
              <a:gd name="connsiteX14" fmla="*/ 716288 w 1432576"/>
              <a:gd name="connsiteY14" fmla="*/ 0 h 1432576"/>
              <a:gd name="connsiteX15" fmla="*/ 716288 w 1432576"/>
              <a:gd name="connsiteY15" fmla="*/ 0 h 1432576"/>
            </a:gdLst>
            <a:ahLst/>
            <a:cxnLst/>
            <a:rect l="l" t="t" r="r" b="b"/>
            <a:pathLst>
              <a:path w="1432576" h="1432576">
                <a:moveTo>
                  <a:pt x="1432576" y="1432576"/>
                </a:moveTo>
                <a:lnTo>
                  <a:pt x="716288" y="1432576"/>
                </a:lnTo>
                <a:lnTo>
                  <a:pt x="716288" y="1432576"/>
                </a:lnTo>
                <a:lnTo>
                  <a:pt x="0" y="1432576"/>
                </a:lnTo>
                <a:lnTo>
                  <a:pt x="716288" y="716288"/>
                </a:lnTo>
                <a:lnTo>
                  <a:pt x="716288" y="1432576"/>
                </a:lnTo>
                <a:lnTo>
                  <a:pt x="1432576" y="716288"/>
                </a:lnTo>
                <a:lnTo>
                  <a:pt x="1432576" y="1432576"/>
                </a:lnTo>
                <a:close/>
                <a:moveTo>
                  <a:pt x="716288" y="0"/>
                </a:moveTo>
                <a:lnTo>
                  <a:pt x="0" y="0"/>
                </a:lnTo>
                <a:lnTo>
                  <a:pt x="716288" y="716288"/>
                </a:lnTo>
                <a:lnTo>
                  <a:pt x="716288" y="0"/>
                </a:lnTo>
                <a:lnTo>
                  <a:pt x="1432576" y="716288"/>
                </a:lnTo>
                <a:lnTo>
                  <a:pt x="1432576" y="0"/>
                </a:lnTo>
                <a:lnTo>
                  <a:pt x="716288" y="0"/>
                </a:lnTo>
                <a:lnTo>
                  <a:pt x="716288" y="0"/>
                </a:lnTo>
                <a:close/>
              </a:path>
            </a:pathLst>
          </a:custGeom>
          <a:gradFill>
            <a:gsLst>
              <a:gs pos="50000">
                <a:srgbClr val="D02670"/>
              </a:gs>
              <a:gs pos="10000">
                <a:srgbClr val="8A3FFC"/>
              </a:gs>
              <a:gs pos="90000">
                <a:srgbClr val="FA4D56"/>
              </a:gs>
            </a:gsLst>
            <a:lin ang="2700000" scaled="0"/>
          </a:gra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lvl="0" defTabSz="914400">
              <a:spcBef>
                <a:spcPct val="0"/>
              </a:spcBef>
              <a:spcAft>
                <a:spcPct val="0"/>
              </a:spcAft>
              <a:buNone/>
            </a:pPr>
            <a:endParaRPr sz="1400">
              <a:solidFill>
                <a:schemeClr val="bg1"/>
              </a:solidFill>
            </a:endParaRPr>
          </a:p>
        </p:txBody>
      </p:sp>
      <p:sp>
        <p:nvSpPr>
          <p:cNvPr id="5" name="Graphic 3">
            <a:extLst>
              <a:ext uri="{FF2B5EF4-FFF2-40B4-BE49-F238E27FC236}">
                <a16:creationId xmlns:a16="http://schemas.microsoft.com/office/drawing/2014/main" id="{51C6D8AF-EE00-0E0C-FC1F-002F1FCBF9F3}"/>
              </a:ext>
            </a:extLst>
          </p:cNvPr>
          <p:cNvSpPr>
            <a:spLocks noGrp="1"/>
          </p:cNvSpPr>
          <p:nvPr/>
        </p:nvSpPr>
        <p:spPr>
          <a:xfrm rot="16200000">
            <a:off x="10960287" y="5619748"/>
            <a:ext cx="3679257" cy="3679257"/>
          </a:xfrm>
          <a:custGeom>
            <a:avLst/>
            <a:gdLst>
              <a:gd name="csX0" fmla="*/ 2882107 w 5764213"/>
              <a:gd name="csY0" fmla="*/ 0 h 5764213"/>
              <a:gd name="csX1" fmla="*/ 2882107 w 5764213"/>
              <a:gd name="csY1" fmla="*/ 0 h 5764213"/>
              <a:gd name="csX2" fmla="*/ 0 w 5764213"/>
              <a:gd name="csY2" fmla="*/ 0 h 5764213"/>
              <a:gd name="csX3" fmla="*/ 2882107 w 5764213"/>
              <a:gd name="csY3" fmla="*/ 2882107 h 5764213"/>
              <a:gd name="csX4" fmla="*/ 0 w 5764213"/>
              <a:gd name="csY4" fmla="*/ 5764213 h 5764213"/>
              <a:gd name="csX5" fmla="*/ 2882107 w 5764213"/>
              <a:gd name="csY5" fmla="*/ 5764213 h 5764213"/>
              <a:gd name="csX6" fmla="*/ 2882107 w 5764213"/>
              <a:gd name="csY6" fmla="*/ 5764213 h 5764213"/>
              <a:gd name="csX7" fmla="*/ 5764213 w 5764213"/>
              <a:gd name="csY7" fmla="*/ 2882107 h 5764213"/>
              <a:gd name="csX8" fmla="*/ 2882107 w 5764213"/>
              <a:gd name="csY8" fmla="*/ 2882107 h 5764213"/>
              <a:gd name="csX9" fmla="*/ 2882107 w 5764213"/>
              <a:gd name="csY9" fmla="*/ 2882107 h 5764213"/>
              <a:gd name="csX10" fmla="*/ 5764213 w 5764213"/>
              <a:gd name="csY10" fmla="*/ 2882107 h 5764213"/>
              <a:gd name="csX11" fmla="*/ 2882107 w 5764213"/>
              <a:gd name="csY11" fmla="*/ 0 h 5764213"/>
            </a:gdLst>
            <a:ahLst/>
            <a:cxnLst/>
            <a:rect l="l" t="t" r="r" b="b"/>
            <a:pathLst>
              <a:path w="5764213" h="5764213">
                <a:moveTo>
                  <a:pt x="2882107" y="0"/>
                </a:moveTo>
                <a:lnTo>
                  <a:pt x="2882107" y="0"/>
                </a:lnTo>
                <a:lnTo>
                  <a:pt x="0" y="0"/>
                </a:lnTo>
                <a:lnTo>
                  <a:pt x="2882107" y="2882107"/>
                </a:lnTo>
                <a:lnTo>
                  <a:pt x="0" y="5764213"/>
                </a:lnTo>
                <a:lnTo>
                  <a:pt x="2882107" y="5764213"/>
                </a:lnTo>
                <a:lnTo>
                  <a:pt x="2882107" y="5764213"/>
                </a:lnTo>
                <a:lnTo>
                  <a:pt x="5764213" y="2882107"/>
                </a:lnTo>
                <a:lnTo>
                  <a:pt x="2882107" y="2882107"/>
                </a:lnTo>
                <a:lnTo>
                  <a:pt x="2882107" y="2882107"/>
                </a:lnTo>
                <a:lnTo>
                  <a:pt x="5764213" y="2882107"/>
                </a:lnTo>
                <a:lnTo>
                  <a:pt x="2882107" y="0"/>
                </a:lnTo>
                <a:close/>
              </a:path>
            </a:pathLst>
          </a:custGeom>
          <a:solidFill>
            <a:srgbClr val="D02670"/>
          </a:solidFill>
          <a:ln w="29552">
            <a:noFill/>
            <a:prstDash val="solid"/>
          </a:ln>
        </p:spPr>
        <p:txBody>
          <a:bodyPr/>
          <a:lstStyle/>
          <a:p>
            <a:endParaRPr/>
          </a:p>
        </p:txBody>
      </p:sp>
      <p:sp>
        <p:nvSpPr>
          <p:cNvPr id="10" name="Freeform 9">
            <a:extLst>
              <a:ext uri="{FF2B5EF4-FFF2-40B4-BE49-F238E27FC236}">
                <a16:creationId xmlns:a16="http://schemas.microsoft.com/office/drawing/2014/main" id="{F5EFE69D-AE68-1B04-D52A-8218328767DC}"/>
              </a:ext>
            </a:extLst>
          </p:cNvPr>
          <p:cNvSpPr>
            <a:spLocks noGrp="1"/>
          </p:cNvSpPr>
          <p:nvPr/>
        </p:nvSpPr>
        <p:spPr>
          <a:xfrm>
            <a:off x="273710" y="9530573"/>
            <a:ext cx="3172807" cy="3172807"/>
          </a:xfrm>
          <a:custGeom>
            <a:avLst/>
            <a:gdLst>
              <a:gd name="csX0" fmla="*/ 4162425 w 6729984"/>
              <a:gd name="csY0" fmla="*/ 3364992 h 6729984"/>
              <a:gd name="csX1" fmla="*/ 4460367 w 6729984"/>
              <a:gd name="csY1" fmla="*/ 3662934 h 6729984"/>
              <a:gd name="csX2" fmla="*/ 4758309 w 6729984"/>
              <a:gd name="csY2" fmla="*/ 3364992 h 6729984"/>
              <a:gd name="csX3" fmla="*/ 4512507 w 6729984"/>
              <a:gd name="csY3" fmla="*/ 3072308 h 6729984"/>
              <a:gd name="csX4" fmla="*/ 3372441 w 6729984"/>
              <a:gd name="csY4" fmla="*/ 2190750 h 6729984"/>
              <a:gd name="csX5" fmla="*/ 2190531 w 6729984"/>
              <a:gd name="csY5" fmla="*/ 3364992 h 6729984"/>
              <a:gd name="csX6" fmla="*/ 3372441 w 6729984"/>
              <a:gd name="csY6" fmla="*/ 4539234 h 6729984"/>
              <a:gd name="csX7" fmla="*/ 4207993 w 6729984"/>
              <a:gd name="csY7" fmla="*/ 4195506 h 6729984"/>
              <a:gd name="csX8" fmla="*/ 4096703 w 6729984"/>
              <a:gd name="csY8" fmla="*/ 4083339 h 6729984"/>
              <a:gd name="csX9" fmla="*/ 3372441 w 6729984"/>
              <a:gd name="csY9" fmla="*/ 4381281 h 6729984"/>
              <a:gd name="csX10" fmla="*/ 2348265 w 6729984"/>
              <a:gd name="csY10" fmla="*/ 3364773 h 6729984"/>
              <a:gd name="csX11" fmla="*/ 3372441 w 6729984"/>
              <a:gd name="csY11" fmla="*/ 2348265 h 6729984"/>
              <a:gd name="csX12" fmla="*/ 4353897 w 6729984"/>
              <a:gd name="csY12" fmla="*/ 3087424 h 6729984"/>
              <a:gd name="csX13" fmla="*/ 4162425 w 6729984"/>
              <a:gd name="csY13" fmla="*/ 3364992 h 6729984"/>
              <a:gd name="csX14" fmla="*/ 4460367 w 6729984"/>
              <a:gd name="csY14" fmla="*/ 3224784 h 6729984"/>
              <a:gd name="csX15" fmla="*/ 4600575 w 6729984"/>
              <a:gd name="csY15" fmla="*/ 3364992 h 6729984"/>
              <a:gd name="csX16" fmla="*/ 4460367 w 6729984"/>
              <a:gd name="csY16" fmla="*/ 3505200 h 6729984"/>
              <a:gd name="csX17" fmla="*/ 4320159 w 6729984"/>
              <a:gd name="csY17" fmla="*/ 3364992 h 6729984"/>
              <a:gd name="csX18" fmla="*/ 4460367 w 6729984"/>
              <a:gd name="csY18" fmla="*/ 3224784 h 6729984"/>
              <a:gd name="csX19" fmla="*/ 3067050 w 6729984"/>
              <a:gd name="csY19" fmla="*/ 3364992 h 6729984"/>
              <a:gd name="csX20" fmla="*/ 3364992 w 6729984"/>
              <a:gd name="csY20" fmla="*/ 3662934 h 6729984"/>
              <a:gd name="csX21" fmla="*/ 3662934 w 6729984"/>
              <a:gd name="csY21" fmla="*/ 3364992 h 6729984"/>
              <a:gd name="csX22" fmla="*/ 3364992 w 6729984"/>
              <a:gd name="csY22" fmla="*/ 3067050 h 6729984"/>
              <a:gd name="csX23" fmla="*/ 3067050 w 6729984"/>
              <a:gd name="csY23" fmla="*/ 3364992 h 6729984"/>
              <a:gd name="csX24" fmla="*/ 3505200 w 6729984"/>
              <a:gd name="csY24" fmla="*/ 3364992 h 6729984"/>
              <a:gd name="csX25" fmla="*/ 3364992 w 6729984"/>
              <a:gd name="csY25" fmla="*/ 3505200 h 6729984"/>
              <a:gd name="csX26" fmla="*/ 3224784 w 6729984"/>
              <a:gd name="csY26" fmla="*/ 3364992 h 6729984"/>
              <a:gd name="csX27" fmla="*/ 3364992 w 6729984"/>
              <a:gd name="csY27" fmla="*/ 3224784 h 6729984"/>
              <a:gd name="csX28" fmla="*/ 3505200 w 6729984"/>
              <a:gd name="csY28" fmla="*/ 3364992 h 6729984"/>
              <a:gd name="csX29" fmla="*/ 3443859 w 6729984"/>
              <a:gd name="csY29" fmla="*/ 6145930 h 6729984"/>
              <a:gd name="csX30" fmla="*/ 3443859 w 6729984"/>
              <a:gd name="csY30" fmla="*/ 4898517 h 6729984"/>
              <a:gd name="csX31" fmla="*/ 3286125 w 6729984"/>
              <a:gd name="csY31" fmla="*/ 4898517 h 6729984"/>
              <a:gd name="csX32" fmla="*/ 3286125 w 6729984"/>
              <a:gd name="csY32" fmla="*/ 6145930 h 6729984"/>
              <a:gd name="csX33" fmla="*/ 3067050 w 6729984"/>
              <a:gd name="csY33" fmla="*/ 6432042 h 6729984"/>
              <a:gd name="csX34" fmla="*/ 3364992 w 6729984"/>
              <a:gd name="csY34" fmla="*/ 6729984 h 6729984"/>
              <a:gd name="csX35" fmla="*/ 3662934 w 6729984"/>
              <a:gd name="csY35" fmla="*/ 6432042 h 6729984"/>
              <a:gd name="csX36" fmla="*/ 3443859 w 6729984"/>
              <a:gd name="csY36" fmla="*/ 6145930 h 6729984"/>
              <a:gd name="csX37" fmla="*/ 3364992 w 6729984"/>
              <a:gd name="csY37" fmla="*/ 6572250 h 6729984"/>
              <a:gd name="csX38" fmla="*/ 3224784 w 6729984"/>
              <a:gd name="csY38" fmla="*/ 6432042 h 6729984"/>
              <a:gd name="csX39" fmla="*/ 3364992 w 6729984"/>
              <a:gd name="csY39" fmla="*/ 6291834 h 6729984"/>
              <a:gd name="csX40" fmla="*/ 3505200 w 6729984"/>
              <a:gd name="csY40" fmla="*/ 6432042 h 6729984"/>
              <a:gd name="csX41" fmla="*/ 3364992 w 6729984"/>
              <a:gd name="csY41" fmla="*/ 6572250 h 6729984"/>
              <a:gd name="csX42" fmla="*/ 1174242 w 6729984"/>
              <a:gd name="csY42" fmla="*/ 1471965 h 6729984"/>
              <a:gd name="csX43" fmla="*/ 1292323 w 6729984"/>
              <a:gd name="csY43" fmla="*/ 1446114 h 6729984"/>
              <a:gd name="csX44" fmla="*/ 2215068 w 6729984"/>
              <a:gd name="csY44" fmla="*/ 2326577 h 6729984"/>
              <a:gd name="csX45" fmla="*/ 2323948 w 6729984"/>
              <a:gd name="csY45" fmla="*/ 2212439 h 6729984"/>
              <a:gd name="csX46" fmla="*/ 1412596 w 6729984"/>
              <a:gd name="csY46" fmla="*/ 1343149 h 6729984"/>
              <a:gd name="csX47" fmla="*/ 1384773 w 6729984"/>
              <a:gd name="csY47" fmla="*/ 963711 h 6729984"/>
              <a:gd name="csX48" fmla="*/ 963492 w 6729984"/>
              <a:gd name="csY48" fmla="*/ 963711 h 6729984"/>
              <a:gd name="csX49" fmla="*/ 963492 w 6729984"/>
              <a:gd name="csY49" fmla="*/ 1384992 h 6729984"/>
              <a:gd name="csX50" fmla="*/ 1174242 w 6729984"/>
              <a:gd name="csY50" fmla="*/ 1471965 h 6729984"/>
              <a:gd name="csX51" fmla="*/ 1075001 w 6729984"/>
              <a:gd name="csY51" fmla="*/ 1075001 h 6729984"/>
              <a:gd name="csX52" fmla="*/ 1174242 w 6729984"/>
              <a:gd name="csY52" fmla="*/ 1034034 h 6729984"/>
              <a:gd name="csX53" fmla="*/ 1273483 w 6729984"/>
              <a:gd name="csY53" fmla="*/ 1075001 h 6729984"/>
              <a:gd name="csX54" fmla="*/ 1273483 w 6729984"/>
              <a:gd name="csY54" fmla="*/ 1273264 h 6729984"/>
              <a:gd name="csX55" fmla="*/ 1075220 w 6729984"/>
              <a:gd name="csY55" fmla="*/ 1273264 h 6729984"/>
              <a:gd name="csX56" fmla="*/ 1075001 w 6729984"/>
              <a:gd name="csY56" fmla="*/ 1075001 h 6729984"/>
              <a:gd name="csX57" fmla="*/ 6432042 w 6729984"/>
              <a:gd name="csY57" fmla="*/ 3067050 h 6729984"/>
              <a:gd name="csX58" fmla="*/ 6145930 w 6729984"/>
              <a:gd name="csY58" fmla="*/ 3286125 h 6729984"/>
              <a:gd name="csX59" fmla="*/ 5117592 w 6729984"/>
              <a:gd name="csY59" fmla="*/ 3286125 h 6729984"/>
              <a:gd name="csX60" fmla="*/ 5117592 w 6729984"/>
              <a:gd name="csY60" fmla="*/ 3443859 h 6729984"/>
              <a:gd name="csX61" fmla="*/ 6145930 w 6729984"/>
              <a:gd name="csY61" fmla="*/ 3443859 h 6729984"/>
              <a:gd name="csX62" fmla="*/ 6432042 w 6729984"/>
              <a:gd name="csY62" fmla="*/ 3662934 h 6729984"/>
              <a:gd name="csX63" fmla="*/ 6729984 w 6729984"/>
              <a:gd name="csY63" fmla="*/ 3364992 h 6729984"/>
              <a:gd name="csX64" fmla="*/ 6432042 w 6729984"/>
              <a:gd name="csY64" fmla="*/ 3067050 h 6729984"/>
              <a:gd name="csX65" fmla="*/ 6432042 w 6729984"/>
              <a:gd name="csY65" fmla="*/ 3505200 h 6729984"/>
              <a:gd name="csX66" fmla="*/ 6291834 w 6729984"/>
              <a:gd name="csY66" fmla="*/ 3364992 h 6729984"/>
              <a:gd name="csX67" fmla="*/ 6432042 w 6729984"/>
              <a:gd name="csY67" fmla="*/ 3224784 h 6729984"/>
              <a:gd name="csX68" fmla="*/ 6572250 w 6729984"/>
              <a:gd name="csY68" fmla="*/ 3364992 h 6729984"/>
              <a:gd name="csX69" fmla="*/ 6432042 w 6729984"/>
              <a:gd name="csY69" fmla="*/ 3505200 h 6729984"/>
              <a:gd name="csX70" fmla="*/ 3286125 w 6729984"/>
              <a:gd name="csY70" fmla="*/ 583835 h 6729984"/>
              <a:gd name="csX71" fmla="*/ 3286125 w 6729984"/>
              <a:gd name="csY71" fmla="*/ 1831467 h 6729984"/>
              <a:gd name="csX72" fmla="*/ 3443859 w 6729984"/>
              <a:gd name="csY72" fmla="*/ 1831467 h 6729984"/>
              <a:gd name="csX73" fmla="*/ 3443859 w 6729984"/>
              <a:gd name="csY73" fmla="*/ 583835 h 6729984"/>
              <a:gd name="csX74" fmla="*/ 3662934 w 6729984"/>
              <a:gd name="csY74" fmla="*/ 297942 h 6729984"/>
              <a:gd name="csX75" fmla="*/ 3364992 w 6729984"/>
              <a:gd name="csY75" fmla="*/ 0 h 6729984"/>
              <a:gd name="csX76" fmla="*/ 3067050 w 6729984"/>
              <a:gd name="csY76" fmla="*/ 297942 h 6729984"/>
              <a:gd name="csX77" fmla="*/ 3286125 w 6729984"/>
              <a:gd name="csY77" fmla="*/ 583835 h 6729984"/>
              <a:gd name="csX78" fmla="*/ 3364992 w 6729984"/>
              <a:gd name="csY78" fmla="*/ 157734 h 6729984"/>
              <a:gd name="csX79" fmla="*/ 3505200 w 6729984"/>
              <a:gd name="csY79" fmla="*/ 297942 h 6729984"/>
              <a:gd name="csX80" fmla="*/ 3364992 w 6729984"/>
              <a:gd name="csY80" fmla="*/ 438150 h 6729984"/>
              <a:gd name="csX81" fmla="*/ 3224784 w 6729984"/>
              <a:gd name="csY81" fmla="*/ 297942 h 6729984"/>
              <a:gd name="csX82" fmla="*/ 3364992 w 6729984"/>
              <a:gd name="csY82" fmla="*/ 157734 h 6729984"/>
              <a:gd name="csX83" fmla="*/ 5412248 w 6729984"/>
              <a:gd name="csY83" fmla="*/ 5300520 h 6729984"/>
              <a:gd name="csX84" fmla="*/ 4516231 w 6729984"/>
              <a:gd name="csY84" fmla="*/ 4404503 h 6729984"/>
              <a:gd name="csX85" fmla="*/ 4404503 w 6729984"/>
              <a:gd name="csY85" fmla="*/ 4516231 h 6729984"/>
              <a:gd name="csX86" fmla="*/ 5300520 w 6729984"/>
              <a:gd name="csY86" fmla="*/ 5412248 h 6729984"/>
              <a:gd name="csX87" fmla="*/ 5344992 w 6729984"/>
              <a:gd name="csY87" fmla="*/ 5766492 h 6729984"/>
              <a:gd name="csX88" fmla="*/ 5555742 w 6729984"/>
              <a:gd name="csY88" fmla="*/ 5853465 h 6729984"/>
              <a:gd name="csX89" fmla="*/ 5766492 w 6729984"/>
              <a:gd name="csY89" fmla="*/ 5766492 h 6729984"/>
              <a:gd name="csX90" fmla="*/ 5766492 w 6729984"/>
              <a:gd name="csY90" fmla="*/ 5344992 h 6729984"/>
              <a:gd name="csX91" fmla="*/ 5412248 w 6729984"/>
              <a:gd name="csY91" fmla="*/ 5300520 h 6729984"/>
              <a:gd name="csX92" fmla="*/ 5654764 w 6729984"/>
              <a:gd name="csY92" fmla="*/ 5654764 h 6729984"/>
              <a:gd name="csX93" fmla="*/ 5456720 w 6729984"/>
              <a:gd name="csY93" fmla="*/ 5654764 h 6729984"/>
              <a:gd name="csX94" fmla="*/ 5456720 w 6729984"/>
              <a:gd name="csY94" fmla="*/ 5456720 h 6729984"/>
              <a:gd name="csX95" fmla="*/ 5555742 w 6729984"/>
              <a:gd name="csY95" fmla="*/ 5415534 h 6729984"/>
              <a:gd name="csX96" fmla="*/ 5654764 w 6729984"/>
              <a:gd name="csY96" fmla="*/ 5456720 h 6729984"/>
              <a:gd name="csX97" fmla="*/ 5654764 w 6729984"/>
              <a:gd name="csY97" fmla="*/ 5654764 h 6729984"/>
              <a:gd name="csX98" fmla="*/ 4516231 w 6729984"/>
              <a:gd name="csY98" fmla="*/ 2325262 h 6729984"/>
              <a:gd name="csX99" fmla="*/ 5412248 w 6729984"/>
              <a:gd name="csY99" fmla="*/ 1429245 h 6729984"/>
              <a:gd name="csX100" fmla="*/ 5555742 w 6729984"/>
              <a:gd name="csY100" fmla="*/ 1471965 h 6729984"/>
              <a:gd name="csX101" fmla="*/ 5766492 w 6729984"/>
              <a:gd name="csY101" fmla="*/ 1384773 h 6729984"/>
              <a:gd name="csX102" fmla="*/ 5766492 w 6729984"/>
              <a:gd name="csY102" fmla="*/ 963492 h 6729984"/>
              <a:gd name="csX103" fmla="*/ 5344992 w 6729984"/>
              <a:gd name="csY103" fmla="*/ 963492 h 6729984"/>
              <a:gd name="csX104" fmla="*/ 5300520 w 6729984"/>
              <a:gd name="csY104" fmla="*/ 1317736 h 6729984"/>
              <a:gd name="csX105" fmla="*/ 4404503 w 6729984"/>
              <a:gd name="csY105" fmla="*/ 2213753 h 6729984"/>
              <a:gd name="csX106" fmla="*/ 4516231 w 6729984"/>
              <a:gd name="csY106" fmla="*/ 2325262 h 6729984"/>
              <a:gd name="csX107" fmla="*/ 5456720 w 6729984"/>
              <a:gd name="csY107" fmla="*/ 1075001 h 6729984"/>
              <a:gd name="csX108" fmla="*/ 5555742 w 6729984"/>
              <a:gd name="csY108" fmla="*/ 1034034 h 6729984"/>
              <a:gd name="csX109" fmla="*/ 5654764 w 6729984"/>
              <a:gd name="csY109" fmla="*/ 1075001 h 6729984"/>
              <a:gd name="csX110" fmla="*/ 5654764 w 6729984"/>
              <a:gd name="csY110" fmla="*/ 1273264 h 6729984"/>
              <a:gd name="csX111" fmla="*/ 5456720 w 6729984"/>
              <a:gd name="csY111" fmla="*/ 1273264 h 6729984"/>
              <a:gd name="csX112" fmla="*/ 5456720 w 6729984"/>
              <a:gd name="csY112" fmla="*/ 1075001 h 6729984"/>
              <a:gd name="csX113" fmla="*/ 2213972 w 6729984"/>
              <a:gd name="csY113" fmla="*/ 4404503 h 6729984"/>
              <a:gd name="csX114" fmla="*/ 1317955 w 6729984"/>
              <a:gd name="csY114" fmla="*/ 5300520 h 6729984"/>
              <a:gd name="csX115" fmla="*/ 963711 w 6729984"/>
              <a:gd name="csY115" fmla="*/ 5344992 h 6729984"/>
              <a:gd name="csX116" fmla="*/ 963711 w 6729984"/>
              <a:gd name="csY116" fmla="*/ 5766492 h 6729984"/>
              <a:gd name="csX117" fmla="*/ 1174242 w 6729984"/>
              <a:gd name="csY117" fmla="*/ 5853465 h 6729984"/>
              <a:gd name="csX118" fmla="*/ 1384773 w 6729984"/>
              <a:gd name="csY118" fmla="*/ 5766492 h 6729984"/>
              <a:gd name="csX119" fmla="*/ 1429245 w 6729984"/>
              <a:gd name="csY119" fmla="*/ 5412248 h 6729984"/>
              <a:gd name="csX120" fmla="*/ 2325262 w 6729984"/>
              <a:gd name="csY120" fmla="*/ 4516231 h 6729984"/>
              <a:gd name="csX121" fmla="*/ 2213972 w 6729984"/>
              <a:gd name="csY121" fmla="*/ 4404503 h 6729984"/>
              <a:gd name="csX122" fmla="*/ 1273483 w 6729984"/>
              <a:gd name="csY122" fmla="*/ 5654764 h 6729984"/>
              <a:gd name="csX123" fmla="*/ 1075220 w 6729984"/>
              <a:gd name="csY123" fmla="*/ 5654764 h 6729984"/>
              <a:gd name="csX124" fmla="*/ 1075220 w 6729984"/>
              <a:gd name="csY124" fmla="*/ 5456720 h 6729984"/>
              <a:gd name="csX125" fmla="*/ 1174242 w 6729984"/>
              <a:gd name="csY125" fmla="*/ 5415534 h 6729984"/>
              <a:gd name="csX126" fmla="*/ 1273483 w 6729984"/>
              <a:gd name="csY126" fmla="*/ 5456720 h 6729984"/>
              <a:gd name="csX127" fmla="*/ 1273483 w 6729984"/>
              <a:gd name="csY127" fmla="*/ 5654764 h 6729984"/>
              <a:gd name="csX128" fmla="*/ 1831467 w 6729984"/>
              <a:gd name="csY128" fmla="*/ 3443859 h 6729984"/>
              <a:gd name="csX129" fmla="*/ 1831467 w 6729984"/>
              <a:gd name="csY129" fmla="*/ 3286125 h 6729984"/>
              <a:gd name="csX130" fmla="*/ 583835 w 6729984"/>
              <a:gd name="csY130" fmla="*/ 3286125 h 6729984"/>
              <a:gd name="csX131" fmla="*/ 297942 w 6729984"/>
              <a:gd name="csY131" fmla="*/ 3067050 h 6729984"/>
              <a:gd name="csX132" fmla="*/ 0 w 6729984"/>
              <a:gd name="csY132" fmla="*/ 3364992 h 6729984"/>
              <a:gd name="csX133" fmla="*/ 297942 w 6729984"/>
              <a:gd name="csY133" fmla="*/ 3662934 h 6729984"/>
              <a:gd name="csX134" fmla="*/ 583835 w 6729984"/>
              <a:gd name="csY134" fmla="*/ 3443859 h 6729984"/>
              <a:gd name="csX135" fmla="*/ 1831467 w 6729984"/>
              <a:gd name="csY135" fmla="*/ 3443859 h 6729984"/>
              <a:gd name="csX136" fmla="*/ 297942 w 6729984"/>
              <a:gd name="csY136" fmla="*/ 3505200 h 6729984"/>
              <a:gd name="csX137" fmla="*/ 157734 w 6729984"/>
              <a:gd name="csY137" fmla="*/ 3364992 h 6729984"/>
              <a:gd name="csX138" fmla="*/ 297942 w 6729984"/>
              <a:gd name="csY138" fmla="*/ 3224784 h 6729984"/>
              <a:gd name="csX139" fmla="*/ 438150 w 6729984"/>
              <a:gd name="csY139" fmla="*/ 3364992 h 6729984"/>
              <a:gd name="csX140" fmla="*/ 297942 w 6729984"/>
              <a:gd name="csY140" fmla="*/ 3505200 h 6729984"/>
            </a:gdLst>
            <a:ahLst/>
            <a:cxnLst/>
            <a:rect l="l" t="t" r="r" b="b"/>
            <a:pathLst>
              <a:path w="6729984" h="6729984">
                <a:moveTo>
                  <a:pt x="4162425" y="3364992"/>
                </a:moveTo>
                <a:cubicBezTo>
                  <a:pt x="4162425" y="3529298"/>
                  <a:pt x="4296061" y="3662934"/>
                  <a:pt x="4460367" y="3662934"/>
                </a:cubicBezTo>
                <a:cubicBezTo>
                  <a:pt x="4624674" y="3662934"/>
                  <a:pt x="4758309" y="3529298"/>
                  <a:pt x="4758309" y="3364992"/>
                </a:cubicBezTo>
                <a:cubicBezTo>
                  <a:pt x="4758309" y="3218650"/>
                  <a:pt x="4652058" y="3097282"/>
                  <a:pt x="4512507" y="3072308"/>
                </a:cubicBezTo>
                <a:cubicBezTo>
                  <a:pt x="4379309" y="2556824"/>
                  <a:pt x="3917719" y="2190750"/>
                  <a:pt x="3372441" y="2190750"/>
                </a:cubicBezTo>
                <a:cubicBezTo>
                  <a:pt x="2720693" y="2190750"/>
                  <a:pt x="2190531" y="2717406"/>
                  <a:pt x="2190531" y="3364992"/>
                </a:cubicBezTo>
                <a:cubicBezTo>
                  <a:pt x="2190531" y="4012359"/>
                  <a:pt x="2720693" y="4539234"/>
                  <a:pt x="3372441" y="4539234"/>
                </a:cubicBezTo>
                <a:cubicBezTo>
                  <a:pt x="3688128" y="4539234"/>
                  <a:pt x="3984755" y="4416990"/>
                  <a:pt x="4207993" y="4195506"/>
                </a:cubicBezTo>
                <a:lnTo>
                  <a:pt x="4096703" y="4083339"/>
                </a:lnTo>
                <a:cubicBezTo>
                  <a:pt x="3903260" y="4275687"/>
                  <a:pt x="3646066" y="4381281"/>
                  <a:pt x="3372441" y="4381281"/>
                </a:cubicBezTo>
                <a:cubicBezTo>
                  <a:pt x="2807665" y="4381281"/>
                  <a:pt x="2348265" y="3925386"/>
                  <a:pt x="2348265" y="3364773"/>
                </a:cubicBezTo>
                <a:cubicBezTo>
                  <a:pt x="2348265" y="2804160"/>
                  <a:pt x="2807665" y="2348265"/>
                  <a:pt x="3372441" y="2348265"/>
                </a:cubicBezTo>
                <a:cubicBezTo>
                  <a:pt x="3836442" y="2348265"/>
                  <a:pt x="4230777" y="2654094"/>
                  <a:pt x="4353897" y="3087424"/>
                </a:cubicBezTo>
                <a:cubicBezTo>
                  <a:pt x="4242168" y="3130582"/>
                  <a:pt x="4162425" y="3238148"/>
                  <a:pt x="4162425" y="3364992"/>
                </a:cubicBezTo>
                <a:close/>
                <a:moveTo>
                  <a:pt x="4460367" y="3224784"/>
                </a:moveTo>
                <a:cubicBezTo>
                  <a:pt x="4537701" y="3224784"/>
                  <a:pt x="4600575" y="3287659"/>
                  <a:pt x="4600575" y="3364992"/>
                </a:cubicBezTo>
                <a:cubicBezTo>
                  <a:pt x="4600575" y="3442326"/>
                  <a:pt x="4537701" y="3505200"/>
                  <a:pt x="4460367" y="3505200"/>
                </a:cubicBezTo>
                <a:cubicBezTo>
                  <a:pt x="4383034" y="3505200"/>
                  <a:pt x="4320159" y="3442326"/>
                  <a:pt x="4320159" y="3364992"/>
                </a:cubicBezTo>
                <a:cubicBezTo>
                  <a:pt x="4320159" y="3287659"/>
                  <a:pt x="4383034" y="3224784"/>
                  <a:pt x="4460367" y="3224784"/>
                </a:cubicBezTo>
                <a:close/>
                <a:moveTo>
                  <a:pt x="3067050" y="3364992"/>
                </a:moveTo>
                <a:cubicBezTo>
                  <a:pt x="3067050" y="3529298"/>
                  <a:pt x="3200686" y="3662934"/>
                  <a:pt x="3364992" y="3662934"/>
                </a:cubicBezTo>
                <a:cubicBezTo>
                  <a:pt x="3529298" y="3662934"/>
                  <a:pt x="3662934" y="3529298"/>
                  <a:pt x="3662934" y="3364992"/>
                </a:cubicBezTo>
                <a:cubicBezTo>
                  <a:pt x="3662934" y="3200686"/>
                  <a:pt x="3529298" y="3067050"/>
                  <a:pt x="3364992" y="3067050"/>
                </a:cubicBezTo>
                <a:cubicBezTo>
                  <a:pt x="3200686" y="3067050"/>
                  <a:pt x="3067050" y="3200686"/>
                  <a:pt x="3067050" y="3364992"/>
                </a:cubicBezTo>
                <a:close/>
                <a:moveTo>
                  <a:pt x="3505200" y="3364992"/>
                </a:moveTo>
                <a:cubicBezTo>
                  <a:pt x="3505200" y="3442326"/>
                  <a:pt x="3442326" y="3505200"/>
                  <a:pt x="3364992" y="3505200"/>
                </a:cubicBezTo>
                <a:cubicBezTo>
                  <a:pt x="3287659" y="3505200"/>
                  <a:pt x="3224784" y="3442326"/>
                  <a:pt x="3224784" y="3364992"/>
                </a:cubicBezTo>
                <a:cubicBezTo>
                  <a:pt x="3224784" y="3287659"/>
                  <a:pt x="3287659" y="3224784"/>
                  <a:pt x="3364992" y="3224784"/>
                </a:cubicBezTo>
                <a:cubicBezTo>
                  <a:pt x="3442326" y="3224784"/>
                  <a:pt x="3505200" y="3287659"/>
                  <a:pt x="3505200" y="3364992"/>
                </a:cubicBezTo>
                <a:close/>
                <a:moveTo>
                  <a:pt x="3443859" y="6145930"/>
                </a:moveTo>
                <a:lnTo>
                  <a:pt x="3443859" y="4898517"/>
                </a:lnTo>
                <a:lnTo>
                  <a:pt x="3286125" y="4898517"/>
                </a:lnTo>
                <a:lnTo>
                  <a:pt x="3286125" y="6145930"/>
                </a:lnTo>
                <a:cubicBezTo>
                  <a:pt x="3160157" y="6180763"/>
                  <a:pt x="3067050" y="6295120"/>
                  <a:pt x="3067050" y="6432042"/>
                </a:cubicBezTo>
                <a:cubicBezTo>
                  <a:pt x="3067050" y="6596349"/>
                  <a:pt x="3200686" y="6729984"/>
                  <a:pt x="3364992" y="6729984"/>
                </a:cubicBezTo>
                <a:cubicBezTo>
                  <a:pt x="3529298" y="6729984"/>
                  <a:pt x="3662934" y="6596349"/>
                  <a:pt x="3662934" y="6432042"/>
                </a:cubicBezTo>
                <a:cubicBezTo>
                  <a:pt x="3662934" y="6295120"/>
                  <a:pt x="3569827" y="6180763"/>
                  <a:pt x="3443859" y="6145930"/>
                </a:cubicBezTo>
                <a:close/>
                <a:moveTo>
                  <a:pt x="3364992" y="6572250"/>
                </a:moveTo>
                <a:cubicBezTo>
                  <a:pt x="3287659" y="6572250"/>
                  <a:pt x="3224784" y="6509376"/>
                  <a:pt x="3224784" y="6432042"/>
                </a:cubicBezTo>
                <a:cubicBezTo>
                  <a:pt x="3224784" y="6354709"/>
                  <a:pt x="3287659" y="6291834"/>
                  <a:pt x="3364992" y="6291834"/>
                </a:cubicBezTo>
                <a:cubicBezTo>
                  <a:pt x="3442326" y="6291834"/>
                  <a:pt x="3505200" y="6354709"/>
                  <a:pt x="3505200" y="6432042"/>
                </a:cubicBezTo>
                <a:cubicBezTo>
                  <a:pt x="3505200" y="6509376"/>
                  <a:pt x="3442326" y="6572250"/>
                  <a:pt x="3364992" y="6572250"/>
                </a:cubicBezTo>
                <a:close/>
                <a:moveTo>
                  <a:pt x="1174242" y="1471965"/>
                </a:moveTo>
                <a:cubicBezTo>
                  <a:pt x="1214771" y="1471965"/>
                  <a:pt x="1254643" y="1462545"/>
                  <a:pt x="1292323" y="1446114"/>
                </a:cubicBezTo>
                <a:lnTo>
                  <a:pt x="2215068" y="2326577"/>
                </a:lnTo>
                <a:lnTo>
                  <a:pt x="2323948" y="2212439"/>
                </a:lnTo>
                <a:lnTo>
                  <a:pt x="1412596" y="1343149"/>
                </a:lnTo>
                <a:cubicBezTo>
                  <a:pt x="1494311" y="1227039"/>
                  <a:pt x="1488615" y="1067553"/>
                  <a:pt x="1384773" y="963711"/>
                </a:cubicBezTo>
                <a:cubicBezTo>
                  <a:pt x="1268663" y="847601"/>
                  <a:pt x="1079602" y="847601"/>
                  <a:pt x="963492" y="963711"/>
                </a:cubicBezTo>
                <a:cubicBezTo>
                  <a:pt x="847382" y="1079821"/>
                  <a:pt x="847382" y="1268883"/>
                  <a:pt x="963492" y="1384992"/>
                </a:cubicBezTo>
                <a:cubicBezTo>
                  <a:pt x="1021766" y="1443047"/>
                  <a:pt x="1098004" y="1471965"/>
                  <a:pt x="1174242" y="1471965"/>
                </a:cubicBezTo>
                <a:close/>
                <a:moveTo>
                  <a:pt x="1075001" y="1075001"/>
                </a:moveTo>
                <a:cubicBezTo>
                  <a:pt x="1102385" y="1047836"/>
                  <a:pt x="1138314" y="1034034"/>
                  <a:pt x="1174242" y="1034034"/>
                </a:cubicBezTo>
                <a:cubicBezTo>
                  <a:pt x="1210170" y="1034034"/>
                  <a:pt x="1246099" y="1047617"/>
                  <a:pt x="1273483" y="1075001"/>
                </a:cubicBezTo>
                <a:cubicBezTo>
                  <a:pt x="1328252" y="1129770"/>
                  <a:pt x="1328252" y="1218714"/>
                  <a:pt x="1273483" y="1273264"/>
                </a:cubicBezTo>
                <a:cubicBezTo>
                  <a:pt x="1218714" y="1327814"/>
                  <a:pt x="1129989" y="1327814"/>
                  <a:pt x="1075220" y="1273264"/>
                </a:cubicBezTo>
                <a:cubicBezTo>
                  <a:pt x="1020451" y="1218714"/>
                  <a:pt x="1020451" y="1129770"/>
                  <a:pt x="1075001" y="1075001"/>
                </a:cubicBezTo>
                <a:close/>
                <a:moveTo>
                  <a:pt x="6432042" y="3067050"/>
                </a:moveTo>
                <a:cubicBezTo>
                  <a:pt x="6295120" y="3067050"/>
                  <a:pt x="6180763" y="3160157"/>
                  <a:pt x="6145930" y="3286125"/>
                </a:cubicBezTo>
                <a:lnTo>
                  <a:pt x="5117592" y="3286125"/>
                </a:lnTo>
                <a:lnTo>
                  <a:pt x="5117592" y="3443859"/>
                </a:lnTo>
                <a:lnTo>
                  <a:pt x="6145930" y="3443859"/>
                </a:lnTo>
                <a:cubicBezTo>
                  <a:pt x="6180763" y="3569827"/>
                  <a:pt x="6295120" y="3662934"/>
                  <a:pt x="6432042" y="3662934"/>
                </a:cubicBezTo>
                <a:cubicBezTo>
                  <a:pt x="6596349" y="3662934"/>
                  <a:pt x="6729984" y="3529298"/>
                  <a:pt x="6729984" y="3364992"/>
                </a:cubicBezTo>
                <a:cubicBezTo>
                  <a:pt x="6729984" y="3200686"/>
                  <a:pt x="6596349" y="3067050"/>
                  <a:pt x="6432042" y="3067050"/>
                </a:cubicBezTo>
                <a:close/>
                <a:moveTo>
                  <a:pt x="6432042" y="3505200"/>
                </a:moveTo>
                <a:cubicBezTo>
                  <a:pt x="6354709" y="3505200"/>
                  <a:pt x="6291834" y="3442326"/>
                  <a:pt x="6291834" y="3364992"/>
                </a:cubicBezTo>
                <a:cubicBezTo>
                  <a:pt x="6291834" y="3287659"/>
                  <a:pt x="6354709" y="3224784"/>
                  <a:pt x="6432042" y="3224784"/>
                </a:cubicBezTo>
                <a:cubicBezTo>
                  <a:pt x="6509376" y="3224784"/>
                  <a:pt x="6572250" y="3287659"/>
                  <a:pt x="6572250" y="3364992"/>
                </a:cubicBezTo>
                <a:cubicBezTo>
                  <a:pt x="6572250" y="3442326"/>
                  <a:pt x="6509376" y="3505200"/>
                  <a:pt x="6432042" y="3505200"/>
                </a:cubicBezTo>
                <a:close/>
                <a:moveTo>
                  <a:pt x="3286125" y="583835"/>
                </a:moveTo>
                <a:lnTo>
                  <a:pt x="3286125" y="1831467"/>
                </a:lnTo>
                <a:lnTo>
                  <a:pt x="3443859" y="1831467"/>
                </a:lnTo>
                <a:lnTo>
                  <a:pt x="3443859" y="583835"/>
                </a:lnTo>
                <a:cubicBezTo>
                  <a:pt x="3569827" y="549002"/>
                  <a:pt x="3662934" y="434645"/>
                  <a:pt x="3662934" y="297942"/>
                </a:cubicBezTo>
                <a:cubicBezTo>
                  <a:pt x="3662934" y="133636"/>
                  <a:pt x="3529298" y="0"/>
                  <a:pt x="3364992" y="0"/>
                </a:cubicBezTo>
                <a:cubicBezTo>
                  <a:pt x="3200686" y="0"/>
                  <a:pt x="3067050" y="133636"/>
                  <a:pt x="3067050" y="297942"/>
                </a:cubicBezTo>
                <a:cubicBezTo>
                  <a:pt x="3067050" y="434864"/>
                  <a:pt x="3160157" y="549002"/>
                  <a:pt x="3286125" y="583835"/>
                </a:cubicBezTo>
                <a:close/>
                <a:moveTo>
                  <a:pt x="3364992" y="157734"/>
                </a:moveTo>
                <a:cubicBezTo>
                  <a:pt x="3442326" y="157734"/>
                  <a:pt x="3505200" y="220609"/>
                  <a:pt x="3505200" y="297942"/>
                </a:cubicBezTo>
                <a:cubicBezTo>
                  <a:pt x="3505200" y="375275"/>
                  <a:pt x="3442326" y="438150"/>
                  <a:pt x="3364992" y="438150"/>
                </a:cubicBezTo>
                <a:cubicBezTo>
                  <a:pt x="3287659" y="438150"/>
                  <a:pt x="3224784" y="375275"/>
                  <a:pt x="3224784" y="297942"/>
                </a:cubicBezTo>
                <a:cubicBezTo>
                  <a:pt x="3224784" y="220609"/>
                  <a:pt x="3287659" y="157734"/>
                  <a:pt x="3364992" y="157734"/>
                </a:cubicBezTo>
                <a:close/>
                <a:moveTo>
                  <a:pt x="5412248" y="5300520"/>
                </a:moveTo>
                <a:lnTo>
                  <a:pt x="4516231" y="4404503"/>
                </a:lnTo>
                <a:lnTo>
                  <a:pt x="4404503" y="4516231"/>
                </a:lnTo>
                <a:lnTo>
                  <a:pt x="5300520" y="5412248"/>
                </a:lnTo>
                <a:cubicBezTo>
                  <a:pt x="5236988" y="5525729"/>
                  <a:pt x="5248599" y="5670099"/>
                  <a:pt x="5344992" y="5766492"/>
                </a:cubicBezTo>
                <a:cubicBezTo>
                  <a:pt x="5403266" y="5824547"/>
                  <a:pt x="5479285" y="5853465"/>
                  <a:pt x="5555742" y="5853465"/>
                </a:cubicBezTo>
                <a:cubicBezTo>
                  <a:pt x="5632200" y="5853465"/>
                  <a:pt x="5708218" y="5824328"/>
                  <a:pt x="5766492" y="5766492"/>
                </a:cubicBezTo>
                <a:cubicBezTo>
                  <a:pt x="5882602" y="5650382"/>
                  <a:pt x="5882602" y="5461102"/>
                  <a:pt x="5766492" y="5344992"/>
                </a:cubicBezTo>
                <a:cubicBezTo>
                  <a:pt x="5669880" y="5248818"/>
                  <a:pt x="5525729" y="5237207"/>
                  <a:pt x="5412248" y="5300520"/>
                </a:cubicBezTo>
                <a:close/>
                <a:moveTo>
                  <a:pt x="5654764" y="5654764"/>
                </a:moveTo>
                <a:cubicBezTo>
                  <a:pt x="5600434" y="5709533"/>
                  <a:pt x="5511051" y="5709533"/>
                  <a:pt x="5456720" y="5654764"/>
                </a:cubicBezTo>
                <a:cubicBezTo>
                  <a:pt x="5401952" y="5600214"/>
                  <a:pt x="5401952" y="5511270"/>
                  <a:pt x="5456720" y="5456720"/>
                </a:cubicBezTo>
                <a:cubicBezTo>
                  <a:pt x="5483886" y="5429336"/>
                  <a:pt x="5519814" y="5415534"/>
                  <a:pt x="5555742" y="5415534"/>
                </a:cubicBezTo>
                <a:cubicBezTo>
                  <a:pt x="5591670" y="5415534"/>
                  <a:pt x="5627599" y="5429117"/>
                  <a:pt x="5654764" y="5456720"/>
                </a:cubicBezTo>
                <a:cubicBezTo>
                  <a:pt x="5709533" y="5511270"/>
                  <a:pt x="5709533" y="5600214"/>
                  <a:pt x="5654764" y="5654764"/>
                </a:cubicBezTo>
                <a:close/>
                <a:moveTo>
                  <a:pt x="4516231" y="2325262"/>
                </a:moveTo>
                <a:lnTo>
                  <a:pt x="5412248" y="1429245"/>
                </a:lnTo>
                <a:cubicBezTo>
                  <a:pt x="5457158" y="1454658"/>
                  <a:pt x="5505355" y="1471965"/>
                  <a:pt x="5555742" y="1471965"/>
                </a:cubicBezTo>
                <a:cubicBezTo>
                  <a:pt x="5632200" y="1471965"/>
                  <a:pt x="5708218" y="1442828"/>
                  <a:pt x="5766492" y="1384773"/>
                </a:cubicBezTo>
                <a:cubicBezTo>
                  <a:pt x="5882602" y="1268663"/>
                  <a:pt x="5882602" y="1079602"/>
                  <a:pt x="5766492" y="963492"/>
                </a:cubicBezTo>
                <a:cubicBezTo>
                  <a:pt x="5650164" y="847382"/>
                  <a:pt x="5461321" y="847382"/>
                  <a:pt x="5344992" y="963492"/>
                </a:cubicBezTo>
                <a:cubicBezTo>
                  <a:pt x="5248599" y="1059885"/>
                  <a:pt x="5236988" y="1204255"/>
                  <a:pt x="5300520" y="1317736"/>
                </a:cubicBezTo>
                <a:lnTo>
                  <a:pt x="4404503" y="2213753"/>
                </a:lnTo>
                <a:lnTo>
                  <a:pt x="4516231" y="2325262"/>
                </a:lnTo>
                <a:close/>
                <a:moveTo>
                  <a:pt x="5456720" y="1075001"/>
                </a:moveTo>
                <a:cubicBezTo>
                  <a:pt x="5483886" y="1047836"/>
                  <a:pt x="5519814" y="1034034"/>
                  <a:pt x="5555742" y="1034034"/>
                </a:cubicBezTo>
                <a:cubicBezTo>
                  <a:pt x="5591670" y="1034034"/>
                  <a:pt x="5627599" y="1047617"/>
                  <a:pt x="5654764" y="1075001"/>
                </a:cubicBezTo>
                <a:cubicBezTo>
                  <a:pt x="5709533" y="1129770"/>
                  <a:pt x="5709533" y="1218714"/>
                  <a:pt x="5654764" y="1273264"/>
                </a:cubicBezTo>
                <a:cubicBezTo>
                  <a:pt x="5600434" y="1327814"/>
                  <a:pt x="5511051" y="1327814"/>
                  <a:pt x="5456720" y="1273264"/>
                </a:cubicBezTo>
                <a:cubicBezTo>
                  <a:pt x="5401952" y="1218714"/>
                  <a:pt x="5401952" y="1129770"/>
                  <a:pt x="5456720" y="1075001"/>
                </a:cubicBezTo>
                <a:close/>
                <a:moveTo>
                  <a:pt x="2213972" y="4404503"/>
                </a:moveTo>
                <a:lnTo>
                  <a:pt x="1317955" y="5300520"/>
                </a:lnTo>
                <a:cubicBezTo>
                  <a:pt x="1204474" y="5236988"/>
                  <a:pt x="1060104" y="5248599"/>
                  <a:pt x="963711" y="5344992"/>
                </a:cubicBezTo>
                <a:cubicBezTo>
                  <a:pt x="847601" y="5461102"/>
                  <a:pt x="847601" y="5650382"/>
                  <a:pt x="963711" y="5766492"/>
                </a:cubicBezTo>
                <a:cubicBezTo>
                  <a:pt x="1021766" y="5824547"/>
                  <a:pt x="1098004" y="5853465"/>
                  <a:pt x="1174242" y="5853465"/>
                </a:cubicBezTo>
                <a:cubicBezTo>
                  <a:pt x="1250480" y="5853465"/>
                  <a:pt x="1326718" y="5824328"/>
                  <a:pt x="1384773" y="5766492"/>
                </a:cubicBezTo>
                <a:cubicBezTo>
                  <a:pt x="1481166" y="5670099"/>
                  <a:pt x="1492777" y="5525729"/>
                  <a:pt x="1429245" y="5412248"/>
                </a:cubicBezTo>
                <a:lnTo>
                  <a:pt x="2325262" y="4516231"/>
                </a:lnTo>
                <a:lnTo>
                  <a:pt x="2213972" y="4404503"/>
                </a:lnTo>
                <a:close/>
                <a:moveTo>
                  <a:pt x="1273483" y="5654764"/>
                </a:moveTo>
                <a:cubicBezTo>
                  <a:pt x="1218714" y="5709533"/>
                  <a:pt x="1129989" y="5709533"/>
                  <a:pt x="1075220" y="5654764"/>
                </a:cubicBezTo>
                <a:cubicBezTo>
                  <a:pt x="1020451" y="5600214"/>
                  <a:pt x="1020451" y="5511270"/>
                  <a:pt x="1075220" y="5456720"/>
                </a:cubicBezTo>
                <a:cubicBezTo>
                  <a:pt x="1102385" y="5429336"/>
                  <a:pt x="1138314" y="5415534"/>
                  <a:pt x="1174242" y="5415534"/>
                </a:cubicBezTo>
                <a:cubicBezTo>
                  <a:pt x="1210170" y="5415534"/>
                  <a:pt x="1246099" y="5429117"/>
                  <a:pt x="1273483" y="5456720"/>
                </a:cubicBezTo>
                <a:cubicBezTo>
                  <a:pt x="1328033" y="5511270"/>
                  <a:pt x="1328033" y="5600214"/>
                  <a:pt x="1273483" y="5654764"/>
                </a:cubicBezTo>
                <a:close/>
                <a:moveTo>
                  <a:pt x="1831467" y="3443859"/>
                </a:moveTo>
                <a:lnTo>
                  <a:pt x="1831467" y="3286125"/>
                </a:lnTo>
                <a:lnTo>
                  <a:pt x="583835" y="3286125"/>
                </a:lnTo>
                <a:cubicBezTo>
                  <a:pt x="549002" y="3160157"/>
                  <a:pt x="434645" y="3067050"/>
                  <a:pt x="297942" y="3067050"/>
                </a:cubicBezTo>
                <a:cubicBezTo>
                  <a:pt x="133636" y="3067050"/>
                  <a:pt x="0" y="3200686"/>
                  <a:pt x="0" y="3364992"/>
                </a:cubicBezTo>
                <a:cubicBezTo>
                  <a:pt x="0" y="3529298"/>
                  <a:pt x="133636" y="3662934"/>
                  <a:pt x="297942" y="3662934"/>
                </a:cubicBezTo>
                <a:cubicBezTo>
                  <a:pt x="434864" y="3662934"/>
                  <a:pt x="549221" y="3569608"/>
                  <a:pt x="583835" y="3443859"/>
                </a:cubicBezTo>
                <a:lnTo>
                  <a:pt x="1831467" y="3443859"/>
                </a:lnTo>
                <a:close/>
                <a:moveTo>
                  <a:pt x="297942" y="3505200"/>
                </a:moveTo>
                <a:cubicBezTo>
                  <a:pt x="220609" y="3505200"/>
                  <a:pt x="157734" y="3442326"/>
                  <a:pt x="157734" y="3364992"/>
                </a:cubicBezTo>
                <a:cubicBezTo>
                  <a:pt x="157734" y="3287659"/>
                  <a:pt x="220609" y="3224784"/>
                  <a:pt x="297942" y="3224784"/>
                </a:cubicBezTo>
                <a:cubicBezTo>
                  <a:pt x="375275" y="3224784"/>
                  <a:pt x="438150" y="3287659"/>
                  <a:pt x="438150" y="3364992"/>
                </a:cubicBezTo>
                <a:cubicBezTo>
                  <a:pt x="438150" y="3442326"/>
                  <a:pt x="375275" y="3505200"/>
                  <a:pt x="297942" y="3505200"/>
                </a:cubicBezTo>
                <a:close/>
              </a:path>
            </a:pathLst>
          </a:custGeom>
          <a:solidFill>
            <a:srgbClr val="FF7EB6"/>
          </a:solidFill>
          <a:ln w="219075">
            <a:noFill/>
            <a:prstDash val="solid"/>
          </a:ln>
        </p:spPr>
        <p:txBody>
          <a:bodyPr/>
          <a:lstStyle/>
          <a:p>
            <a:endParaRPr/>
          </a:p>
        </p:txBody>
      </p:sp>
      <p:sp>
        <p:nvSpPr>
          <p:cNvPr id="11" name="Rectangle 10">
            <a:extLst>
              <a:ext uri="{FF2B5EF4-FFF2-40B4-BE49-F238E27FC236}">
                <a16:creationId xmlns:a16="http://schemas.microsoft.com/office/drawing/2014/main" id="{88C367F9-7E9E-0EE9-78A4-D7BAEFCC16C1}"/>
              </a:ext>
            </a:extLst>
          </p:cNvPr>
          <p:cNvSpPr>
            <a:spLocks noGrp="1"/>
          </p:cNvSpPr>
          <p:nvPr/>
        </p:nvSpPr>
        <p:spPr>
          <a:xfrm>
            <a:off x="12041187" y="0"/>
            <a:ext cx="7010400" cy="7010400"/>
          </a:xfrm>
          <a:prstGeom prst="rect">
            <a:avLst/>
          </a:prstGeom>
          <a:noFill/>
          <a:ln w="219075">
            <a:noFill/>
            <a:prstDash val="solid"/>
          </a:ln>
        </p:spPr>
        <p:txBody>
          <a:bodyPr/>
          <a:lstStyle/>
          <a:p>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1_Contacts, profiles, contributors">
    <p:bg>
      <p:bgPr>
        <a:solidFill>
          <a:srgbClr val="F4F4F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01090"/>
            <a:ext cx="4949825" cy="1525588"/>
          </a:xfrm>
        </p:spPr>
        <p:txBody>
          <a:bodyPr/>
          <a:lstStyle>
            <a:lvl1pPr>
              <a:lnSpc>
                <a:spcPct val="110000"/>
              </a:lnSpc>
              <a:buNone/>
              <a:defRPr sz="2800">
                <a:solidFill>
                  <a:schemeClr val="tx1"/>
                </a:solidFill>
              </a:defRPr>
            </a:lvl1pPr>
          </a:lstStyle>
          <a:p>
            <a:r>
              <a:t>Click to edit Master title style</a:t>
            </a:r>
          </a:p>
        </p:txBody>
      </p:sp>
      <p:sp>
        <p:nvSpPr>
          <p:cNvPr id="8" name="Picture Placeholder 7">
            <a:extLst>
              <a:ext uri="{FF2B5EF4-FFF2-40B4-BE49-F238E27FC236}">
                <a16:creationId xmlns:a16="http://schemas.microsoft.com/office/drawing/2014/main" id="{AB8510EE-4140-AEDB-B7AB-EF1D4B72D2AD}"/>
              </a:ext>
            </a:extLst>
          </p:cNvPr>
          <p:cNvSpPr>
            <a:spLocks noGrp="1"/>
          </p:cNvSpPr>
          <p:nvPr>
            <p:ph type="pic" idx="11" hasCustomPrompt="1"/>
          </p:nvPr>
        </p:nvSpPr>
        <p:spPr>
          <a:xfrm>
            <a:off x="576072" y="6121400"/>
            <a:ext cx="2473325" cy="2476500"/>
          </a:xfrm>
          <a:prstGeom prst="rect">
            <a:avLst/>
          </a:prstGeom>
          <a:solidFill>
            <a:srgbClr val="E0E0E0"/>
          </a:solidFill>
        </p:spPr>
        <p:txBody>
          <a:bodyPr anchor="ctr"/>
          <a:lstStyle>
            <a:lvl1pPr marL="0" marR="0" indent="0" algn="ctr" defTabSz="2438400">
              <a:lnSpc>
                <a:spcPct val="110000"/>
              </a:lnSpc>
              <a:spcBef>
                <a:spcPts val="0"/>
              </a:spcBef>
              <a:spcAft>
                <a:spcPts val="0"/>
              </a:spcAft>
              <a:buClrTx/>
              <a:buSzTx/>
              <a:buFontTx/>
              <a:buNone/>
              <a:defRPr>
                <a:solidFill>
                  <a:schemeClr val="tx1"/>
                </a:solidFill>
              </a:defRPr>
            </a:lvl1pPr>
          </a:lstStyle>
          <a:p>
            <a:pPr marL="0" marR="0" lvl="0" indent="0" algn="ctr" defTabSz="2438400">
              <a:lnSpc>
                <a:spcPct val="110000"/>
              </a:lnSpc>
              <a:spcBef>
                <a:spcPts val="0"/>
              </a:spcBef>
              <a:spcAft>
                <a:spcPts val="0"/>
              </a:spcAft>
              <a:buClrTx/>
              <a:buSzTx/>
              <a:buFontTx/>
              <a:buNone/>
            </a:pPr>
            <a:r>
              <a:t>Place imagery here</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idx="12"/>
          </p:nvPr>
        </p:nvSpPr>
        <p:spPr>
          <a:xfrm>
            <a:off x="3429000" y="6046418"/>
            <a:ext cx="5708650" cy="2476500"/>
          </a:xfrm>
        </p:spPr>
        <p:txBody>
          <a:bodyPr/>
          <a:lstStyle>
            <a:lvl1pPr>
              <a:lnSpc>
                <a:spcPct val="110000"/>
              </a:lnSpc>
              <a:spcBef>
                <a:spcPts val="0"/>
              </a:spcBef>
              <a:buNone/>
              <a:defRPr sz="2800">
                <a:solidFill>
                  <a:schemeClr val="tx1"/>
                </a:solidFill>
              </a:defRPr>
            </a:lvl1pPr>
            <a:lvl2pPr marL="256032" indent="-256032">
              <a:lnSpc>
                <a:spcPct val="110000"/>
              </a:lnSpc>
              <a:spcBef>
                <a:spcPts val="0"/>
              </a:spcBef>
              <a:buNone/>
              <a:defRPr sz="2800">
                <a:solidFill>
                  <a:schemeClr val="tx1"/>
                </a:solidFill>
              </a:defRPr>
            </a:lvl2pPr>
            <a:lvl3pPr marL="512064" indent="-256032">
              <a:lnSpc>
                <a:spcPct val="110000"/>
              </a:lnSpc>
              <a:spcBef>
                <a:spcPts val="0"/>
              </a:spcBef>
              <a:buNone/>
              <a:defRPr sz="2800">
                <a:solidFill>
                  <a:schemeClr val="tx1"/>
                </a:solidFill>
              </a:defRPr>
            </a:lvl3pPr>
            <a:lvl4pPr marL="768096" indent="-256032">
              <a:lnSpc>
                <a:spcPct val="110000"/>
              </a:lnSpc>
              <a:spcBef>
                <a:spcPts val="0"/>
              </a:spcBef>
              <a:buNone/>
              <a:defRPr sz="2800">
                <a:solidFill>
                  <a:schemeClr val="tx1"/>
                </a:solidFill>
              </a:defRPr>
            </a:lvl4pPr>
            <a:lvl5pPr>
              <a:lnSpc>
                <a:spcPct val="110000"/>
              </a:lnSpc>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1" name="Picture Placeholder 7">
            <a:extLst>
              <a:ext uri="{FF2B5EF4-FFF2-40B4-BE49-F238E27FC236}">
                <a16:creationId xmlns:a16="http://schemas.microsoft.com/office/drawing/2014/main" id="{3F048335-9A0B-2C1F-47A6-67051F20075E}"/>
              </a:ext>
            </a:extLst>
          </p:cNvPr>
          <p:cNvSpPr>
            <a:spLocks noGrp="1"/>
          </p:cNvSpPr>
          <p:nvPr>
            <p:ph type="pic" idx="13" hasCustomPrompt="1"/>
          </p:nvPr>
        </p:nvSpPr>
        <p:spPr>
          <a:xfrm>
            <a:off x="576072" y="9525000"/>
            <a:ext cx="2473325" cy="2476500"/>
          </a:xfrm>
          <a:prstGeom prst="rect">
            <a:avLst/>
          </a:prstGeom>
          <a:solidFill>
            <a:srgbClr val="E0E0E0"/>
          </a:solidFill>
        </p:spPr>
        <p:txBody>
          <a:bodyPr anchor="ctr"/>
          <a:lstStyle>
            <a:lvl1pPr marL="0" marR="0" indent="0" algn="ctr" defTabSz="2438400">
              <a:lnSpc>
                <a:spcPct val="110000"/>
              </a:lnSpc>
              <a:spcBef>
                <a:spcPts val="0"/>
              </a:spcBef>
              <a:spcAft>
                <a:spcPts val="0"/>
              </a:spcAft>
              <a:buClrTx/>
              <a:buSzTx/>
              <a:buFontTx/>
              <a:buNone/>
              <a:defRPr>
                <a:solidFill>
                  <a:schemeClr val="tx1"/>
                </a:solidFill>
              </a:defRPr>
            </a:lvl1pPr>
          </a:lstStyle>
          <a:p>
            <a:pPr marL="0" marR="0" lvl="0" indent="0" algn="ctr" defTabSz="2438400">
              <a:lnSpc>
                <a:spcPct val="110000"/>
              </a:lnSpc>
              <a:spcBef>
                <a:spcPts val="0"/>
              </a:spcBef>
              <a:spcAft>
                <a:spcPts val="0"/>
              </a:spcAft>
              <a:buClrTx/>
              <a:buSzTx/>
              <a:buFontTx/>
              <a:buNone/>
            </a:pPr>
            <a:r>
              <a:t>Place imagery here</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idx="14"/>
          </p:nvPr>
        </p:nvSpPr>
        <p:spPr>
          <a:xfrm>
            <a:off x="3429000" y="9450019"/>
            <a:ext cx="5708650" cy="2476500"/>
          </a:xfrm>
        </p:spPr>
        <p:txBody>
          <a:bodyPr/>
          <a:lstStyle>
            <a:lvl1pPr>
              <a:lnSpc>
                <a:spcPct val="110000"/>
              </a:lnSpc>
              <a:spcBef>
                <a:spcPts val="0"/>
              </a:spcBef>
              <a:buNone/>
              <a:defRPr sz="2800">
                <a:solidFill>
                  <a:schemeClr val="tx1"/>
                </a:solidFill>
              </a:defRPr>
            </a:lvl1pPr>
            <a:lvl2pPr marL="256032" indent="-256032">
              <a:lnSpc>
                <a:spcPct val="110000"/>
              </a:lnSpc>
              <a:spcBef>
                <a:spcPts val="0"/>
              </a:spcBef>
              <a:buNone/>
              <a:defRPr sz="2800">
                <a:solidFill>
                  <a:schemeClr val="tx1"/>
                </a:solidFill>
              </a:defRPr>
            </a:lvl2pPr>
            <a:lvl3pPr marL="512064" indent="-256032">
              <a:lnSpc>
                <a:spcPct val="110000"/>
              </a:lnSpc>
              <a:spcBef>
                <a:spcPts val="0"/>
              </a:spcBef>
              <a:buNone/>
              <a:defRPr sz="2800">
                <a:solidFill>
                  <a:schemeClr val="tx1"/>
                </a:solidFill>
              </a:defRPr>
            </a:lvl3pPr>
            <a:lvl4pPr marL="768096" indent="-256032">
              <a:lnSpc>
                <a:spcPct val="110000"/>
              </a:lnSpc>
              <a:spcBef>
                <a:spcPts val="0"/>
              </a:spcBef>
              <a:buNone/>
              <a:defRPr sz="2800">
                <a:solidFill>
                  <a:schemeClr val="tx1"/>
                </a:solidFill>
              </a:defRPr>
            </a:lvl4pPr>
            <a:lvl5pPr>
              <a:lnSpc>
                <a:spcPct val="110000"/>
              </a:lnSpc>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7" name="Picture Placeholder 7">
            <a:extLst>
              <a:ext uri="{FF2B5EF4-FFF2-40B4-BE49-F238E27FC236}">
                <a16:creationId xmlns:a16="http://schemas.microsoft.com/office/drawing/2014/main" id="{E889D859-F4A1-3E97-F05E-8D134A25B9F2}"/>
              </a:ext>
            </a:extLst>
          </p:cNvPr>
          <p:cNvSpPr>
            <a:spLocks noGrp="1"/>
          </p:cNvSpPr>
          <p:nvPr>
            <p:ph type="pic" idx="20" hasCustomPrompt="1"/>
          </p:nvPr>
        </p:nvSpPr>
        <p:spPr>
          <a:xfrm>
            <a:off x="576072" y="2667000"/>
            <a:ext cx="2473325" cy="2476500"/>
          </a:xfrm>
          <a:prstGeom prst="rect">
            <a:avLst/>
          </a:prstGeom>
          <a:solidFill>
            <a:srgbClr val="E0E0E0"/>
          </a:solidFill>
        </p:spPr>
        <p:txBody>
          <a:bodyPr anchor="ctr"/>
          <a:lstStyle>
            <a:lvl1pPr algn="ctr">
              <a:buNone/>
              <a:defRPr>
                <a:solidFill>
                  <a:schemeClr val="tx1"/>
                </a:solidFill>
              </a:defRPr>
            </a:lvl1pPr>
          </a:lstStyle>
          <a:p>
            <a:r>
              <a:t>Place imagery here</a:t>
            </a:r>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idx="21"/>
          </p:nvPr>
        </p:nvSpPr>
        <p:spPr>
          <a:xfrm>
            <a:off x="3429000" y="2592018"/>
            <a:ext cx="5708650" cy="2476500"/>
          </a:xfrm>
        </p:spPr>
        <p:txBody>
          <a:bodyPr/>
          <a:lstStyle>
            <a:lvl1pPr>
              <a:lnSpc>
                <a:spcPct val="110000"/>
              </a:lnSpc>
              <a:spcBef>
                <a:spcPts val="0"/>
              </a:spcBef>
              <a:buNone/>
              <a:defRPr sz="2800">
                <a:solidFill>
                  <a:schemeClr val="tx1"/>
                </a:solidFill>
              </a:defRPr>
            </a:lvl1pPr>
            <a:lvl2pPr marL="256032" indent="-256032">
              <a:lnSpc>
                <a:spcPct val="110000"/>
              </a:lnSpc>
              <a:spcBef>
                <a:spcPts val="0"/>
              </a:spcBef>
              <a:buNone/>
              <a:defRPr sz="2800">
                <a:solidFill>
                  <a:schemeClr val="tx1"/>
                </a:solidFill>
              </a:defRPr>
            </a:lvl2pPr>
            <a:lvl3pPr marL="512064" indent="-256032">
              <a:lnSpc>
                <a:spcPct val="110000"/>
              </a:lnSpc>
              <a:spcBef>
                <a:spcPts val="0"/>
              </a:spcBef>
              <a:buNone/>
              <a:defRPr sz="2800">
                <a:solidFill>
                  <a:schemeClr val="tx1"/>
                </a:solidFill>
              </a:defRPr>
            </a:lvl3pPr>
            <a:lvl4pPr marL="768096" indent="-256032">
              <a:lnSpc>
                <a:spcPct val="110000"/>
              </a:lnSpc>
              <a:spcBef>
                <a:spcPts val="0"/>
              </a:spcBef>
              <a:buNone/>
              <a:defRPr sz="2800">
                <a:solidFill>
                  <a:schemeClr val="tx1"/>
                </a:solidFill>
              </a:defRPr>
            </a:lvl4pPr>
            <a:lvl5pPr>
              <a:lnSpc>
                <a:spcPct val="110000"/>
              </a:lnSpc>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9" name="Picture Placeholder 7">
            <a:extLst>
              <a:ext uri="{FF2B5EF4-FFF2-40B4-BE49-F238E27FC236}">
                <a16:creationId xmlns:a16="http://schemas.microsoft.com/office/drawing/2014/main" id="{A33F8C74-1D30-FEA9-4F3C-636531C86142}"/>
              </a:ext>
            </a:extLst>
          </p:cNvPr>
          <p:cNvSpPr>
            <a:spLocks noGrp="1"/>
          </p:cNvSpPr>
          <p:nvPr>
            <p:ph type="pic" idx="22" hasCustomPrompt="1"/>
          </p:nvPr>
        </p:nvSpPr>
        <p:spPr>
          <a:xfrm>
            <a:off x="12757150" y="6121400"/>
            <a:ext cx="2473325" cy="2476500"/>
          </a:xfrm>
          <a:prstGeom prst="rect">
            <a:avLst/>
          </a:prstGeom>
          <a:solidFill>
            <a:srgbClr val="E0E0E0"/>
          </a:solidFill>
        </p:spPr>
        <p:txBody>
          <a:bodyPr anchor="ctr"/>
          <a:lstStyle>
            <a:lvl1pPr marL="0" marR="0" indent="0" algn="ctr" defTabSz="2438400">
              <a:lnSpc>
                <a:spcPct val="110000"/>
              </a:lnSpc>
              <a:spcBef>
                <a:spcPts val="0"/>
              </a:spcBef>
              <a:spcAft>
                <a:spcPts val="0"/>
              </a:spcAft>
              <a:buClrTx/>
              <a:buSzTx/>
              <a:buFontTx/>
              <a:buNone/>
              <a:defRPr>
                <a:solidFill>
                  <a:schemeClr val="tx1"/>
                </a:solidFill>
              </a:defRPr>
            </a:lvl1pPr>
          </a:lstStyle>
          <a:p>
            <a:pPr marL="0" marR="0" lvl="0" indent="0" algn="ctr" defTabSz="2438400">
              <a:lnSpc>
                <a:spcPct val="110000"/>
              </a:lnSpc>
              <a:spcBef>
                <a:spcPts val="0"/>
              </a:spcBef>
              <a:spcAft>
                <a:spcPts val="0"/>
              </a:spcAft>
              <a:buClrTx/>
              <a:buSzTx/>
              <a:buFontTx/>
              <a:buNone/>
            </a:pPr>
            <a:r>
              <a:t>Place imagery here</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idx="23"/>
          </p:nvPr>
        </p:nvSpPr>
        <p:spPr>
          <a:xfrm>
            <a:off x="15617825" y="6046418"/>
            <a:ext cx="5708650" cy="2476500"/>
          </a:xfrm>
        </p:spPr>
        <p:txBody>
          <a:bodyPr/>
          <a:lstStyle>
            <a:lvl1pPr>
              <a:lnSpc>
                <a:spcPct val="110000"/>
              </a:lnSpc>
              <a:spcBef>
                <a:spcPts val="0"/>
              </a:spcBef>
              <a:buNone/>
              <a:defRPr sz="2800">
                <a:solidFill>
                  <a:schemeClr val="tx1"/>
                </a:solidFill>
              </a:defRPr>
            </a:lvl1pPr>
            <a:lvl2pPr marL="256032" indent="-256032">
              <a:lnSpc>
                <a:spcPct val="110000"/>
              </a:lnSpc>
              <a:spcBef>
                <a:spcPts val="0"/>
              </a:spcBef>
              <a:buNone/>
              <a:defRPr sz="2800">
                <a:solidFill>
                  <a:schemeClr val="tx1"/>
                </a:solidFill>
              </a:defRPr>
            </a:lvl2pPr>
            <a:lvl3pPr marL="512064" indent="-256032">
              <a:lnSpc>
                <a:spcPct val="110000"/>
              </a:lnSpc>
              <a:spcBef>
                <a:spcPts val="0"/>
              </a:spcBef>
              <a:buNone/>
              <a:defRPr sz="2800">
                <a:solidFill>
                  <a:schemeClr val="tx1"/>
                </a:solidFill>
              </a:defRPr>
            </a:lvl3pPr>
            <a:lvl4pPr marL="768096" indent="-256032">
              <a:lnSpc>
                <a:spcPct val="110000"/>
              </a:lnSpc>
              <a:spcBef>
                <a:spcPts val="0"/>
              </a:spcBef>
              <a:buNone/>
              <a:defRPr sz="2800">
                <a:solidFill>
                  <a:schemeClr val="tx1"/>
                </a:solidFill>
              </a:defRPr>
            </a:lvl4pPr>
            <a:lvl5pPr>
              <a:lnSpc>
                <a:spcPct val="110000"/>
              </a:lnSpc>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21" name="Picture Placeholder 7">
            <a:extLst>
              <a:ext uri="{FF2B5EF4-FFF2-40B4-BE49-F238E27FC236}">
                <a16:creationId xmlns:a16="http://schemas.microsoft.com/office/drawing/2014/main" id="{2E690121-61A1-708E-E5B8-5B65A668E628}"/>
              </a:ext>
            </a:extLst>
          </p:cNvPr>
          <p:cNvSpPr>
            <a:spLocks noGrp="1"/>
          </p:cNvSpPr>
          <p:nvPr>
            <p:ph type="pic" idx="24" hasCustomPrompt="1"/>
          </p:nvPr>
        </p:nvSpPr>
        <p:spPr>
          <a:xfrm>
            <a:off x="12757150" y="9525000"/>
            <a:ext cx="2473325" cy="2476500"/>
          </a:xfrm>
          <a:prstGeom prst="rect">
            <a:avLst/>
          </a:prstGeom>
          <a:solidFill>
            <a:srgbClr val="E0E0E0"/>
          </a:solidFill>
        </p:spPr>
        <p:txBody>
          <a:bodyPr anchor="ctr"/>
          <a:lstStyle>
            <a:lvl1pPr marL="0" marR="0" indent="0" algn="ctr" defTabSz="2438400">
              <a:lnSpc>
                <a:spcPct val="110000"/>
              </a:lnSpc>
              <a:spcBef>
                <a:spcPts val="0"/>
              </a:spcBef>
              <a:spcAft>
                <a:spcPts val="0"/>
              </a:spcAft>
              <a:buClrTx/>
              <a:buSzTx/>
              <a:buFontTx/>
              <a:buNone/>
              <a:defRPr>
                <a:solidFill>
                  <a:schemeClr val="tx1"/>
                </a:solidFill>
              </a:defRPr>
            </a:lvl1pPr>
          </a:lstStyle>
          <a:p>
            <a:pPr marL="0" marR="0" lvl="0" indent="0" algn="ctr" defTabSz="2438400">
              <a:lnSpc>
                <a:spcPct val="110000"/>
              </a:lnSpc>
              <a:spcBef>
                <a:spcPts val="0"/>
              </a:spcBef>
              <a:spcAft>
                <a:spcPts val="0"/>
              </a:spcAft>
              <a:buClrTx/>
              <a:buSzTx/>
              <a:buFontTx/>
              <a:buNone/>
            </a:pPr>
            <a:r>
              <a:t>Place imagery here</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idx="25"/>
          </p:nvPr>
        </p:nvSpPr>
        <p:spPr>
          <a:xfrm>
            <a:off x="15617825" y="9450019"/>
            <a:ext cx="5708650" cy="2476500"/>
          </a:xfrm>
        </p:spPr>
        <p:txBody>
          <a:bodyPr/>
          <a:lstStyle>
            <a:lvl1pPr>
              <a:lnSpc>
                <a:spcPct val="110000"/>
              </a:lnSpc>
              <a:spcBef>
                <a:spcPts val="0"/>
              </a:spcBef>
              <a:buNone/>
              <a:defRPr sz="2800">
                <a:solidFill>
                  <a:schemeClr val="tx1"/>
                </a:solidFill>
              </a:defRPr>
            </a:lvl1pPr>
            <a:lvl2pPr marL="256032" indent="-256032">
              <a:lnSpc>
                <a:spcPct val="110000"/>
              </a:lnSpc>
              <a:spcBef>
                <a:spcPts val="0"/>
              </a:spcBef>
              <a:buNone/>
              <a:defRPr sz="2800">
                <a:solidFill>
                  <a:schemeClr val="tx1"/>
                </a:solidFill>
              </a:defRPr>
            </a:lvl2pPr>
            <a:lvl3pPr marL="512064" indent="-256032">
              <a:lnSpc>
                <a:spcPct val="110000"/>
              </a:lnSpc>
              <a:spcBef>
                <a:spcPts val="0"/>
              </a:spcBef>
              <a:buNone/>
              <a:defRPr sz="2800">
                <a:solidFill>
                  <a:schemeClr val="tx1"/>
                </a:solidFill>
              </a:defRPr>
            </a:lvl3pPr>
            <a:lvl4pPr marL="768096" indent="-256032">
              <a:lnSpc>
                <a:spcPct val="110000"/>
              </a:lnSpc>
              <a:spcBef>
                <a:spcPts val="0"/>
              </a:spcBef>
              <a:buNone/>
              <a:defRPr sz="2800">
                <a:solidFill>
                  <a:schemeClr val="tx1"/>
                </a:solidFill>
              </a:defRPr>
            </a:lvl4pPr>
            <a:lvl5pPr>
              <a:lnSpc>
                <a:spcPct val="110000"/>
              </a:lnSpc>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23" name="Picture Placeholder 7">
            <a:extLst>
              <a:ext uri="{FF2B5EF4-FFF2-40B4-BE49-F238E27FC236}">
                <a16:creationId xmlns:a16="http://schemas.microsoft.com/office/drawing/2014/main" id="{F94AC7E0-2DC4-5DEB-8E1E-2F27996F98E6}"/>
              </a:ext>
            </a:extLst>
          </p:cNvPr>
          <p:cNvSpPr>
            <a:spLocks noGrp="1"/>
          </p:cNvSpPr>
          <p:nvPr>
            <p:ph type="pic" idx="26" hasCustomPrompt="1"/>
          </p:nvPr>
        </p:nvSpPr>
        <p:spPr>
          <a:xfrm>
            <a:off x="12757150" y="2667000"/>
            <a:ext cx="2473325" cy="2476500"/>
          </a:xfrm>
          <a:prstGeom prst="rect">
            <a:avLst/>
          </a:prstGeom>
          <a:solidFill>
            <a:srgbClr val="E0E0E0"/>
          </a:solidFill>
        </p:spPr>
        <p:txBody>
          <a:bodyPr anchor="ctr"/>
          <a:lstStyle>
            <a:lvl1pPr marL="0" marR="0" indent="0" algn="ctr" defTabSz="2438400">
              <a:lnSpc>
                <a:spcPct val="110000"/>
              </a:lnSpc>
              <a:spcBef>
                <a:spcPts val="0"/>
              </a:spcBef>
              <a:spcAft>
                <a:spcPts val="0"/>
              </a:spcAft>
              <a:buClrTx/>
              <a:buSzTx/>
              <a:buFontTx/>
              <a:buNone/>
              <a:defRPr>
                <a:solidFill>
                  <a:schemeClr val="tx1"/>
                </a:solidFill>
              </a:defRPr>
            </a:lvl1pPr>
          </a:lstStyle>
          <a:p>
            <a:pPr marL="0" marR="0" lvl="0" indent="0" algn="ctr" defTabSz="2438400">
              <a:lnSpc>
                <a:spcPct val="110000"/>
              </a:lnSpc>
              <a:spcBef>
                <a:spcPts val="0"/>
              </a:spcBef>
              <a:spcAft>
                <a:spcPts val="0"/>
              </a:spcAft>
              <a:buClrTx/>
              <a:buSzTx/>
              <a:buFontTx/>
              <a:buNone/>
            </a:pPr>
            <a:r>
              <a:t>Place imagery here</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idx="27"/>
          </p:nvPr>
        </p:nvSpPr>
        <p:spPr>
          <a:xfrm>
            <a:off x="15617825" y="2592018"/>
            <a:ext cx="5708650" cy="2476500"/>
          </a:xfrm>
        </p:spPr>
        <p:txBody>
          <a:bodyPr/>
          <a:lstStyle>
            <a:lvl1pPr>
              <a:lnSpc>
                <a:spcPct val="110000"/>
              </a:lnSpc>
              <a:spcBef>
                <a:spcPts val="0"/>
              </a:spcBef>
              <a:buNone/>
              <a:defRPr sz="2800">
                <a:solidFill>
                  <a:schemeClr val="tx1"/>
                </a:solidFill>
              </a:defRPr>
            </a:lvl1pPr>
            <a:lvl2pPr marL="256032" indent="-256032">
              <a:lnSpc>
                <a:spcPct val="110000"/>
              </a:lnSpc>
              <a:spcBef>
                <a:spcPts val="0"/>
              </a:spcBef>
              <a:buNone/>
              <a:defRPr sz="2800">
                <a:solidFill>
                  <a:schemeClr val="tx1"/>
                </a:solidFill>
              </a:defRPr>
            </a:lvl2pPr>
            <a:lvl3pPr marL="512064" indent="-256032">
              <a:lnSpc>
                <a:spcPct val="110000"/>
              </a:lnSpc>
              <a:spcBef>
                <a:spcPts val="0"/>
              </a:spcBef>
              <a:buNone/>
              <a:defRPr sz="2800">
                <a:solidFill>
                  <a:schemeClr val="tx1"/>
                </a:solidFill>
              </a:defRPr>
            </a:lvl3pPr>
            <a:lvl4pPr marL="768096" indent="-256032">
              <a:lnSpc>
                <a:spcPct val="110000"/>
              </a:lnSpc>
              <a:spcBef>
                <a:spcPts val="0"/>
              </a:spcBef>
              <a:buNone/>
              <a:defRPr sz="2800">
                <a:solidFill>
                  <a:schemeClr val="tx1"/>
                </a:solidFill>
              </a:defRPr>
            </a:lvl4pPr>
            <a:lvl5pPr>
              <a:lnSpc>
                <a:spcPct val="110000"/>
              </a:lnSpc>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5" name="Rectangle 4">
            <a:extLst>
              <a:ext uri="{FF2B5EF4-FFF2-40B4-BE49-F238E27FC236}">
                <a16:creationId xmlns:a16="http://schemas.microsoft.com/office/drawing/2014/main" id="{93B633A2-1129-FEEC-1CC5-42A3991F4E2B}"/>
              </a:ext>
            </a:extLst>
          </p:cNvPr>
          <p:cNvSpPr>
            <a:spLocks noGrp="1"/>
          </p:cNvSpPr>
          <p:nvPr/>
        </p:nvSpPr>
        <p:spPr>
          <a:xfrm>
            <a:off x="0" y="13075920"/>
            <a:ext cx="24387175" cy="640080"/>
          </a:xfrm>
          <a:prstGeom prst="rect">
            <a:avLst/>
          </a:prstGeom>
          <a:solidFill>
            <a:srgbClr val="F4F4F4"/>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6" name="Footer Placeholder 3">
            <a:extLst>
              <a:ext uri="{FF2B5EF4-FFF2-40B4-BE49-F238E27FC236}">
                <a16:creationId xmlns:a16="http://schemas.microsoft.com/office/drawing/2014/main" id="{72A61C6A-F757-0534-4132-4C5C7AA4D8CA}"/>
              </a:ext>
            </a:extLst>
          </p:cNvPr>
          <p:cNvSpPr>
            <a:spLocks noGrp="1"/>
          </p:cNvSpPr>
          <p:nvPr>
            <p:ph type="ftr" idx="28"/>
          </p:nvPr>
        </p:nvSpPr>
        <p:spPr>
          <a:xfrm>
            <a:off x="568324" y="13272850"/>
            <a:ext cx="4956176" cy="246221"/>
          </a:xfrm>
        </p:spPr>
        <p:txBody>
          <a:bodyPr/>
          <a:lstStyle>
            <a:lvl1pPr>
              <a:buNone/>
              <a:defRPr>
                <a:solidFill>
                  <a:schemeClr val="tx1"/>
                </a:solidFill>
              </a:defRPr>
            </a:lvl1pPr>
          </a:lstStyle>
          <a:p>
            <a:r>
              <a:t>IBM TechXchange | © 2026 IBM Corporation</a:t>
            </a:r>
          </a:p>
        </p:txBody>
      </p:sp>
      <p:sp>
        <p:nvSpPr>
          <p:cNvPr id="7" name="Slide Number Placeholder 4">
            <a:extLst>
              <a:ext uri="{FF2B5EF4-FFF2-40B4-BE49-F238E27FC236}">
                <a16:creationId xmlns:a16="http://schemas.microsoft.com/office/drawing/2014/main" id="{0A2DB1A0-EE36-645E-619B-647D8DAF4E6F}"/>
              </a:ext>
            </a:extLst>
          </p:cNvPr>
          <p:cNvSpPr>
            <a:spLocks noGrp="1"/>
          </p:cNvSpPr>
          <p:nvPr>
            <p:ph type="sldNum" idx="29"/>
          </p:nvPr>
        </p:nvSpPr>
        <p:spPr>
          <a:xfrm>
            <a:off x="23541592" y="13272850"/>
            <a:ext cx="270908" cy="246221"/>
          </a:xfrm>
        </p:spPr>
        <p:txBody>
          <a:bodyPr/>
          <a:lstStyle>
            <a:lvl1pPr>
              <a:buNone/>
              <a:defRPr>
                <a:solidFill>
                  <a:schemeClr val="tx1"/>
                </a:solidFill>
              </a:defRPr>
            </a:lvl1pPr>
          </a:lstStyle>
          <a:p>
            <a:fld id="{86CB4B4D-7CA3-9044-876B-883B54F8677D}" type="slidenum">
              <a:t>‹#›</a:t>
            </a:fld>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1_End slide 1">
    <p:bg>
      <p:bgPr>
        <a:solidFill>
          <a:schemeClr val="tx1"/>
        </a:solidFill>
        <a:effectLst/>
      </p:bgPr>
    </p:bg>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3777D056-418A-AF4E-AAAD-29642B57C019}"/>
              </a:ext>
            </a:extLst>
          </p:cNvPr>
          <p:cNvSpPr>
            <a:spLocks noGrp="1"/>
          </p:cNvSpPr>
          <p:nvPr/>
        </p:nvSpPr>
        <p:spPr>
          <a:xfrm>
            <a:off x="0" y="0"/>
            <a:ext cx="24387175" cy="13716000"/>
          </a:xfrm>
          <a:prstGeom prst="rect">
            <a:avLst/>
          </a:prstGeom>
          <a:solidFill>
            <a:schemeClr val="tx1"/>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chemeClr val="bg1"/>
              </a:solidFill>
              <a:latin typeface="+mn-lt"/>
              <a:ea typeface="+mn-lt"/>
              <a:cs typeface="+mn-lt"/>
            </a:endParaRPr>
          </a:p>
        </p:txBody>
      </p:sp>
      <p:sp>
        <p:nvSpPr>
          <p:cNvPr id="7" name="Freeform 6">
            <a:extLst>
              <a:ext uri="{FF2B5EF4-FFF2-40B4-BE49-F238E27FC236}">
                <a16:creationId xmlns:a16="http://schemas.microsoft.com/office/drawing/2014/main" id="{9F8BC23E-B518-8F4D-8A7F-4B60CAE932DC}"/>
              </a:ext>
            </a:extLst>
          </p:cNvPr>
          <p:cNvSpPr>
            <a:spLocks noGrp="1"/>
          </p:cNvSpPr>
          <p:nvPr/>
        </p:nvSpPr>
        <p:spPr>
          <a:xfrm>
            <a:off x="10456632" y="6168981"/>
            <a:ext cx="3473910" cy="1378158"/>
          </a:xfrm>
          <a:custGeom>
            <a:avLst/>
            <a:gdLst>
              <a:gd name="connsiteX0" fmla="*/ 301951 w 1552574"/>
              <a:gd name="connsiteY0" fmla="*/ 576838 h 615933"/>
              <a:gd name="connsiteX1" fmla="*/ 301951 w 1552574"/>
              <a:gd name="connsiteY1" fmla="*/ 616045 h 615933"/>
              <a:gd name="connsiteX2" fmla="*/ 62 w 1552574"/>
              <a:gd name="connsiteY2" fmla="*/ 616045 h 615933"/>
              <a:gd name="connsiteX3" fmla="*/ 62 w 1552574"/>
              <a:gd name="connsiteY3" fmla="*/ 576838 h 615933"/>
              <a:gd name="connsiteX4" fmla="*/ 301951 w 1552574"/>
              <a:gd name="connsiteY4" fmla="*/ 576838 h 615933"/>
              <a:gd name="connsiteX5" fmla="*/ 769292 w 1552574"/>
              <a:gd name="connsiteY5" fmla="*/ 576838 h 615933"/>
              <a:gd name="connsiteX6" fmla="*/ 662650 w 1552574"/>
              <a:gd name="connsiteY6" fmla="*/ 616045 h 615933"/>
              <a:gd name="connsiteX7" fmla="*/ 662650 w 1552574"/>
              <a:gd name="connsiteY7" fmla="*/ 616045 h 615933"/>
              <a:gd name="connsiteX8" fmla="*/ 345078 w 1552574"/>
              <a:gd name="connsiteY8" fmla="*/ 616045 h 615933"/>
              <a:gd name="connsiteX9" fmla="*/ 345078 w 1552574"/>
              <a:gd name="connsiteY9" fmla="*/ 576838 h 615933"/>
              <a:gd name="connsiteX10" fmla="*/ 1078239 w 1552574"/>
              <a:gd name="connsiteY10" fmla="*/ 576446 h 615933"/>
              <a:gd name="connsiteX11" fmla="*/ 1078239 w 1552574"/>
              <a:gd name="connsiteY11" fmla="*/ 615653 h 615933"/>
              <a:gd name="connsiteX12" fmla="*/ 862603 w 1552574"/>
              <a:gd name="connsiteY12" fmla="*/ 615653 h 615933"/>
              <a:gd name="connsiteX13" fmla="*/ 862603 w 1552574"/>
              <a:gd name="connsiteY13" fmla="*/ 576446 h 615933"/>
              <a:gd name="connsiteX14" fmla="*/ 1078239 w 1552574"/>
              <a:gd name="connsiteY14" fmla="*/ 576446 h 615933"/>
              <a:gd name="connsiteX15" fmla="*/ 1552637 w 1552574"/>
              <a:gd name="connsiteY15" fmla="*/ 576446 h 615933"/>
              <a:gd name="connsiteX16" fmla="*/ 1552637 w 1552574"/>
              <a:gd name="connsiteY16" fmla="*/ 615653 h 615933"/>
              <a:gd name="connsiteX17" fmla="*/ 1337001 w 1552574"/>
              <a:gd name="connsiteY17" fmla="*/ 615653 h 615933"/>
              <a:gd name="connsiteX18" fmla="*/ 1337001 w 1552574"/>
              <a:gd name="connsiteY18" fmla="*/ 576446 h 615933"/>
              <a:gd name="connsiteX19" fmla="*/ 1552637 w 1552574"/>
              <a:gd name="connsiteY19" fmla="*/ 576446 h 615933"/>
              <a:gd name="connsiteX20" fmla="*/ 1221342 w 1552574"/>
              <a:gd name="connsiteY20" fmla="*/ 576446 h 615933"/>
              <a:gd name="connsiteX21" fmla="*/ 1207620 w 1552574"/>
              <a:gd name="connsiteY21" fmla="*/ 615261 h 615933"/>
              <a:gd name="connsiteX22" fmla="*/ 1193898 w 1552574"/>
              <a:gd name="connsiteY22" fmla="*/ 576446 h 615933"/>
              <a:gd name="connsiteX23" fmla="*/ 1221342 w 1552574"/>
              <a:gd name="connsiteY23" fmla="*/ 576446 h 615933"/>
              <a:gd name="connsiteX24" fmla="*/ 821829 w 1552574"/>
              <a:gd name="connsiteY24" fmla="*/ 494505 h 615933"/>
              <a:gd name="connsiteX25" fmla="*/ 805362 w 1552574"/>
              <a:gd name="connsiteY25" fmla="*/ 533711 h 615933"/>
              <a:gd name="connsiteX26" fmla="*/ 805362 w 1552574"/>
              <a:gd name="connsiteY26" fmla="*/ 533711 h 615933"/>
              <a:gd name="connsiteX27" fmla="*/ 345078 w 1552574"/>
              <a:gd name="connsiteY27" fmla="*/ 533711 h 615933"/>
              <a:gd name="connsiteX28" fmla="*/ 345078 w 1552574"/>
              <a:gd name="connsiteY28" fmla="*/ 494505 h 615933"/>
              <a:gd name="connsiteX29" fmla="*/ 301951 w 1552574"/>
              <a:gd name="connsiteY29" fmla="*/ 494505 h 615933"/>
              <a:gd name="connsiteX30" fmla="*/ 301951 w 1552574"/>
              <a:gd name="connsiteY30" fmla="*/ 533711 h 615933"/>
              <a:gd name="connsiteX31" fmla="*/ 62 w 1552574"/>
              <a:gd name="connsiteY31" fmla="*/ 533711 h 615933"/>
              <a:gd name="connsiteX32" fmla="*/ 62 w 1552574"/>
              <a:gd name="connsiteY32" fmla="*/ 494505 h 615933"/>
              <a:gd name="connsiteX33" fmla="*/ 301951 w 1552574"/>
              <a:gd name="connsiteY33" fmla="*/ 494505 h 615933"/>
              <a:gd name="connsiteX34" fmla="*/ 1078239 w 1552574"/>
              <a:gd name="connsiteY34" fmla="*/ 494113 h 615933"/>
              <a:gd name="connsiteX35" fmla="*/ 1078239 w 1552574"/>
              <a:gd name="connsiteY35" fmla="*/ 533319 h 615933"/>
              <a:gd name="connsiteX36" fmla="*/ 862603 w 1552574"/>
              <a:gd name="connsiteY36" fmla="*/ 533319 h 615933"/>
              <a:gd name="connsiteX37" fmla="*/ 862603 w 1552574"/>
              <a:gd name="connsiteY37" fmla="*/ 494113 h 615933"/>
              <a:gd name="connsiteX38" fmla="*/ 1078239 w 1552574"/>
              <a:gd name="connsiteY38" fmla="*/ 494113 h 615933"/>
              <a:gd name="connsiteX39" fmla="*/ 1552637 w 1552574"/>
              <a:gd name="connsiteY39" fmla="*/ 494113 h 615933"/>
              <a:gd name="connsiteX40" fmla="*/ 1552637 w 1552574"/>
              <a:gd name="connsiteY40" fmla="*/ 533319 h 615933"/>
              <a:gd name="connsiteX41" fmla="*/ 1337001 w 1552574"/>
              <a:gd name="connsiteY41" fmla="*/ 533319 h 615933"/>
              <a:gd name="connsiteX42" fmla="*/ 1337001 w 1552574"/>
              <a:gd name="connsiteY42" fmla="*/ 494113 h 615933"/>
              <a:gd name="connsiteX43" fmla="*/ 1552637 w 1552574"/>
              <a:gd name="connsiteY43" fmla="*/ 494113 h 615933"/>
              <a:gd name="connsiteX44" fmla="*/ 1250355 w 1552574"/>
              <a:gd name="connsiteY44" fmla="*/ 494113 h 615933"/>
              <a:gd name="connsiteX45" fmla="*/ 1236633 w 1552574"/>
              <a:gd name="connsiteY45" fmla="*/ 533319 h 615933"/>
              <a:gd name="connsiteX46" fmla="*/ 1178607 w 1552574"/>
              <a:gd name="connsiteY46" fmla="*/ 533319 h 615933"/>
              <a:gd name="connsiteX47" fmla="*/ 1164885 w 1552574"/>
              <a:gd name="connsiteY47" fmla="*/ 494113 h 615933"/>
              <a:gd name="connsiteX48" fmla="*/ 1250355 w 1552574"/>
              <a:gd name="connsiteY48" fmla="*/ 494113 h 615933"/>
              <a:gd name="connsiteX49" fmla="*/ 215697 w 1552574"/>
              <a:gd name="connsiteY49" fmla="*/ 412171 h 615933"/>
              <a:gd name="connsiteX50" fmla="*/ 215697 w 1552574"/>
              <a:gd name="connsiteY50" fmla="*/ 451378 h 615933"/>
              <a:gd name="connsiteX51" fmla="*/ 86316 w 1552574"/>
              <a:gd name="connsiteY51" fmla="*/ 451378 h 615933"/>
              <a:gd name="connsiteX52" fmla="*/ 86316 w 1552574"/>
              <a:gd name="connsiteY52" fmla="*/ 412171 h 615933"/>
              <a:gd name="connsiteX53" fmla="*/ 215697 w 1552574"/>
              <a:gd name="connsiteY53" fmla="*/ 412171 h 615933"/>
              <a:gd name="connsiteX54" fmla="*/ 560714 w 1552574"/>
              <a:gd name="connsiteY54" fmla="*/ 412171 h 615933"/>
              <a:gd name="connsiteX55" fmla="*/ 560714 w 1552574"/>
              <a:gd name="connsiteY55" fmla="*/ 451378 h 615933"/>
              <a:gd name="connsiteX56" fmla="*/ 431332 w 1552574"/>
              <a:gd name="connsiteY56" fmla="*/ 451378 h 615933"/>
              <a:gd name="connsiteX57" fmla="*/ 431332 w 1552574"/>
              <a:gd name="connsiteY57" fmla="*/ 412171 h 615933"/>
              <a:gd name="connsiteX58" fmla="*/ 560714 w 1552574"/>
              <a:gd name="connsiteY58" fmla="*/ 412171 h 615933"/>
              <a:gd name="connsiteX59" fmla="*/ 822613 w 1552574"/>
              <a:gd name="connsiteY59" fmla="*/ 412171 h 615933"/>
              <a:gd name="connsiteX60" fmla="*/ 827317 w 1552574"/>
              <a:gd name="connsiteY60" fmla="*/ 451378 h 615933"/>
              <a:gd name="connsiteX61" fmla="*/ 827317 w 1552574"/>
              <a:gd name="connsiteY61" fmla="*/ 451378 h 615933"/>
              <a:gd name="connsiteX62" fmla="*/ 690095 w 1552574"/>
              <a:gd name="connsiteY62" fmla="*/ 451378 h 615933"/>
              <a:gd name="connsiteX63" fmla="*/ 690095 w 1552574"/>
              <a:gd name="connsiteY63" fmla="*/ 412171 h 615933"/>
              <a:gd name="connsiteX64" fmla="*/ 1078239 w 1552574"/>
              <a:gd name="connsiteY64" fmla="*/ 411779 h 615933"/>
              <a:gd name="connsiteX65" fmla="*/ 1078239 w 1552574"/>
              <a:gd name="connsiteY65" fmla="*/ 450986 h 615933"/>
              <a:gd name="connsiteX66" fmla="*/ 948857 w 1552574"/>
              <a:gd name="connsiteY66" fmla="*/ 450986 h 615933"/>
              <a:gd name="connsiteX67" fmla="*/ 948857 w 1552574"/>
              <a:gd name="connsiteY67" fmla="*/ 411779 h 615933"/>
              <a:gd name="connsiteX68" fmla="*/ 1078239 w 1552574"/>
              <a:gd name="connsiteY68" fmla="*/ 411779 h 615933"/>
              <a:gd name="connsiteX69" fmla="*/ 1466382 w 1552574"/>
              <a:gd name="connsiteY69" fmla="*/ 411779 h 615933"/>
              <a:gd name="connsiteX70" fmla="*/ 1466382 w 1552574"/>
              <a:gd name="connsiteY70" fmla="*/ 450986 h 615933"/>
              <a:gd name="connsiteX71" fmla="*/ 1337001 w 1552574"/>
              <a:gd name="connsiteY71" fmla="*/ 450986 h 615933"/>
              <a:gd name="connsiteX72" fmla="*/ 1337001 w 1552574"/>
              <a:gd name="connsiteY72" fmla="*/ 411779 h 615933"/>
              <a:gd name="connsiteX73" fmla="*/ 1466382 w 1552574"/>
              <a:gd name="connsiteY73" fmla="*/ 411779 h 615933"/>
              <a:gd name="connsiteX74" fmla="*/ 1279368 w 1552574"/>
              <a:gd name="connsiteY74" fmla="*/ 411779 h 615933"/>
              <a:gd name="connsiteX75" fmla="*/ 1265645 w 1552574"/>
              <a:gd name="connsiteY75" fmla="*/ 450986 h 615933"/>
              <a:gd name="connsiteX76" fmla="*/ 1149594 w 1552574"/>
              <a:gd name="connsiteY76" fmla="*/ 450986 h 615933"/>
              <a:gd name="connsiteX77" fmla="*/ 1135872 w 1552574"/>
              <a:gd name="connsiteY77" fmla="*/ 411779 h 615933"/>
              <a:gd name="connsiteX78" fmla="*/ 1279368 w 1552574"/>
              <a:gd name="connsiteY78" fmla="*/ 411779 h 615933"/>
              <a:gd name="connsiteX79" fmla="*/ 215697 w 1552574"/>
              <a:gd name="connsiteY79" fmla="*/ 329838 h 615933"/>
              <a:gd name="connsiteX80" fmla="*/ 215697 w 1552574"/>
              <a:gd name="connsiteY80" fmla="*/ 369044 h 615933"/>
              <a:gd name="connsiteX81" fmla="*/ 86316 w 1552574"/>
              <a:gd name="connsiteY81" fmla="*/ 369044 h 615933"/>
              <a:gd name="connsiteX82" fmla="*/ 86316 w 1552574"/>
              <a:gd name="connsiteY82" fmla="*/ 329838 h 615933"/>
              <a:gd name="connsiteX83" fmla="*/ 215697 w 1552574"/>
              <a:gd name="connsiteY83" fmla="*/ 329838 h 615933"/>
              <a:gd name="connsiteX84" fmla="*/ 773605 w 1552574"/>
              <a:gd name="connsiteY84" fmla="*/ 329838 h 615933"/>
              <a:gd name="connsiteX85" fmla="*/ 805362 w 1552574"/>
              <a:gd name="connsiteY85" fmla="*/ 369044 h 615933"/>
              <a:gd name="connsiteX86" fmla="*/ 805362 w 1552574"/>
              <a:gd name="connsiteY86" fmla="*/ 369044 h 615933"/>
              <a:gd name="connsiteX87" fmla="*/ 431332 w 1552574"/>
              <a:gd name="connsiteY87" fmla="*/ 369044 h 615933"/>
              <a:gd name="connsiteX88" fmla="*/ 431332 w 1552574"/>
              <a:gd name="connsiteY88" fmla="*/ 329838 h 615933"/>
              <a:gd name="connsiteX89" fmla="*/ 1078239 w 1552574"/>
              <a:gd name="connsiteY89" fmla="*/ 329446 h 615933"/>
              <a:gd name="connsiteX90" fmla="*/ 1078239 w 1552574"/>
              <a:gd name="connsiteY90" fmla="*/ 368652 h 615933"/>
              <a:gd name="connsiteX91" fmla="*/ 948857 w 1552574"/>
              <a:gd name="connsiteY91" fmla="*/ 368652 h 615933"/>
              <a:gd name="connsiteX92" fmla="*/ 948857 w 1552574"/>
              <a:gd name="connsiteY92" fmla="*/ 329446 h 615933"/>
              <a:gd name="connsiteX93" fmla="*/ 1078239 w 1552574"/>
              <a:gd name="connsiteY93" fmla="*/ 329446 h 615933"/>
              <a:gd name="connsiteX94" fmla="*/ 1466382 w 1552574"/>
              <a:gd name="connsiteY94" fmla="*/ 329446 h 615933"/>
              <a:gd name="connsiteX95" fmla="*/ 1466382 w 1552574"/>
              <a:gd name="connsiteY95" fmla="*/ 368652 h 615933"/>
              <a:gd name="connsiteX96" fmla="*/ 1337001 w 1552574"/>
              <a:gd name="connsiteY96" fmla="*/ 368652 h 615933"/>
              <a:gd name="connsiteX97" fmla="*/ 1337001 w 1552574"/>
              <a:gd name="connsiteY97" fmla="*/ 329446 h 615933"/>
              <a:gd name="connsiteX98" fmla="*/ 1466382 w 1552574"/>
              <a:gd name="connsiteY98" fmla="*/ 329446 h 615933"/>
              <a:gd name="connsiteX99" fmla="*/ 1308773 w 1552574"/>
              <a:gd name="connsiteY99" fmla="*/ 329446 h 615933"/>
              <a:gd name="connsiteX100" fmla="*/ 1294658 w 1552574"/>
              <a:gd name="connsiteY100" fmla="*/ 368652 h 615933"/>
              <a:gd name="connsiteX101" fmla="*/ 1120582 w 1552574"/>
              <a:gd name="connsiteY101" fmla="*/ 368652 h 615933"/>
              <a:gd name="connsiteX102" fmla="*/ 1106467 w 1552574"/>
              <a:gd name="connsiteY102" fmla="*/ 329446 h 615933"/>
              <a:gd name="connsiteX103" fmla="*/ 1308773 w 1552574"/>
              <a:gd name="connsiteY103" fmla="*/ 329446 h 615933"/>
              <a:gd name="connsiteX104" fmla="*/ 215697 w 1552574"/>
              <a:gd name="connsiteY104" fmla="*/ 247504 h 615933"/>
              <a:gd name="connsiteX105" fmla="*/ 215697 w 1552574"/>
              <a:gd name="connsiteY105" fmla="*/ 286711 h 615933"/>
              <a:gd name="connsiteX106" fmla="*/ 86316 w 1552574"/>
              <a:gd name="connsiteY106" fmla="*/ 286711 h 615933"/>
              <a:gd name="connsiteX107" fmla="*/ 86316 w 1552574"/>
              <a:gd name="connsiteY107" fmla="*/ 247504 h 615933"/>
              <a:gd name="connsiteX108" fmla="*/ 215697 w 1552574"/>
              <a:gd name="connsiteY108" fmla="*/ 247504 h 615933"/>
              <a:gd name="connsiteX109" fmla="*/ 805362 w 1552574"/>
              <a:gd name="connsiteY109" fmla="*/ 247504 h 615933"/>
              <a:gd name="connsiteX110" fmla="*/ 773605 w 1552574"/>
              <a:gd name="connsiteY110" fmla="*/ 286711 h 615933"/>
              <a:gd name="connsiteX111" fmla="*/ 773605 w 1552574"/>
              <a:gd name="connsiteY111" fmla="*/ 286711 h 615933"/>
              <a:gd name="connsiteX112" fmla="*/ 431332 w 1552574"/>
              <a:gd name="connsiteY112" fmla="*/ 286711 h 615933"/>
              <a:gd name="connsiteX113" fmla="*/ 431332 w 1552574"/>
              <a:gd name="connsiteY113" fmla="*/ 247504 h 615933"/>
              <a:gd name="connsiteX114" fmla="*/ 1466382 w 1552574"/>
              <a:gd name="connsiteY114" fmla="*/ 247112 h 615933"/>
              <a:gd name="connsiteX115" fmla="*/ 1466382 w 1552574"/>
              <a:gd name="connsiteY115" fmla="*/ 286318 h 615933"/>
              <a:gd name="connsiteX116" fmla="*/ 1337001 w 1552574"/>
              <a:gd name="connsiteY116" fmla="*/ 286318 h 615933"/>
              <a:gd name="connsiteX117" fmla="*/ 1337001 w 1552574"/>
              <a:gd name="connsiteY117" fmla="*/ 249072 h 615933"/>
              <a:gd name="connsiteX118" fmla="*/ 1323671 w 1552574"/>
              <a:gd name="connsiteY118" fmla="*/ 286318 h 615933"/>
              <a:gd name="connsiteX119" fmla="*/ 1210364 w 1552574"/>
              <a:gd name="connsiteY119" fmla="*/ 286318 h 615933"/>
              <a:gd name="connsiteX120" fmla="*/ 1223695 w 1552574"/>
              <a:gd name="connsiteY120" fmla="*/ 247112 h 615933"/>
              <a:gd name="connsiteX121" fmla="*/ 1466382 w 1552574"/>
              <a:gd name="connsiteY121" fmla="*/ 247112 h 615933"/>
              <a:gd name="connsiteX122" fmla="*/ 1191545 w 1552574"/>
              <a:gd name="connsiteY122" fmla="*/ 247112 h 615933"/>
              <a:gd name="connsiteX123" fmla="*/ 1204875 w 1552574"/>
              <a:gd name="connsiteY123" fmla="*/ 286318 h 615933"/>
              <a:gd name="connsiteX124" fmla="*/ 1091569 w 1552574"/>
              <a:gd name="connsiteY124" fmla="*/ 286318 h 615933"/>
              <a:gd name="connsiteX125" fmla="*/ 1078239 w 1552574"/>
              <a:gd name="connsiteY125" fmla="*/ 249072 h 615933"/>
              <a:gd name="connsiteX126" fmla="*/ 1078239 w 1552574"/>
              <a:gd name="connsiteY126" fmla="*/ 286318 h 615933"/>
              <a:gd name="connsiteX127" fmla="*/ 948857 w 1552574"/>
              <a:gd name="connsiteY127" fmla="*/ 286318 h 615933"/>
              <a:gd name="connsiteX128" fmla="*/ 948857 w 1552574"/>
              <a:gd name="connsiteY128" fmla="*/ 247112 h 615933"/>
              <a:gd name="connsiteX129" fmla="*/ 1191545 w 1552574"/>
              <a:gd name="connsiteY129" fmla="*/ 247112 h 615933"/>
              <a:gd name="connsiteX130" fmla="*/ 215697 w 1552574"/>
              <a:gd name="connsiteY130" fmla="*/ 165171 h 615933"/>
              <a:gd name="connsiteX131" fmla="*/ 215697 w 1552574"/>
              <a:gd name="connsiteY131" fmla="*/ 204377 h 615933"/>
              <a:gd name="connsiteX132" fmla="*/ 86316 w 1552574"/>
              <a:gd name="connsiteY132" fmla="*/ 204377 h 615933"/>
              <a:gd name="connsiteX133" fmla="*/ 86316 w 1552574"/>
              <a:gd name="connsiteY133" fmla="*/ 165171 h 615933"/>
              <a:gd name="connsiteX134" fmla="*/ 215697 w 1552574"/>
              <a:gd name="connsiteY134" fmla="*/ 165171 h 615933"/>
              <a:gd name="connsiteX135" fmla="*/ 560714 w 1552574"/>
              <a:gd name="connsiteY135" fmla="*/ 165171 h 615933"/>
              <a:gd name="connsiteX136" fmla="*/ 560714 w 1552574"/>
              <a:gd name="connsiteY136" fmla="*/ 204377 h 615933"/>
              <a:gd name="connsiteX137" fmla="*/ 431332 w 1552574"/>
              <a:gd name="connsiteY137" fmla="*/ 204377 h 615933"/>
              <a:gd name="connsiteX138" fmla="*/ 431332 w 1552574"/>
              <a:gd name="connsiteY138" fmla="*/ 165171 h 615933"/>
              <a:gd name="connsiteX139" fmla="*/ 560714 w 1552574"/>
              <a:gd name="connsiteY139" fmla="*/ 165171 h 615933"/>
              <a:gd name="connsiteX140" fmla="*/ 827317 w 1552574"/>
              <a:gd name="connsiteY140" fmla="*/ 165171 h 615933"/>
              <a:gd name="connsiteX141" fmla="*/ 822613 w 1552574"/>
              <a:gd name="connsiteY141" fmla="*/ 204377 h 615933"/>
              <a:gd name="connsiteX142" fmla="*/ 822613 w 1552574"/>
              <a:gd name="connsiteY142" fmla="*/ 204377 h 615933"/>
              <a:gd name="connsiteX143" fmla="*/ 690095 w 1552574"/>
              <a:gd name="connsiteY143" fmla="*/ 204377 h 615933"/>
              <a:gd name="connsiteX144" fmla="*/ 690095 w 1552574"/>
              <a:gd name="connsiteY144" fmla="*/ 165171 h 615933"/>
              <a:gd name="connsiteX145" fmla="*/ 1466382 w 1552574"/>
              <a:gd name="connsiteY145" fmla="*/ 164779 h 615933"/>
              <a:gd name="connsiteX146" fmla="*/ 1466382 w 1552574"/>
              <a:gd name="connsiteY146" fmla="*/ 203985 h 615933"/>
              <a:gd name="connsiteX147" fmla="*/ 1238985 w 1552574"/>
              <a:gd name="connsiteY147" fmla="*/ 203985 h 615933"/>
              <a:gd name="connsiteX148" fmla="*/ 1252315 w 1552574"/>
              <a:gd name="connsiteY148" fmla="*/ 164779 h 615933"/>
              <a:gd name="connsiteX149" fmla="*/ 1466382 w 1552574"/>
              <a:gd name="connsiteY149" fmla="*/ 164779 h 615933"/>
              <a:gd name="connsiteX150" fmla="*/ 1162925 w 1552574"/>
              <a:gd name="connsiteY150" fmla="*/ 164779 h 615933"/>
              <a:gd name="connsiteX151" fmla="*/ 1176255 w 1552574"/>
              <a:gd name="connsiteY151" fmla="*/ 203985 h 615933"/>
              <a:gd name="connsiteX152" fmla="*/ 948857 w 1552574"/>
              <a:gd name="connsiteY152" fmla="*/ 203985 h 615933"/>
              <a:gd name="connsiteX153" fmla="*/ 948857 w 1552574"/>
              <a:gd name="connsiteY153" fmla="*/ 164779 h 615933"/>
              <a:gd name="connsiteX154" fmla="*/ 1162925 w 1552574"/>
              <a:gd name="connsiteY154" fmla="*/ 164779 h 615933"/>
              <a:gd name="connsiteX155" fmla="*/ 301951 w 1552574"/>
              <a:gd name="connsiteY155" fmla="*/ 82837 h 615933"/>
              <a:gd name="connsiteX156" fmla="*/ 301951 w 1552574"/>
              <a:gd name="connsiteY156" fmla="*/ 122043 h 615933"/>
              <a:gd name="connsiteX157" fmla="*/ 62 w 1552574"/>
              <a:gd name="connsiteY157" fmla="*/ 122043 h 615933"/>
              <a:gd name="connsiteX158" fmla="*/ 62 w 1552574"/>
              <a:gd name="connsiteY158" fmla="*/ 82837 h 615933"/>
              <a:gd name="connsiteX159" fmla="*/ 301951 w 1552574"/>
              <a:gd name="connsiteY159" fmla="*/ 82837 h 615933"/>
              <a:gd name="connsiteX160" fmla="*/ 804970 w 1552574"/>
              <a:gd name="connsiteY160" fmla="*/ 82837 h 615933"/>
              <a:gd name="connsiteX161" fmla="*/ 821436 w 1552574"/>
              <a:gd name="connsiteY161" fmla="*/ 122043 h 615933"/>
              <a:gd name="connsiteX162" fmla="*/ 821436 w 1552574"/>
              <a:gd name="connsiteY162" fmla="*/ 122043 h 615933"/>
              <a:gd name="connsiteX163" fmla="*/ 345078 w 1552574"/>
              <a:gd name="connsiteY163" fmla="*/ 122043 h 615933"/>
              <a:gd name="connsiteX164" fmla="*/ 345078 w 1552574"/>
              <a:gd name="connsiteY164" fmla="*/ 82837 h 615933"/>
              <a:gd name="connsiteX165" fmla="*/ 1552637 w 1552574"/>
              <a:gd name="connsiteY165" fmla="*/ 82445 h 615933"/>
              <a:gd name="connsiteX166" fmla="*/ 1552637 w 1552574"/>
              <a:gd name="connsiteY166" fmla="*/ 121651 h 615933"/>
              <a:gd name="connsiteX167" fmla="*/ 1267214 w 1552574"/>
              <a:gd name="connsiteY167" fmla="*/ 121651 h 615933"/>
              <a:gd name="connsiteX168" fmla="*/ 1280936 w 1552574"/>
              <a:gd name="connsiteY168" fmla="*/ 82445 h 615933"/>
              <a:gd name="connsiteX169" fmla="*/ 1552637 w 1552574"/>
              <a:gd name="connsiteY169" fmla="*/ 82445 h 615933"/>
              <a:gd name="connsiteX170" fmla="*/ 1134304 w 1552574"/>
              <a:gd name="connsiteY170" fmla="*/ 82445 h 615933"/>
              <a:gd name="connsiteX171" fmla="*/ 1148026 w 1552574"/>
              <a:gd name="connsiteY171" fmla="*/ 121651 h 615933"/>
              <a:gd name="connsiteX172" fmla="*/ 862603 w 1552574"/>
              <a:gd name="connsiteY172" fmla="*/ 121651 h 615933"/>
              <a:gd name="connsiteX173" fmla="*/ 862603 w 1552574"/>
              <a:gd name="connsiteY173" fmla="*/ 82445 h 615933"/>
              <a:gd name="connsiteX174" fmla="*/ 1134304 w 1552574"/>
              <a:gd name="connsiteY174" fmla="*/ 82445 h 615933"/>
              <a:gd name="connsiteX175" fmla="*/ 301951 w 1552574"/>
              <a:gd name="connsiteY175" fmla="*/ 504 h 615933"/>
              <a:gd name="connsiteX176" fmla="*/ 301951 w 1552574"/>
              <a:gd name="connsiteY176" fmla="*/ 39710 h 615933"/>
              <a:gd name="connsiteX177" fmla="*/ 62 w 1552574"/>
              <a:gd name="connsiteY177" fmla="*/ 39710 h 615933"/>
              <a:gd name="connsiteX178" fmla="*/ 62 w 1552574"/>
              <a:gd name="connsiteY178" fmla="*/ 504 h 615933"/>
              <a:gd name="connsiteX179" fmla="*/ 301951 w 1552574"/>
              <a:gd name="connsiteY179" fmla="*/ 504 h 615933"/>
              <a:gd name="connsiteX180" fmla="*/ 662650 w 1552574"/>
              <a:gd name="connsiteY180" fmla="*/ 504 h 615933"/>
              <a:gd name="connsiteX181" fmla="*/ 666856 w 1552574"/>
              <a:gd name="connsiteY181" fmla="*/ 556 h 615933"/>
              <a:gd name="connsiteX182" fmla="*/ 769292 w 1552574"/>
              <a:gd name="connsiteY182" fmla="*/ 39710 h 615933"/>
              <a:gd name="connsiteX183" fmla="*/ 769292 w 1552574"/>
              <a:gd name="connsiteY183" fmla="*/ 39710 h 615933"/>
              <a:gd name="connsiteX184" fmla="*/ 345078 w 1552574"/>
              <a:gd name="connsiteY184" fmla="*/ 39710 h 615933"/>
              <a:gd name="connsiteX185" fmla="*/ 345078 w 1552574"/>
              <a:gd name="connsiteY185" fmla="*/ 504 h 615933"/>
              <a:gd name="connsiteX186" fmla="*/ 662650 w 1552574"/>
              <a:gd name="connsiteY186" fmla="*/ 504 h 615933"/>
              <a:gd name="connsiteX187" fmla="*/ 1552637 w 1552574"/>
              <a:gd name="connsiteY187" fmla="*/ 111 h 615933"/>
              <a:gd name="connsiteX188" fmla="*/ 1552637 w 1552574"/>
              <a:gd name="connsiteY188" fmla="*/ 39318 h 615933"/>
              <a:gd name="connsiteX189" fmla="*/ 1295834 w 1552574"/>
              <a:gd name="connsiteY189" fmla="*/ 39318 h 615933"/>
              <a:gd name="connsiteX190" fmla="*/ 1309557 w 1552574"/>
              <a:gd name="connsiteY190" fmla="*/ 111 h 615933"/>
              <a:gd name="connsiteX191" fmla="*/ 1552637 w 1552574"/>
              <a:gd name="connsiteY191" fmla="*/ 111 h 615933"/>
              <a:gd name="connsiteX192" fmla="*/ 1105683 w 1552574"/>
              <a:gd name="connsiteY192" fmla="*/ 111 h 615933"/>
              <a:gd name="connsiteX193" fmla="*/ 1119405 w 1552574"/>
              <a:gd name="connsiteY193" fmla="*/ 39318 h 615933"/>
              <a:gd name="connsiteX194" fmla="*/ 862603 w 1552574"/>
              <a:gd name="connsiteY194" fmla="*/ 39318 h 615933"/>
              <a:gd name="connsiteX195" fmla="*/ 862603 w 1552574"/>
              <a:gd name="connsiteY195" fmla="*/ 111 h 615933"/>
              <a:gd name="connsiteX196" fmla="*/ 1105683 w 1552574"/>
              <a:gd name="connsiteY196" fmla="*/ 111 h 615933"/>
            </a:gdLst>
            <a:ahLst/>
            <a:cxnLst/>
            <a:rect l="l" t="t" r="r" b="b"/>
            <a:pathLst>
              <a:path w="1552574" h="615933">
                <a:moveTo>
                  <a:pt x="301951" y="576838"/>
                </a:moveTo>
                <a:lnTo>
                  <a:pt x="301951" y="616045"/>
                </a:lnTo>
                <a:lnTo>
                  <a:pt x="62" y="616045"/>
                </a:lnTo>
                <a:lnTo>
                  <a:pt x="62" y="576838"/>
                </a:lnTo>
                <a:lnTo>
                  <a:pt x="301951" y="576838"/>
                </a:lnTo>
                <a:close/>
                <a:moveTo>
                  <a:pt x="769292" y="576838"/>
                </a:moveTo>
                <a:cubicBezTo>
                  <a:pt x="740671" y="601146"/>
                  <a:pt x="703425" y="616045"/>
                  <a:pt x="662650" y="616045"/>
                </a:cubicBezTo>
                <a:lnTo>
                  <a:pt x="662650" y="616045"/>
                </a:lnTo>
                <a:lnTo>
                  <a:pt x="345078" y="616045"/>
                </a:lnTo>
                <a:lnTo>
                  <a:pt x="345078" y="576838"/>
                </a:lnTo>
                <a:close/>
                <a:moveTo>
                  <a:pt x="1078239" y="576446"/>
                </a:moveTo>
                <a:lnTo>
                  <a:pt x="1078239" y="615653"/>
                </a:lnTo>
                <a:lnTo>
                  <a:pt x="862603" y="615653"/>
                </a:lnTo>
                <a:lnTo>
                  <a:pt x="862603" y="576446"/>
                </a:lnTo>
                <a:lnTo>
                  <a:pt x="1078239" y="576446"/>
                </a:lnTo>
                <a:close/>
                <a:moveTo>
                  <a:pt x="1552637" y="576446"/>
                </a:moveTo>
                <a:lnTo>
                  <a:pt x="1552637" y="615653"/>
                </a:lnTo>
                <a:lnTo>
                  <a:pt x="1337001" y="615653"/>
                </a:lnTo>
                <a:lnTo>
                  <a:pt x="1337001" y="576446"/>
                </a:lnTo>
                <a:lnTo>
                  <a:pt x="1552637" y="576446"/>
                </a:lnTo>
                <a:close/>
                <a:moveTo>
                  <a:pt x="1221342" y="576446"/>
                </a:moveTo>
                <a:lnTo>
                  <a:pt x="1207620" y="615261"/>
                </a:lnTo>
                <a:lnTo>
                  <a:pt x="1193898" y="576446"/>
                </a:lnTo>
                <a:lnTo>
                  <a:pt x="1221342" y="576446"/>
                </a:lnTo>
                <a:close/>
                <a:moveTo>
                  <a:pt x="821829" y="494505"/>
                </a:moveTo>
                <a:cubicBezTo>
                  <a:pt x="817908" y="508227"/>
                  <a:pt x="812419" y="521557"/>
                  <a:pt x="805362" y="533711"/>
                </a:cubicBezTo>
                <a:lnTo>
                  <a:pt x="805362" y="533711"/>
                </a:lnTo>
                <a:lnTo>
                  <a:pt x="345078" y="533711"/>
                </a:lnTo>
                <a:lnTo>
                  <a:pt x="345078" y="494505"/>
                </a:lnTo>
                <a:close/>
                <a:moveTo>
                  <a:pt x="301951" y="494505"/>
                </a:moveTo>
                <a:lnTo>
                  <a:pt x="301951" y="533711"/>
                </a:lnTo>
                <a:lnTo>
                  <a:pt x="62" y="533711"/>
                </a:lnTo>
                <a:lnTo>
                  <a:pt x="62" y="494505"/>
                </a:lnTo>
                <a:lnTo>
                  <a:pt x="301951" y="494505"/>
                </a:lnTo>
                <a:close/>
                <a:moveTo>
                  <a:pt x="1078239" y="494113"/>
                </a:moveTo>
                <a:lnTo>
                  <a:pt x="1078239" y="533319"/>
                </a:lnTo>
                <a:lnTo>
                  <a:pt x="862603" y="533319"/>
                </a:lnTo>
                <a:lnTo>
                  <a:pt x="862603" y="494113"/>
                </a:lnTo>
                <a:lnTo>
                  <a:pt x="1078239" y="494113"/>
                </a:lnTo>
                <a:close/>
                <a:moveTo>
                  <a:pt x="1552637" y="494113"/>
                </a:moveTo>
                <a:lnTo>
                  <a:pt x="1552637" y="533319"/>
                </a:lnTo>
                <a:lnTo>
                  <a:pt x="1337001" y="533319"/>
                </a:lnTo>
                <a:lnTo>
                  <a:pt x="1337001" y="494113"/>
                </a:lnTo>
                <a:lnTo>
                  <a:pt x="1552637" y="494113"/>
                </a:lnTo>
                <a:close/>
                <a:moveTo>
                  <a:pt x="1250355" y="494113"/>
                </a:moveTo>
                <a:lnTo>
                  <a:pt x="1236633" y="533319"/>
                </a:lnTo>
                <a:lnTo>
                  <a:pt x="1178607" y="533319"/>
                </a:lnTo>
                <a:lnTo>
                  <a:pt x="1164885" y="494113"/>
                </a:lnTo>
                <a:lnTo>
                  <a:pt x="1250355" y="494113"/>
                </a:lnTo>
                <a:close/>
                <a:moveTo>
                  <a:pt x="215697" y="412171"/>
                </a:moveTo>
                <a:lnTo>
                  <a:pt x="215697" y="451378"/>
                </a:lnTo>
                <a:lnTo>
                  <a:pt x="86316" y="451378"/>
                </a:lnTo>
                <a:lnTo>
                  <a:pt x="86316" y="412171"/>
                </a:lnTo>
                <a:lnTo>
                  <a:pt x="215697" y="412171"/>
                </a:lnTo>
                <a:close/>
                <a:moveTo>
                  <a:pt x="560714" y="412171"/>
                </a:moveTo>
                <a:lnTo>
                  <a:pt x="560714" y="451378"/>
                </a:lnTo>
                <a:lnTo>
                  <a:pt x="431332" y="451378"/>
                </a:lnTo>
                <a:lnTo>
                  <a:pt x="431332" y="412171"/>
                </a:lnTo>
                <a:lnTo>
                  <a:pt x="560714" y="412171"/>
                </a:lnTo>
                <a:close/>
                <a:moveTo>
                  <a:pt x="822613" y="412171"/>
                </a:moveTo>
                <a:cubicBezTo>
                  <a:pt x="825749" y="424717"/>
                  <a:pt x="827317" y="438047"/>
                  <a:pt x="827317" y="451378"/>
                </a:cubicBezTo>
                <a:lnTo>
                  <a:pt x="827317" y="451378"/>
                </a:lnTo>
                <a:lnTo>
                  <a:pt x="690095" y="451378"/>
                </a:lnTo>
                <a:lnTo>
                  <a:pt x="690095" y="412171"/>
                </a:lnTo>
                <a:close/>
                <a:moveTo>
                  <a:pt x="1078239" y="411779"/>
                </a:moveTo>
                <a:lnTo>
                  <a:pt x="1078239" y="450986"/>
                </a:lnTo>
                <a:lnTo>
                  <a:pt x="948857" y="450986"/>
                </a:lnTo>
                <a:lnTo>
                  <a:pt x="948857" y="411779"/>
                </a:lnTo>
                <a:lnTo>
                  <a:pt x="1078239" y="411779"/>
                </a:lnTo>
                <a:close/>
                <a:moveTo>
                  <a:pt x="1466382" y="411779"/>
                </a:moveTo>
                <a:lnTo>
                  <a:pt x="1466382" y="450986"/>
                </a:lnTo>
                <a:lnTo>
                  <a:pt x="1337001" y="450986"/>
                </a:lnTo>
                <a:lnTo>
                  <a:pt x="1337001" y="411779"/>
                </a:lnTo>
                <a:lnTo>
                  <a:pt x="1466382" y="411779"/>
                </a:lnTo>
                <a:close/>
                <a:moveTo>
                  <a:pt x="1279368" y="411779"/>
                </a:moveTo>
                <a:lnTo>
                  <a:pt x="1265645" y="450986"/>
                </a:lnTo>
                <a:lnTo>
                  <a:pt x="1149594" y="450986"/>
                </a:lnTo>
                <a:lnTo>
                  <a:pt x="1135872" y="411779"/>
                </a:lnTo>
                <a:lnTo>
                  <a:pt x="1279368" y="411779"/>
                </a:lnTo>
                <a:close/>
                <a:moveTo>
                  <a:pt x="215697" y="329838"/>
                </a:moveTo>
                <a:lnTo>
                  <a:pt x="215697" y="369044"/>
                </a:lnTo>
                <a:lnTo>
                  <a:pt x="86316" y="369044"/>
                </a:lnTo>
                <a:lnTo>
                  <a:pt x="86316" y="329838"/>
                </a:lnTo>
                <a:lnTo>
                  <a:pt x="215697" y="329838"/>
                </a:lnTo>
                <a:close/>
                <a:moveTo>
                  <a:pt x="773605" y="329838"/>
                </a:moveTo>
                <a:cubicBezTo>
                  <a:pt x="786151" y="340815"/>
                  <a:pt x="796736" y="354146"/>
                  <a:pt x="805362" y="369044"/>
                </a:cubicBezTo>
                <a:lnTo>
                  <a:pt x="805362" y="369044"/>
                </a:lnTo>
                <a:lnTo>
                  <a:pt x="431332" y="369044"/>
                </a:lnTo>
                <a:lnTo>
                  <a:pt x="431332" y="329838"/>
                </a:lnTo>
                <a:close/>
                <a:moveTo>
                  <a:pt x="1078239" y="329446"/>
                </a:moveTo>
                <a:lnTo>
                  <a:pt x="1078239" y="368652"/>
                </a:lnTo>
                <a:lnTo>
                  <a:pt x="948857" y="368652"/>
                </a:lnTo>
                <a:lnTo>
                  <a:pt x="948857" y="329446"/>
                </a:lnTo>
                <a:lnTo>
                  <a:pt x="1078239" y="329446"/>
                </a:lnTo>
                <a:close/>
                <a:moveTo>
                  <a:pt x="1466382" y="329446"/>
                </a:moveTo>
                <a:lnTo>
                  <a:pt x="1466382" y="368652"/>
                </a:lnTo>
                <a:lnTo>
                  <a:pt x="1337001" y="368652"/>
                </a:lnTo>
                <a:lnTo>
                  <a:pt x="1337001" y="329446"/>
                </a:lnTo>
                <a:lnTo>
                  <a:pt x="1466382" y="329446"/>
                </a:lnTo>
                <a:close/>
                <a:moveTo>
                  <a:pt x="1308773" y="329446"/>
                </a:moveTo>
                <a:lnTo>
                  <a:pt x="1294658" y="368652"/>
                </a:lnTo>
                <a:lnTo>
                  <a:pt x="1120582" y="368652"/>
                </a:lnTo>
                <a:lnTo>
                  <a:pt x="1106467" y="329446"/>
                </a:lnTo>
                <a:lnTo>
                  <a:pt x="1308773" y="329446"/>
                </a:lnTo>
                <a:close/>
                <a:moveTo>
                  <a:pt x="215697" y="247504"/>
                </a:moveTo>
                <a:lnTo>
                  <a:pt x="215697" y="286711"/>
                </a:lnTo>
                <a:lnTo>
                  <a:pt x="86316" y="286711"/>
                </a:lnTo>
                <a:lnTo>
                  <a:pt x="86316" y="247504"/>
                </a:lnTo>
                <a:lnTo>
                  <a:pt x="215697" y="247504"/>
                </a:lnTo>
                <a:close/>
                <a:moveTo>
                  <a:pt x="805362" y="247504"/>
                </a:moveTo>
                <a:cubicBezTo>
                  <a:pt x="796736" y="262010"/>
                  <a:pt x="786151" y="275341"/>
                  <a:pt x="773605" y="286711"/>
                </a:cubicBezTo>
                <a:lnTo>
                  <a:pt x="773605" y="286711"/>
                </a:lnTo>
                <a:lnTo>
                  <a:pt x="431332" y="286711"/>
                </a:lnTo>
                <a:lnTo>
                  <a:pt x="431332" y="247504"/>
                </a:lnTo>
                <a:close/>
                <a:moveTo>
                  <a:pt x="1466382" y="247112"/>
                </a:moveTo>
                <a:lnTo>
                  <a:pt x="1466382" y="286318"/>
                </a:lnTo>
                <a:lnTo>
                  <a:pt x="1337001" y="286318"/>
                </a:lnTo>
                <a:lnTo>
                  <a:pt x="1337001" y="249072"/>
                </a:lnTo>
                <a:lnTo>
                  <a:pt x="1323671" y="286318"/>
                </a:lnTo>
                <a:lnTo>
                  <a:pt x="1210364" y="286318"/>
                </a:lnTo>
                <a:lnTo>
                  <a:pt x="1223695" y="247112"/>
                </a:lnTo>
                <a:lnTo>
                  <a:pt x="1466382" y="247112"/>
                </a:lnTo>
                <a:close/>
                <a:moveTo>
                  <a:pt x="1191545" y="247112"/>
                </a:moveTo>
                <a:lnTo>
                  <a:pt x="1204875" y="286318"/>
                </a:lnTo>
                <a:lnTo>
                  <a:pt x="1091569" y="286318"/>
                </a:lnTo>
                <a:lnTo>
                  <a:pt x="1078239" y="249072"/>
                </a:lnTo>
                <a:lnTo>
                  <a:pt x="1078239" y="286318"/>
                </a:lnTo>
                <a:lnTo>
                  <a:pt x="948857" y="286318"/>
                </a:lnTo>
                <a:lnTo>
                  <a:pt x="948857" y="247112"/>
                </a:lnTo>
                <a:lnTo>
                  <a:pt x="1191545" y="247112"/>
                </a:lnTo>
                <a:close/>
                <a:moveTo>
                  <a:pt x="215697" y="165171"/>
                </a:moveTo>
                <a:lnTo>
                  <a:pt x="215697" y="204377"/>
                </a:lnTo>
                <a:lnTo>
                  <a:pt x="86316" y="204377"/>
                </a:lnTo>
                <a:lnTo>
                  <a:pt x="86316" y="165171"/>
                </a:lnTo>
                <a:lnTo>
                  <a:pt x="215697" y="165171"/>
                </a:lnTo>
                <a:close/>
                <a:moveTo>
                  <a:pt x="560714" y="165171"/>
                </a:moveTo>
                <a:lnTo>
                  <a:pt x="560714" y="204377"/>
                </a:lnTo>
                <a:lnTo>
                  <a:pt x="431332" y="204377"/>
                </a:lnTo>
                <a:lnTo>
                  <a:pt x="431332" y="165171"/>
                </a:lnTo>
                <a:lnTo>
                  <a:pt x="560714" y="165171"/>
                </a:lnTo>
                <a:close/>
                <a:moveTo>
                  <a:pt x="827317" y="165171"/>
                </a:moveTo>
                <a:cubicBezTo>
                  <a:pt x="827317" y="178501"/>
                  <a:pt x="825749" y="191831"/>
                  <a:pt x="822613" y="204377"/>
                </a:cubicBezTo>
                <a:lnTo>
                  <a:pt x="822613" y="204377"/>
                </a:lnTo>
                <a:lnTo>
                  <a:pt x="690095" y="204377"/>
                </a:lnTo>
                <a:lnTo>
                  <a:pt x="690095" y="165171"/>
                </a:lnTo>
                <a:close/>
                <a:moveTo>
                  <a:pt x="1466382" y="164779"/>
                </a:moveTo>
                <a:lnTo>
                  <a:pt x="1466382" y="203985"/>
                </a:lnTo>
                <a:lnTo>
                  <a:pt x="1238985" y="203985"/>
                </a:lnTo>
                <a:lnTo>
                  <a:pt x="1252315" y="164779"/>
                </a:lnTo>
                <a:lnTo>
                  <a:pt x="1466382" y="164779"/>
                </a:lnTo>
                <a:close/>
                <a:moveTo>
                  <a:pt x="1162925" y="164779"/>
                </a:moveTo>
                <a:lnTo>
                  <a:pt x="1176255" y="203985"/>
                </a:lnTo>
                <a:lnTo>
                  <a:pt x="948857" y="203985"/>
                </a:lnTo>
                <a:lnTo>
                  <a:pt x="948857" y="164779"/>
                </a:lnTo>
                <a:lnTo>
                  <a:pt x="1162925" y="164779"/>
                </a:lnTo>
                <a:close/>
                <a:moveTo>
                  <a:pt x="301951" y="82837"/>
                </a:moveTo>
                <a:lnTo>
                  <a:pt x="301951" y="122043"/>
                </a:lnTo>
                <a:lnTo>
                  <a:pt x="62" y="122043"/>
                </a:lnTo>
                <a:lnTo>
                  <a:pt x="62" y="82837"/>
                </a:lnTo>
                <a:lnTo>
                  <a:pt x="301951" y="82837"/>
                </a:lnTo>
                <a:close/>
                <a:moveTo>
                  <a:pt x="804970" y="82837"/>
                </a:moveTo>
                <a:cubicBezTo>
                  <a:pt x="812027" y="94991"/>
                  <a:pt x="817516" y="108321"/>
                  <a:pt x="821436" y="122043"/>
                </a:cubicBezTo>
                <a:lnTo>
                  <a:pt x="821436" y="122043"/>
                </a:lnTo>
                <a:lnTo>
                  <a:pt x="345078" y="122043"/>
                </a:lnTo>
                <a:lnTo>
                  <a:pt x="345078" y="82837"/>
                </a:lnTo>
                <a:close/>
                <a:moveTo>
                  <a:pt x="1552637" y="82445"/>
                </a:moveTo>
                <a:lnTo>
                  <a:pt x="1552637" y="121651"/>
                </a:lnTo>
                <a:lnTo>
                  <a:pt x="1267214" y="121651"/>
                </a:lnTo>
                <a:lnTo>
                  <a:pt x="1280936" y="82445"/>
                </a:lnTo>
                <a:lnTo>
                  <a:pt x="1552637" y="82445"/>
                </a:lnTo>
                <a:close/>
                <a:moveTo>
                  <a:pt x="1134304" y="82445"/>
                </a:moveTo>
                <a:lnTo>
                  <a:pt x="1148026" y="121651"/>
                </a:lnTo>
                <a:lnTo>
                  <a:pt x="862603" y="121651"/>
                </a:lnTo>
                <a:lnTo>
                  <a:pt x="862603" y="82445"/>
                </a:lnTo>
                <a:lnTo>
                  <a:pt x="1134304" y="82445"/>
                </a:lnTo>
                <a:close/>
                <a:moveTo>
                  <a:pt x="301951" y="504"/>
                </a:moveTo>
                <a:lnTo>
                  <a:pt x="301951" y="39710"/>
                </a:lnTo>
                <a:lnTo>
                  <a:pt x="62" y="39710"/>
                </a:lnTo>
                <a:lnTo>
                  <a:pt x="62" y="504"/>
                </a:lnTo>
                <a:lnTo>
                  <a:pt x="301951" y="504"/>
                </a:lnTo>
                <a:close/>
                <a:moveTo>
                  <a:pt x="662650" y="504"/>
                </a:moveTo>
                <a:lnTo>
                  <a:pt x="666856" y="556"/>
                </a:lnTo>
                <a:cubicBezTo>
                  <a:pt x="705983" y="1542"/>
                  <a:pt x="741658" y="16240"/>
                  <a:pt x="769292" y="39710"/>
                </a:cubicBezTo>
                <a:lnTo>
                  <a:pt x="769292" y="39710"/>
                </a:lnTo>
                <a:lnTo>
                  <a:pt x="345078" y="39710"/>
                </a:lnTo>
                <a:lnTo>
                  <a:pt x="345078" y="504"/>
                </a:lnTo>
                <a:lnTo>
                  <a:pt x="662650" y="504"/>
                </a:lnTo>
                <a:close/>
                <a:moveTo>
                  <a:pt x="1552637" y="111"/>
                </a:moveTo>
                <a:lnTo>
                  <a:pt x="1552637" y="39318"/>
                </a:lnTo>
                <a:lnTo>
                  <a:pt x="1295834" y="39318"/>
                </a:lnTo>
                <a:lnTo>
                  <a:pt x="1309557" y="111"/>
                </a:lnTo>
                <a:lnTo>
                  <a:pt x="1552637" y="111"/>
                </a:lnTo>
                <a:close/>
                <a:moveTo>
                  <a:pt x="1105683" y="111"/>
                </a:moveTo>
                <a:lnTo>
                  <a:pt x="1119405" y="39318"/>
                </a:lnTo>
                <a:lnTo>
                  <a:pt x="862603" y="39318"/>
                </a:lnTo>
                <a:lnTo>
                  <a:pt x="862603" y="111"/>
                </a:lnTo>
                <a:lnTo>
                  <a:pt x="1105683" y="111"/>
                </a:lnTo>
                <a:close/>
              </a:path>
            </a:pathLst>
          </a:custGeom>
          <a:solidFill>
            <a:schemeClr val="bg1"/>
          </a:solidFill>
          <a:ln w="9525">
            <a:noFill/>
            <a:prstDash val="solid"/>
          </a:ln>
        </p:spPr>
        <p:txBody>
          <a:bodyPr anchor="ctr"/>
          <a:lstStyle/>
          <a:p>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576000" y="576072"/>
            <a:ext cx="7424927" cy="1906588"/>
          </a:xfrm>
        </p:spPr>
        <p:txBody>
          <a:bodyPr/>
          <a:lstStyle>
            <a:lvl1pPr>
              <a:lnSpc>
                <a:spcPct val="110000"/>
              </a:lnSpc>
              <a:buNone/>
              <a:defRPr sz="3600">
                <a:solidFill>
                  <a:schemeClr val="tx2"/>
                </a:solidFill>
              </a:defRPr>
            </a:lvl1pPr>
          </a:lstStyle>
          <a:p>
            <a:r>
              <a:t>Click to edit Master title style</a:t>
            </a:r>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idx="11"/>
          </p:nvPr>
        </p:nvSpPr>
        <p:spPr>
          <a:xfrm>
            <a:off x="576000" y="3047999"/>
            <a:ext cx="10099675" cy="9153524"/>
          </a:xfrm>
        </p:spPr>
        <p:txBody>
          <a:bodyPr/>
          <a:lstStyle>
            <a:lvl1pPr>
              <a:lnSpc>
                <a:spcPct val="110000"/>
              </a:lnSpc>
              <a:spcBef>
                <a:spcPts val="0"/>
              </a:spcBef>
              <a:buNone/>
              <a:defRPr>
                <a:solidFill>
                  <a:schemeClr val="tx1"/>
                </a:solidFill>
              </a:defRPr>
            </a:lvl1pPr>
            <a:lvl2pPr>
              <a:lnSpc>
                <a:spcPct val="110000"/>
              </a:lnSpc>
              <a:spcBef>
                <a:spcPts val="0"/>
              </a:spcBef>
              <a:buNone/>
              <a:defRPr>
                <a:solidFill>
                  <a:schemeClr val="tx1"/>
                </a:solidFill>
              </a:defRPr>
            </a:lvl2pPr>
            <a:lvl3pPr>
              <a:lnSpc>
                <a:spcPct val="110000"/>
              </a:lnSpc>
              <a:spcBef>
                <a:spcPts val="0"/>
              </a:spcBef>
              <a:buNone/>
              <a:defRPr>
                <a:solidFill>
                  <a:schemeClr val="tx1"/>
                </a:solidFill>
              </a:defRPr>
            </a:lvl3pPr>
            <a:lvl4pPr>
              <a:lnSpc>
                <a:spcPct val="110000"/>
              </a:lnSpc>
              <a:spcBef>
                <a:spcPts val="0"/>
              </a:spcBef>
              <a:buNone/>
              <a:defRPr>
                <a:solidFill>
                  <a:schemeClr val="tx1"/>
                </a:solidFill>
              </a:defRPr>
            </a:lvl4pPr>
            <a:lvl5pPr>
              <a:lnSpc>
                <a:spcPct val="110000"/>
              </a:lnSpc>
              <a:spcBef>
                <a:spcPts val="0"/>
              </a:spcBef>
              <a:buNone/>
              <a:defRPr>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idx="12"/>
          </p:nvPr>
        </p:nvSpPr>
        <p:spPr>
          <a:xfrm>
            <a:off x="12780000" y="3047999"/>
            <a:ext cx="10096500" cy="9153525"/>
          </a:xfrm>
        </p:spPr>
        <p:txBody>
          <a:bodyPr/>
          <a:lstStyle>
            <a:lvl1pPr>
              <a:lnSpc>
                <a:spcPct val="110000"/>
              </a:lnSpc>
              <a:spcBef>
                <a:spcPts val="0"/>
              </a:spcBef>
              <a:buNone/>
              <a:defRPr>
                <a:solidFill>
                  <a:schemeClr val="tx1"/>
                </a:solidFill>
              </a:defRPr>
            </a:lvl1pPr>
            <a:lvl2pPr>
              <a:lnSpc>
                <a:spcPct val="110000"/>
              </a:lnSpc>
              <a:spcBef>
                <a:spcPts val="0"/>
              </a:spcBef>
              <a:buNone/>
              <a:defRPr>
                <a:solidFill>
                  <a:schemeClr val="tx1"/>
                </a:solidFill>
              </a:defRPr>
            </a:lvl2pPr>
            <a:lvl3pPr>
              <a:lnSpc>
                <a:spcPct val="110000"/>
              </a:lnSpc>
              <a:spcBef>
                <a:spcPts val="0"/>
              </a:spcBef>
              <a:buNone/>
              <a:defRPr>
                <a:solidFill>
                  <a:schemeClr val="tx1"/>
                </a:solidFill>
              </a:defRPr>
            </a:lvl3pPr>
            <a:lvl4pPr>
              <a:lnSpc>
                <a:spcPct val="110000"/>
              </a:lnSpc>
              <a:spcBef>
                <a:spcPts val="0"/>
              </a:spcBef>
              <a:buNone/>
              <a:defRPr>
                <a:solidFill>
                  <a:schemeClr val="tx1"/>
                </a:solidFill>
              </a:defRPr>
            </a:lvl4pPr>
            <a:lvl5pPr>
              <a:lnSpc>
                <a:spcPct val="110000"/>
              </a:lnSpc>
              <a:spcBef>
                <a:spcPts val="0"/>
              </a:spcBef>
              <a:buNone/>
              <a:defRPr>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3" name="Footer Placeholder 3">
            <a:extLst>
              <a:ext uri="{FF2B5EF4-FFF2-40B4-BE49-F238E27FC236}">
                <a16:creationId xmlns:a16="http://schemas.microsoft.com/office/drawing/2014/main" id="{C9E836C4-97D9-E198-E7C4-C2E94BADE6BD}"/>
              </a:ext>
            </a:extLst>
          </p:cNvPr>
          <p:cNvSpPr>
            <a:spLocks noGrp="1"/>
          </p:cNvSpPr>
          <p:nvPr>
            <p:ph type="ftr" idx="18"/>
          </p:nvPr>
        </p:nvSpPr>
        <p:spPr>
          <a:xfrm>
            <a:off x="576000" y="12816000"/>
            <a:ext cx="4956176" cy="381000"/>
          </a:xfrm>
        </p:spPr>
        <p:txBody>
          <a:bodyPr/>
          <a:lstStyle/>
          <a:p>
            <a:r>
              <a:t>IBM Think 2025 / © 2025 IBM Corporation</a:t>
            </a:r>
          </a:p>
        </p:txBody>
      </p:sp>
      <p:sp>
        <p:nvSpPr>
          <p:cNvPr id="8" name="Slide Number">
            <a:extLst>
              <a:ext uri="{FF2B5EF4-FFF2-40B4-BE49-F238E27FC236}">
                <a16:creationId xmlns:a16="http://schemas.microsoft.com/office/drawing/2014/main" id="{A861A72C-9D4B-8178-79CE-382DDE87CD24}"/>
              </a:ext>
            </a:extLst>
          </p:cNvPr>
          <p:cNvSpPr>
            <a:spLocks noGrp="1"/>
          </p:cNvSpPr>
          <p:nvPr>
            <p:ph type="sldNum" idx="4"/>
          </p:nvPr>
        </p:nvSpPr>
        <p:spPr>
          <a:xfrm>
            <a:off x="23541592" y="12951538"/>
            <a:ext cx="270908" cy="246221"/>
          </a:xfrm>
          <a:prstGeom prst="rect">
            <a:avLst/>
          </a:prstGeom>
          <a:ln w="12700"/>
        </p:spPr>
        <p:txBody>
          <a:bodyPr wrap="none" lIns="0" tIns="0" rIns="0" bIns="0" anchor="ctr">
            <a:spAutoFit/>
          </a:bodyPr>
          <a:lstStyle>
            <a:lvl1pPr algn="r">
              <a:buNone/>
              <a:defRPr sz="1600" b="0" i="0">
                <a:solidFill>
                  <a:schemeClr val="tx1"/>
                </a:solidFill>
                <a:latin typeface="IBM Plex Sans"/>
                <a:ea typeface="IBM Plex Sans"/>
                <a:cs typeface="IBM Plex Sans"/>
              </a:defRPr>
            </a:lvl1pPr>
          </a:lstStyle>
          <a:p>
            <a:fld id="{86CB4B4D-7CA3-9044-876B-883B54F8677D}" type="slidenum">
              <a:t>‹#›</a:t>
            </a:fld>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userDrawn="1">
  <p:cSld name="Contacts, profiles, contributor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01090"/>
            <a:ext cx="4949825" cy="1525588"/>
          </a:xfrm>
        </p:spPr>
        <p:txBody>
          <a:bodyPr/>
          <a:lstStyle>
            <a:lvl1pPr>
              <a:lnSpc>
                <a:spcPct val="110000"/>
              </a:lnSpc>
              <a:buNone/>
              <a:defRPr sz="2800">
                <a:solidFill>
                  <a:schemeClr val="tx1"/>
                </a:solidFill>
              </a:defRPr>
            </a:lvl1pPr>
          </a:lstStyle>
          <a:p>
            <a:r>
              <a:t>Click to edit Master title style</a:t>
            </a:r>
          </a:p>
        </p:txBody>
      </p:sp>
      <p:sp>
        <p:nvSpPr>
          <p:cNvPr id="8" name="Picture Placeholder 7">
            <a:extLst>
              <a:ext uri="{FF2B5EF4-FFF2-40B4-BE49-F238E27FC236}">
                <a16:creationId xmlns:a16="http://schemas.microsoft.com/office/drawing/2014/main" id="{AB8510EE-4140-AEDB-B7AB-EF1D4B72D2AD}"/>
              </a:ext>
            </a:extLst>
          </p:cNvPr>
          <p:cNvSpPr>
            <a:spLocks noGrp="1"/>
          </p:cNvSpPr>
          <p:nvPr>
            <p:ph type="pic" idx="11" hasCustomPrompt="1"/>
          </p:nvPr>
        </p:nvSpPr>
        <p:spPr>
          <a:xfrm>
            <a:off x="576072" y="6121400"/>
            <a:ext cx="2473325" cy="2476500"/>
          </a:xfrm>
          <a:prstGeom prst="rect">
            <a:avLst/>
          </a:prstGeom>
          <a:solidFill>
            <a:srgbClr val="E0E0E0"/>
          </a:solidFill>
        </p:spPr>
        <p:txBody>
          <a:bodyPr anchor="ctr"/>
          <a:lstStyle>
            <a:lvl1pPr marL="0" marR="0" indent="0" algn="ctr" defTabSz="2438400">
              <a:lnSpc>
                <a:spcPct val="110000"/>
              </a:lnSpc>
              <a:spcBef>
                <a:spcPts val="0"/>
              </a:spcBef>
              <a:spcAft>
                <a:spcPts val="0"/>
              </a:spcAft>
              <a:buClrTx/>
              <a:buSzTx/>
              <a:buFontTx/>
              <a:buNone/>
              <a:defRPr>
                <a:solidFill>
                  <a:schemeClr val="tx1"/>
                </a:solidFill>
              </a:defRPr>
            </a:lvl1pPr>
          </a:lstStyle>
          <a:p>
            <a:pPr marL="0" marR="0" lvl="0" indent="0" algn="ctr" defTabSz="2438400">
              <a:lnSpc>
                <a:spcPct val="110000"/>
              </a:lnSpc>
              <a:spcBef>
                <a:spcPts val="0"/>
              </a:spcBef>
              <a:spcAft>
                <a:spcPts val="0"/>
              </a:spcAft>
              <a:buClrTx/>
              <a:buSzTx/>
              <a:buFontTx/>
              <a:buNone/>
            </a:pPr>
            <a:r>
              <a:t>Place imagery here</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idx="12"/>
          </p:nvPr>
        </p:nvSpPr>
        <p:spPr>
          <a:xfrm>
            <a:off x="3429000" y="6046418"/>
            <a:ext cx="5708650" cy="2476500"/>
          </a:xfrm>
        </p:spPr>
        <p:txBody>
          <a:bodyPr/>
          <a:lstStyle>
            <a:lvl1pPr>
              <a:lnSpc>
                <a:spcPct val="110000"/>
              </a:lnSpc>
              <a:spcBef>
                <a:spcPts val="0"/>
              </a:spcBef>
              <a:buNone/>
              <a:defRPr sz="2800">
                <a:solidFill>
                  <a:schemeClr val="tx1"/>
                </a:solidFill>
              </a:defRPr>
            </a:lvl1pPr>
            <a:lvl2pPr marL="256032" indent="-256032">
              <a:lnSpc>
                <a:spcPct val="110000"/>
              </a:lnSpc>
              <a:spcBef>
                <a:spcPts val="0"/>
              </a:spcBef>
              <a:buNone/>
              <a:defRPr sz="2800">
                <a:solidFill>
                  <a:schemeClr val="tx1"/>
                </a:solidFill>
              </a:defRPr>
            </a:lvl2pPr>
            <a:lvl3pPr marL="512064" indent="-256032">
              <a:lnSpc>
                <a:spcPct val="110000"/>
              </a:lnSpc>
              <a:spcBef>
                <a:spcPts val="0"/>
              </a:spcBef>
              <a:buNone/>
              <a:defRPr sz="2800">
                <a:solidFill>
                  <a:schemeClr val="tx1"/>
                </a:solidFill>
              </a:defRPr>
            </a:lvl3pPr>
            <a:lvl4pPr marL="768096" indent="-256032">
              <a:lnSpc>
                <a:spcPct val="110000"/>
              </a:lnSpc>
              <a:spcBef>
                <a:spcPts val="0"/>
              </a:spcBef>
              <a:buNone/>
              <a:defRPr sz="2800">
                <a:solidFill>
                  <a:schemeClr val="tx1"/>
                </a:solidFill>
              </a:defRPr>
            </a:lvl4pPr>
            <a:lvl5pPr>
              <a:lnSpc>
                <a:spcPct val="110000"/>
              </a:lnSpc>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1" name="Picture Placeholder 7">
            <a:extLst>
              <a:ext uri="{FF2B5EF4-FFF2-40B4-BE49-F238E27FC236}">
                <a16:creationId xmlns:a16="http://schemas.microsoft.com/office/drawing/2014/main" id="{3F048335-9A0B-2C1F-47A6-67051F20075E}"/>
              </a:ext>
            </a:extLst>
          </p:cNvPr>
          <p:cNvSpPr>
            <a:spLocks noGrp="1"/>
          </p:cNvSpPr>
          <p:nvPr>
            <p:ph type="pic" idx="13" hasCustomPrompt="1"/>
          </p:nvPr>
        </p:nvSpPr>
        <p:spPr>
          <a:xfrm>
            <a:off x="576072" y="9525000"/>
            <a:ext cx="2473325" cy="2476500"/>
          </a:xfrm>
          <a:prstGeom prst="rect">
            <a:avLst/>
          </a:prstGeom>
          <a:solidFill>
            <a:srgbClr val="E0E0E0"/>
          </a:solidFill>
        </p:spPr>
        <p:txBody>
          <a:bodyPr anchor="ctr"/>
          <a:lstStyle>
            <a:lvl1pPr marL="0" marR="0" indent="0" algn="ctr" defTabSz="2438400">
              <a:lnSpc>
                <a:spcPct val="110000"/>
              </a:lnSpc>
              <a:spcBef>
                <a:spcPts val="0"/>
              </a:spcBef>
              <a:spcAft>
                <a:spcPts val="0"/>
              </a:spcAft>
              <a:buClrTx/>
              <a:buSzTx/>
              <a:buFontTx/>
              <a:buNone/>
              <a:defRPr>
                <a:solidFill>
                  <a:schemeClr val="tx1"/>
                </a:solidFill>
              </a:defRPr>
            </a:lvl1pPr>
          </a:lstStyle>
          <a:p>
            <a:pPr marL="0" marR="0" lvl="0" indent="0" algn="ctr" defTabSz="2438400">
              <a:lnSpc>
                <a:spcPct val="110000"/>
              </a:lnSpc>
              <a:spcBef>
                <a:spcPts val="0"/>
              </a:spcBef>
              <a:spcAft>
                <a:spcPts val="0"/>
              </a:spcAft>
              <a:buClrTx/>
              <a:buSzTx/>
              <a:buFontTx/>
              <a:buNone/>
            </a:pPr>
            <a:r>
              <a:t>Place imagery here</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idx="14"/>
          </p:nvPr>
        </p:nvSpPr>
        <p:spPr>
          <a:xfrm>
            <a:off x="3429000" y="9450019"/>
            <a:ext cx="5708650" cy="2476500"/>
          </a:xfrm>
        </p:spPr>
        <p:txBody>
          <a:bodyPr/>
          <a:lstStyle>
            <a:lvl1pPr>
              <a:lnSpc>
                <a:spcPct val="110000"/>
              </a:lnSpc>
              <a:spcBef>
                <a:spcPts val="0"/>
              </a:spcBef>
              <a:buNone/>
              <a:defRPr sz="2800">
                <a:solidFill>
                  <a:schemeClr val="tx1"/>
                </a:solidFill>
              </a:defRPr>
            </a:lvl1pPr>
            <a:lvl2pPr marL="256032" indent="-256032">
              <a:lnSpc>
                <a:spcPct val="110000"/>
              </a:lnSpc>
              <a:spcBef>
                <a:spcPts val="0"/>
              </a:spcBef>
              <a:buNone/>
              <a:defRPr sz="2800">
                <a:solidFill>
                  <a:schemeClr val="tx1"/>
                </a:solidFill>
              </a:defRPr>
            </a:lvl2pPr>
            <a:lvl3pPr marL="512064" indent="-256032">
              <a:lnSpc>
                <a:spcPct val="110000"/>
              </a:lnSpc>
              <a:spcBef>
                <a:spcPts val="0"/>
              </a:spcBef>
              <a:buNone/>
              <a:defRPr sz="2800">
                <a:solidFill>
                  <a:schemeClr val="tx1"/>
                </a:solidFill>
              </a:defRPr>
            </a:lvl3pPr>
            <a:lvl4pPr marL="768096" indent="-256032">
              <a:lnSpc>
                <a:spcPct val="110000"/>
              </a:lnSpc>
              <a:spcBef>
                <a:spcPts val="0"/>
              </a:spcBef>
              <a:buNone/>
              <a:defRPr sz="2800">
                <a:solidFill>
                  <a:schemeClr val="tx1"/>
                </a:solidFill>
              </a:defRPr>
            </a:lvl4pPr>
            <a:lvl5pPr>
              <a:lnSpc>
                <a:spcPct val="110000"/>
              </a:lnSpc>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7" name="Picture Placeholder 7">
            <a:extLst>
              <a:ext uri="{FF2B5EF4-FFF2-40B4-BE49-F238E27FC236}">
                <a16:creationId xmlns:a16="http://schemas.microsoft.com/office/drawing/2014/main" id="{E889D859-F4A1-3E97-F05E-8D134A25B9F2}"/>
              </a:ext>
            </a:extLst>
          </p:cNvPr>
          <p:cNvSpPr>
            <a:spLocks noGrp="1"/>
          </p:cNvSpPr>
          <p:nvPr>
            <p:ph type="pic" idx="20" hasCustomPrompt="1"/>
          </p:nvPr>
        </p:nvSpPr>
        <p:spPr>
          <a:xfrm>
            <a:off x="576072" y="2667000"/>
            <a:ext cx="2473325" cy="2476500"/>
          </a:xfrm>
          <a:prstGeom prst="rect">
            <a:avLst/>
          </a:prstGeom>
          <a:solidFill>
            <a:srgbClr val="E0E0E0"/>
          </a:solidFill>
        </p:spPr>
        <p:txBody>
          <a:bodyPr anchor="ctr"/>
          <a:lstStyle>
            <a:lvl1pPr algn="ctr">
              <a:buNone/>
              <a:defRPr>
                <a:solidFill>
                  <a:schemeClr val="tx1"/>
                </a:solidFill>
              </a:defRPr>
            </a:lvl1pPr>
          </a:lstStyle>
          <a:p>
            <a:r>
              <a:t>Place imagery here</a:t>
            </a:r>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idx="21"/>
          </p:nvPr>
        </p:nvSpPr>
        <p:spPr>
          <a:xfrm>
            <a:off x="3429000" y="2592018"/>
            <a:ext cx="5708650" cy="2476500"/>
          </a:xfrm>
        </p:spPr>
        <p:txBody>
          <a:bodyPr/>
          <a:lstStyle>
            <a:lvl1pPr>
              <a:lnSpc>
                <a:spcPct val="110000"/>
              </a:lnSpc>
              <a:spcBef>
                <a:spcPts val="0"/>
              </a:spcBef>
              <a:buNone/>
              <a:defRPr sz="2800">
                <a:solidFill>
                  <a:schemeClr val="tx1"/>
                </a:solidFill>
              </a:defRPr>
            </a:lvl1pPr>
            <a:lvl2pPr marL="256032" indent="-256032">
              <a:lnSpc>
                <a:spcPct val="110000"/>
              </a:lnSpc>
              <a:spcBef>
                <a:spcPts val="0"/>
              </a:spcBef>
              <a:buNone/>
              <a:defRPr sz="2800">
                <a:solidFill>
                  <a:schemeClr val="tx1"/>
                </a:solidFill>
              </a:defRPr>
            </a:lvl2pPr>
            <a:lvl3pPr marL="512064" indent="-256032">
              <a:lnSpc>
                <a:spcPct val="110000"/>
              </a:lnSpc>
              <a:spcBef>
                <a:spcPts val="0"/>
              </a:spcBef>
              <a:buNone/>
              <a:defRPr sz="2800">
                <a:solidFill>
                  <a:schemeClr val="tx1"/>
                </a:solidFill>
              </a:defRPr>
            </a:lvl3pPr>
            <a:lvl4pPr marL="768096" indent="-256032">
              <a:lnSpc>
                <a:spcPct val="110000"/>
              </a:lnSpc>
              <a:spcBef>
                <a:spcPts val="0"/>
              </a:spcBef>
              <a:buNone/>
              <a:defRPr sz="2800">
                <a:solidFill>
                  <a:schemeClr val="tx1"/>
                </a:solidFill>
              </a:defRPr>
            </a:lvl4pPr>
            <a:lvl5pPr>
              <a:lnSpc>
                <a:spcPct val="110000"/>
              </a:lnSpc>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9" name="Picture Placeholder 7">
            <a:extLst>
              <a:ext uri="{FF2B5EF4-FFF2-40B4-BE49-F238E27FC236}">
                <a16:creationId xmlns:a16="http://schemas.microsoft.com/office/drawing/2014/main" id="{A33F8C74-1D30-FEA9-4F3C-636531C86142}"/>
              </a:ext>
            </a:extLst>
          </p:cNvPr>
          <p:cNvSpPr>
            <a:spLocks noGrp="1"/>
          </p:cNvSpPr>
          <p:nvPr>
            <p:ph type="pic" idx="22" hasCustomPrompt="1"/>
          </p:nvPr>
        </p:nvSpPr>
        <p:spPr>
          <a:xfrm>
            <a:off x="12757150" y="6121400"/>
            <a:ext cx="2473325" cy="2476500"/>
          </a:xfrm>
          <a:prstGeom prst="rect">
            <a:avLst/>
          </a:prstGeom>
          <a:solidFill>
            <a:srgbClr val="E0E0E0"/>
          </a:solidFill>
        </p:spPr>
        <p:txBody>
          <a:bodyPr anchor="ctr"/>
          <a:lstStyle>
            <a:lvl1pPr marL="0" marR="0" indent="0" algn="ctr" defTabSz="2438400">
              <a:lnSpc>
                <a:spcPct val="110000"/>
              </a:lnSpc>
              <a:spcBef>
                <a:spcPts val="0"/>
              </a:spcBef>
              <a:spcAft>
                <a:spcPts val="0"/>
              </a:spcAft>
              <a:buClrTx/>
              <a:buSzTx/>
              <a:buFontTx/>
              <a:buNone/>
              <a:defRPr>
                <a:solidFill>
                  <a:schemeClr val="tx1"/>
                </a:solidFill>
              </a:defRPr>
            </a:lvl1pPr>
          </a:lstStyle>
          <a:p>
            <a:pPr marL="0" marR="0" lvl="0" indent="0" algn="ctr" defTabSz="2438400">
              <a:lnSpc>
                <a:spcPct val="110000"/>
              </a:lnSpc>
              <a:spcBef>
                <a:spcPts val="0"/>
              </a:spcBef>
              <a:spcAft>
                <a:spcPts val="0"/>
              </a:spcAft>
              <a:buClrTx/>
              <a:buSzTx/>
              <a:buFontTx/>
              <a:buNone/>
            </a:pPr>
            <a:r>
              <a:t>Place imagery here</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idx="23"/>
          </p:nvPr>
        </p:nvSpPr>
        <p:spPr>
          <a:xfrm>
            <a:off x="15617825" y="6046418"/>
            <a:ext cx="5708650" cy="2476500"/>
          </a:xfrm>
        </p:spPr>
        <p:txBody>
          <a:bodyPr/>
          <a:lstStyle>
            <a:lvl1pPr>
              <a:lnSpc>
                <a:spcPct val="110000"/>
              </a:lnSpc>
              <a:spcBef>
                <a:spcPts val="0"/>
              </a:spcBef>
              <a:buNone/>
              <a:defRPr sz="2800">
                <a:solidFill>
                  <a:schemeClr val="tx1"/>
                </a:solidFill>
              </a:defRPr>
            </a:lvl1pPr>
            <a:lvl2pPr marL="256032" indent="-256032">
              <a:lnSpc>
                <a:spcPct val="110000"/>
              </a:lnSpc>
              <a:spcBef>
                <a:spcPts val="0"/>
              </a:spcBef>
              <a:buNone/>
              <a:defRPr sz="2800">
                <a:solidFill>
                  <a:schemeClr val="tx1"/>
                </a:solidFill>
              </a:defRPr>
            </a:lvl2pPr>
            <a:lvl3pPr marL="512064" indent="-256032">
              <a:lnSpc>
                <a:spcPct val="110000"/>
              </a:lnSpc>
              <a:spcBef>
                <a:spcPts val="0"/>
              </a:spcBef>
              <a:buNone/>
              <a:defRPr sz="2800">
                <a:solidFill>
                  <a:schemeClr val="tx1"/>
                </a:solidFill>
              </a:defRPr>
            </a:lvl3pPr>
            <a:lvl4pPr marL="768096" indent="-256032">
              <a:lnSpc>
                <a:spcPct val="110000"/>
              </a:lnSpc>
              <a:spcBef>
                <a:spcPts val="0"/>
              </a:spcBef>
              <a:buNone/>
              <a:defRPr sz="2800">
                <a:solidFill>
                  <a:schemeClr val="tx1"/>
                </a:solidFill>
              </a:defRPr>
            </a:lvl4pPr>
            <a:lvl5pPr>
              <a:lnSpc>
                <a:spcPct val="110000"/>
              </a:lnSpc>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21" name="Picture Placeholder 7">
            <a:extLst>
              <a:ext uri="{FF2B5EF4-FFF2-40B4-BE49-F238E27FC236}">
                <a16:creationId xmlns:a16="http://schemas.microsoft.com/office/drawing/2014/main" id="{2E690121-61A1-708E-E5B8-5B65A668E628}"/>
              </a:ext>
            </a:extLst>
          </p:cNvPr>
          <p:cNvSpPr>
            <a:spLocks noGrp="1"/>
          </p:cNvSpPr>
          <p:nvPr>
            <p:ph type="pic" idx="24" hasCustomPrompt="1"/>
          </p:nvPr>
        </p:nvSpPr>
        <p:spPr>
          <a:xfrm>
            <a:off x="12757150" y="9525000"/>
            <a:ext cx="2473325" cy="2476500"/>
          </a:xfrm>
          <a:prstGeom prst="rect">
            <a:avLst/>
          </a:prstGeom>
          <a:solidFill>
            <a:srgbClr val="E0E0E0"/>
          </a:solidFill>
        </p:spPr>
        <p:txBody>
          <a:bodyPr anchor="ctr"/>
          <a:lstStyle>
            <a:lvl1pPr marL="0" marR="0" indent="0" algn="ctr" defTabSz="2438400">
              <a:lnSpc>
                <a:spcPct val="110000"/>
              </a:lnSpc>
              <a:spcBef>
                <a:spcPts val="0"/>
              </a:spcBef>
              <a:spcAft>
                <a:spcPts val="0"/>
              </a:spcAft>
              <a:buClrTx/>
              <a:buSzTx/>
              <a:buFontTx/>
              <a:buNone/>
              <a:defRPr>
                <a:solidFill>
                  <a:schemeClr val="tx1"/>
                </a:solidFill>
              </a:defRPr>
            </a:lvl1pPr>
          </a:lstStyle>
          <a:p>
            <a:pPr marL="0" marR="0" lvl="0" indent="0" algn="ctr" defTabSz="2438400">
              <a:lnSpc>
                <a:spcPct val="110000"/>
              </a:lnSpc>
              <a:spcBef>
                <a:spcPts val="0"/>
              </a:spcBef>
              <a:spcAft>
                <a:spcPts val="0"/>
              </a:spcAft>
              <a:buClrTx/>
              <a:buSzTx/>
              <a:buFontTx/>
              <a:buNone/>
            </a:pPr>
            <a:r>
              <a:t>Place imagery here</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idx="25"/>
          </p:nvPr>
        </p:nvSpPr>
        <p:spPr>
          <a:xfrm>
            <a:off x="15617825" y="9450019"/>
            <a:ext cx="5708650" cy="2476500"/>
          </a:xfrm>
        </p:spPr>
        <p:txBody>
          <a:bodyPr/>
          <a:lstStyle>
            <a:lvl1pPr>
              <a:lnSpc>
                <a:spcPct val="110000"/>
              </a:lnSpc>
              <a:spcBef>
                <a:spcPts val="0"/>
              </a:spcBef>
              <a:buNone/>
              <a:defRPr sz="2800">
                <a:solidFill>
                  <a:schemeClr val="tx1"/>
                </a:solidFill>
              </a:defRPr>
            </a:lvl1pPr>
            <a:lvl2pPr marL="256032" indent="-256032">
              <a:lnSpc>
                <a:spcPct val="110000"/>
              </a:lnSpc>
              <a:spcBef>
                <a:spcPts val="0"/>
              </a:spcBef>
              <a:buNone/>
              <a:defRPr sz="2800">
                <a:solidFill>
                  <a:schemeClr val="tx1"/>
                </a:solidFill>
              </a:defRPr>
            </a:lvl2pPr>
            <a:lvl3pPr marL="512064" indent="-256032">
              <a:lnSpc>
                <a:spcPct val="110000"/>
              </a:lnSpc>
              <a:spcBef>
                <a:spcPts val="0"/>
              </a:spcBef>
              <a:buNone/>
              <a:defRPr sz="2800">
                <a:solidFill>
                  <a:schemeClr val="tx1"/>
                </a:solidFill>
              </a:defRPr>
            </a:lvl3pPr>
            <a:lvl4pPr marL="768096" indent="-256032">
              <a:lnSpc>
                <a:spcPct val="110000"/>
              </a:lnSpc>
              <a:spcBef>
                <a:spcPts val="0"/>
              </a:spcBef>
              <a:buNone/>
              <a:defRPr sz="2800">
                <a:solidFill>
                  <a:schemeClr val="tx1"/>
                </a:solidFill>
              </a:defRPr>
            </a:lvl4pPr>
            <a:lvl5pPr>
              <a:lnSpc>
                <a:spcPct val="110000"/>
              </a:lnSpc>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23" name="Picture Placeholder 7">
            <a:extLst>
              <a:ext uri="{FF2B5EF4-FFF2-40B4-BE49-F238E27FC236}">
                <a16:creationId xmlns:a16="http://schemas.microsoft.com/office/drawing/2014/main" id="{F94AC7E0-2DC4-5DEB-8E1E-2F27996F98E6}"/>
              </a:ext>
            </a:extLst>
          </p:cNvPr>
          <p:cNvSpPr>
            <a:spLocks noGrp="1"/>
          </p:cNvSpPr>
          <p:nvPr>
            <p:ph type="pic" idx="26" hasCustomPrompt="1"/>
          </p:nvPr>
        </p:nvSpPr>
        <p:spPr>
          <a:xfrm>
            <a:off x="12757150" y="2667000"/>
            <a:ext cx="2473325" cy="2476500"/>
          </a:xfrm>
          <a:prstGeom prst="rect">
            <a:avLst/>
          </a:prstGeom>
          <a:solidFill>
            <a:srgbClr val="E0E0E0"/>
          </a:solidFill>
        </p:spPr>
        <p:txBody>
          <a:bodyPr anchor="ctr"/>
          <a:lstStyle>
            <a:lvl1pPr marL="0" marR="0" indent="0" algn="ctr" defTabSz="2438400">
              <a:lnSpc>
                <a:spcPct val="110000"/>
              </a:lnSpc>
              <a:spcBef>
                <a:spcPts val="0"/>
              </a:spcBef>
              <a:spcAft>
                <a:spcPts val="0"/>
              </a:spcAft>
              <a:buClrTx/>
              <a:buSzTx/>
              <a:buFontTx/>
              <a:buNone/>
              <a:defRPr>
                <a:solidFill>
                  <a:schemeClr val="tx1"/>
                </a:solidFill>
              </a:defRPr>
            </a:lvl1pPr>
          </a:lstStyle>
          <a:p>
            <a:pPr marL="0" marR="0" lvl="0" indent="0" algn="ctr" defTabSz="2438400">
              <a:lnSpc>
                <a:spcPct val="110000"/>
              </a:lnSpc>
              <a:spcBef>
                <a:spcPts val="0"/>
              </a:spcBef>
              <a:spcAft>
                <a:spcPts val="0"/>
              </a:spcAft>
              <a:buClrTx/>
              <a:buSzTx/>
              <a:buFontTx/>
              <a:buNone/>
            </a:pPr>
            <a:r>
              <a:t>Place imagery here</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idx="27"/>
          </p:nvPr>
        </p:nvSpPr>
        <p:spPr>
          <a:xfrm>
            <a:off x="15617825" y="2592018"/>
            <a:ext cx="5708650" cy="2476500"/>
          </a:xfrm>
        </p:spPr>
        <p:txBody>
          <a:bodyPr/>
          <a:lstStyle>
            <a:lvl1pPr>
              <a:lnSpc>
                <a:spcPct val="110000"/>
              </a:lnSpc>
              <a:spcBef>
                <a:spcPts val="0"/>
              </a:spcBef>
              <a:buNone/>
              <a:defRPr sz="2800">
                <a:solidFill>
                  <a:schemeClr val="tx1"/>
                </a:solidFill>
              </a:defRPr>
            </a:lvl1pPr>
            <a:lvl2pPr marL="256032" indent="-256032">
              <a:lnSpc>
                <a:spcPct val="110000"/>
              </a:lnSpc>
              <a:spcBef>
                <a:spcPts val="0"/>
              </a:spcBef>
              <a:buNone/>
              <a:defRPr sz="2800">
                <a:solidFill>
                  <a:schemeClr val="tx1"/>
                </a:solidFill>
              </a:defRPr>
            </a:lvl2pPr>
            <a:lvl3pPr marL="512064" indent="-256032">
              <a:lnSpc>
                <a:spcPct val="110000"/>
              </a:lnSpc>
              <a:spcBef>
                <a:spcPts val="0"/>
              </a:spcBef>
              <a:buNone/>
              <a:defRPr sz="2800">
                <a:solidFill>
                  <a:schemeClr val="tx1"/>
                </a:solidFill>
              </a:defRPr>
            </a:lvl3pPr>
            <a:lvl4pPr marL="768096" indent="-256032">
              <a:lnSpc>
                <a:spcPct val="110000"/>
              </a:lnSpc>
              <a:spcBef>
                <a:spcPts val="0"/>
              </a:spcBef>
              <a:buNone/>
              <a:defRPr sz="2800">
                <a:solidFill>
                  <a:schemeClr val="tx1"/>
                </a:solidFill>
              </a:defRPr>
            </a:lvl4pPr>
            <a:lvl5pPr>
              <a:lnSpc>
                <a:spcPct val="110000"/>
              </a:lnSpc>
              <a:spcBef>
                <a:spcPts val="0"/>
              </a:spcBef>
              <a:buNone/>
              <a:defRPr sz="2800">
                <a:solidFill>
                  <a:schemeClr val="tx1"/>
                </a:solidFill>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25" name="Rectangle 24">
            <a:extLst>
              <a:ext uri="{FF2B5EF4-FFF2-40B4-BE49-F238E27FC236}">
                <a16:creationId xmlns:a16="http://schemas.microsoft.com/office/drawing/2014/main" id="{CC64A2BC-7D43-C24B-A143-77A3FA5C72F3}"/>
              </a:ext>
            </a:extLst>
          </p:cNvPr>
          <p:cNvSpPr>
            <a:spLocks noGrp="1"/>
          </p:cNvSpPr>
          <p:nvPr/>
        </p:nvSpPr>
        <p:spPr>
          <a:xfrm>
            <a:off x="0" y="13075920"/>
            <a:ext cx="24387175" cy="640080"/>
          </a:xfrm>
          <a:prstGeom prst="rect">
            <a:avLst/>
          </a:prstGeom>
          <a:solidFill>
            <a:schemeClr val="tx1"/>
          </a:solidFill>
          <a:ln w="19050">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91440" rIns="91440" bIns="91440" anchor="t"/>
          <a:lstStyle/>
          <a:p>
            <a:pPr marL="0" marR="0" indent="0" algn="l" defTabSz="914400">
              <a:lnSpc>
                <a:spcPct val="100000"/>
              </a:lnSpc>
              <a:spcBef>
                <a:spcPct val="0"/>
              </a:spcBef>
              <a:spcAft>
                <a:spcPct val="0"/>
              </a:spcAft>
              <a:buClrTx/>
              <a:buSzTx/>
              <a:buFont typeface="IBM Plex Sans Light"/>
              <a:buNone/>
            </a:pPr>
            <a:endParaRPr sz="1400" b="0" i="0" u="none" cap="none" baseline="0">
              <a:ln>
                <a:noFill/>
              </a:ln>
              <a:solidFill>
                <a:srgbClr val="F4F4F4"/>
              </a:solidFill>
              <a:latin typeface="+mn-lt"/>
              <a:ea typeface="+mn-lt"/>
              <a:cs typeface="+mn-lt"/>
            </a:endParaRPr>
          </a:p>
        </p:txBody>
      </p:sp>
      <p:sp>
        <p:nvSpPr>
          <p:cNvPr id="26" name="Slide Number">
            <a:extLst>
              <a:ext uri="{FF2B5EF4-FFF2-40B4-BE49-F238E27FC236}">
                <a16:creationId xmlns:a16="http://schemas.microsoft.com/office/drawing/2014/main" id="{078ADDA7-48DB-2D49-A518-C2AFC5DF2D92}"/>
              </a:ext>
            </a:extLst>
          </p:cNvPr>
          <p:cNvSpPr>
            <a:spLocks noGrp="1"/>
          </p:cNvSpPr>
          <p:nvPr>
            <p:ph type="sldNum" idx="2"/>
          </p:nvPr>
        </p:nvSpPr>
        <p:spPr>
          <a:xfrm>
            <a:off x="23541592" y="13272850"/>
            <a:ext cx="270908" cy="246221"/>
          </a:xfrm>
          <a:prstGeom prst="rect">
            <a:avLst/>
          </a:prstGeom>
          <a:ln w="12700"/>
        </p:spPr>
        <p:txBody>
          <a:bodyPr wrap="none" lIns="0" tIns="0" rIns="0" bIns="0" anchor="b">
            <a:spAutoFit/>
          </a:bodyPr>
          <a:lstStyle>
            <a:lvl1pPr algn="r">
              <a:buNone/>
              <a:defRPr sz="1600" b="0" i="0">
                <a:solidFill>
                  <a:srgbClr val="F4F4F4"/>
                </a:solidFill>
                <a:latin typeface="IBM Plex Sans"/>
                <a:ea typeface="IBM Plex Sans"/>
                <a:cs typeface="IBM Plex Sans"/>
              </a:defRPr>
            </a:lvl1pPr>
          </a:lstStyle>
          <a:p>
            <a:fld id="{86CB4B4D-7CA3-9044-876B-883B54F8677D}" type="slidenum">
              <a:t>‹#›</a:t>
            </a:fld>
            <a:endParaRPr/>
          </a:p>
        </p:txBody>
      </p:sp>
      <p:sp>
        <p:nvSpPr>
          <p:cNvPr id="27" name="Footer Placeholder 1">
            <a:extLst>
              <a:ext uri="{FF2B5EF4-FFF2-40B4-BE49-F238E27FC236}">
                <a16:creationId xmlns:a16="http://schemas.microsoft.com/office/drawing/2014/main" id="{C3B04EAA-CFF7-894F-BD86-94A272D46D58}"/>
              </a:ext>
            </a:extLst>
          </p:cNvPr>
          <p:cNvSpPr>
            <a:spLocks noGrp="1"/>
          </p:cNvSpPr>
          <p:nvPr>
            <p:ph type="ftr" idx="3"/>
          </p:nvPr>
        </p:nvSpPr>
        <p:spPr>
          <a:xfrm>
            <a:off x="568324" y="13272850"/>
            <a:ext cx="4956176" cy="246221"/>
          </a:xfrm>
          <a:prstGeom prst="rect">
            <a:avLst/>
          </a:prstGeom>
        </p:spPr>
        <p:txBody>
          <a:bodyPr vert="horz" lIns="0" tIns="0" rIns="0" bIns="0" anchor="b">
            <a:noAutofit/>
          </a:bodyPr>
          <a:lstStyle>
            <a:lvl1pPr algn="l">
              <a:buNone/>
              <a:defRPr sz="1600" b="0" i="0">
                <a:solidFill>
                  <a:srgbClr val="F4F4F4"/>
                </a:solidFill>
                <a:latin typeface="IBM Plex Sans"/>
                <a:ea typeface="IBM Plex Sans"/>
                <a:cs typeface="IBM Plex Sans"/>
              </a:defRPr>
            </a:lvl1pPr>
          </a:lstStyle>
          <a:p>
            <a:r>
              <a:t>IBM TechXchange | © 2025 IBM Corporation</a:t>
            </a:r>
          </a:p>
        </p:txBody>
      </p:sp>
    </p:spTree>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90" Type="http://schemas.openxmlformats.org/officeDocument/2006/relationships/slideLayout" Target="../slideLayouts/slideLayout90.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theme" Target="../theme/theme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93.xml"/><Relationship Id="rId1" Type="http://schemas.openxmlformats.org/officeDocument/2006/relationships/slideLayout" Target="../slideLayouts/slideLayout9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Slide Number">
            <a:extLst>
              <a:ext uri="{FF2B5EF4-FFF2-40B4-BE49-F238E27FC236}">
                <a16:creationId xmlns:a16="http://schemas.microsoft.com/office/drawing/2014/main" id="{50AE3E54-A213-45FF-875C-89D8B25CD8C5}"/>
              </a:ext>
            </a:extLst>
          </p:cNvPr>
          <p:cNvSpPr>
            <a:spLocks noGrp="1"/>
          </p:cNvSpPr>
          <p:nvPr>
            <p:ph type="sldNum" idx="2"/>
          </p:nvPr>
        </p:nvSpPr>
        <p:spPr>
          <a:xfrm>
            <a:off x="23541592" y="13272850"/>
            <a:ext cx="270908" cy="246221"/>
          </a:xfrm>
          <a:prstGeom prst="rect">
            <a:avLst/>
          </a:prstGeom>
          <a:ln w="12700"/>
        </p:spPr>
        <p:txBody>
          <a:bodyPr wrap="none" lIns="0" tIns="0" rIns="0" bIns="0" anchor="b">
            <a:spAutoFit/>
          </a:bodyPr>
          <a:lstStyle>
            <a:lvl1pPr algn="r">
              <a:buNone/>
              <a:defRPr sz="1600" b="0" i="0">
                <a:solidFill>
                  <a:schemeClr val="bg1"/>
                </a:solidFill>
                <a:latin typeface="IBM Plex Sans"/>
                <a:ea typeface="IBM Plex Sans"/>
                <a:cs typeface="IBM Plex Sans"/>
              </a:defRPr>
            </a:lvl1pPr>
          </a:lstStyle>
          <a:p>
            <a:fld id="{86CB4B4D-7CA3-9044-876B-883B54F8677D}" type="slidenum">
              <a:t>‹#›</a:t>
            </a:fld>
            <a:endParaRPr/>
          </a:p>
        </p:txBody>
      </p:sp>
      <p:sp>
        <p:nvSpPr>
          <p:cNvPr id="48" name="Title Text">
            <a:extLst>
              <a:ext uri="{FF2B5EF4-FFF2-40B4-BE49-F238E27FC236}">
                <a16:creationId xmlns:a16="http://schemas.microsoft.com/office/drawing/2014/main" id="{765E0B3C-8890-4C60-8897-B35B5A65BC4A}"/>
              </a:ext>
            </a:extLst>
          </p:cNvPr>
          <p:cNvSpPr>
            <a:spLocks noGrp="1"/>
          </p:cNvSpPr>
          <p:nvPr>
            <p:ph type="title"/>
          </p:nvPr>
        </p:nvSpPr>
        <p:spPr>
          <a:xfrm>
            <a:off x="576072" y="488390"/>
            <a:ext cx="22590125" cy="2651126"/>
          </a:xfrm>
          <a:prstGeom prst="rect">
            <a:avLst/>
          </a:prstGeom>
          <a:ln w="12700"/>
        </p:spPr>
        <p:txBody>
          <a:bodyPr lIns="0" tIns="0" rIns="0" bIns="0"/>
          <a:lstStyle/>
          <a:p>
            <a:r>
              <a:t>Title Text</a:t>
            </a:r>
          </a:p>
        </p:txBody>
      </p:sp>
      <p:sp>
        <p:nvSpPr>
          <p:cNvPr id="49" name="Body Level One…">
            <a:extLst>
              <a:ext uri="{FF2B5EF4-FFF2-40B4-BE49-F238E27FC236}">
                <a16:creationId xmlns:a16="http://schemas.microsoft.com/office/drawing/2014/main" id="{3278187D-CC1A-40D0-8617-C7A0C3014028}"/>
              </a:ext>
            </a:extLst>
          </p:cNvPr>
          <p:cNvSpPr>
            <a:spLocks noGrp="1"/>
          </p:cNvSpPr>
          <p:nvPr>
            <p:ph type="body" idx="1"/>
          </p:nvPr>
        </p:nvSpPr>
        <p:spPr>
          <a:xfrm>
            <a:off x="574675" y="3314873"/>
            <a:ext cx="22590125" cy="8669339"/>
          </a:xfrm>
          <a:prstGeom prst="rect">
            <a:avLst/>
          </a:prstGeom>
          <a:ln w="12700"/>
        </p:spPr>
        <p:txBody>
          <a:bodyPr lIns="0" tIns="0" rIns="0" bIns="0"/>
          <a:lstStyle/>
          <a:p>
            <a:r>
              <a:t>Body Level One</a:t>
            </a:r>
          </a:p>
          <a:p>
            <a:pPr lvl="1">
              <a:buNone/>
            </a:pPr>
            <a:r>
              <a:t>Body Level Two</a:t>
            </a:r>
          </a:p>
          <a:p>
            <a:pPr lvl="2">
              <a:buNone/>
            </a:pPr>
            <a:r>
              <a:t>Body Level Three</a:t>
            </a:r>
          </a:p>
          <a:p>
            <a:pPr lvl="3">
              <a:buNone/>
            </a:pPr>
            <a:r>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idx="3"/>
          </p:nvPr>
        </p:nvSpPr>
        <p:spPr>
          <a:xfrm>
            <a:off x="568324" y="13272850"/>
            <a:ext cx="4956176" cy="246221"/>
          </a:xfrm>
          <a:prstGeom prst="rect">
            <a:avLst/>
          </a:prstGeom>
        </p:spPr>
        <p:txBody>
          <a:bodyPr vert="horz" lIns="0" tIns="0" rIns="0" bIns="0" anchor="b">
            <a:noAutofit/>
          </a:bodyPr>
          <a:lstStyle>
            <a:lvl1pPr algn="l">
              <a:buNone/>
              <a:defRPr sz="1600" b="0" i="0">
                <a:solidFill>
                  <a:schemeClr val="bg1"/>
                </a:solidFill>
                <a:latin typeface="IBM Plex Mono"/>
                <a:ea typeface="IBM Plex Mono"/>
                <a:cs typeface="IBM Plex Mono"/>
              </a:defRPr>
            </a:lvl1pPr>
          </a:lstStyle>
          <a:p>
            <a:r>
              <a:t>IBM TechXchange | © 2026 IBM Corporation</a:t>
            </a: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 id="2147483707" r:id="rId59"/>
    <p:sldLayoutId id="2147483708" r:id="rId60"/>
    <p:sldLayoutId id="2147483709" r:id="rId61"/>
    <p:sldLayoutId id="2147483710" r:id="rId62"/>
    <p:sldLayoutId id="2147483711" r:id="rId63"/>
    <p:sldLayoutId id="2147483712" r:id="rId64"/>
    <p:sldLayoutId id="2147483713" r:id="rId65"/>
    <p:sldLayoutId id="2147483714" r:id="rId66"/>
    <p:sldLayoutId id="2147483715" r:id="rId67"/>
    <p:sldLayoutId id="2147483716" r:id="rId68"/>
    <p:sldLayoutId id="2147483717" r:id="rId69"/>
    <p:sldLayoutId id="2147483718" r:id="rId70"/>
    <p:sldLayoutId id="2147483719" r:id="rId71"/>
    <p:sldLayoutId id="2147483720" r:id="rId72"/>
    <p:sldLayoutId id="2147483721" r:id="rId73"/>
    <p:sldLayoutId id="2147483722" r:id="rId74"/>
    <p:sldLayoutId id="2147483723" r:id="rId75"/>
    <p:sldLayoutId id="2147483724" r:id="rId76"/>
    <p:sldLayoutId id="2147483725" r:id="rId77"/>
    <p:sldLayoutId id="2147483726" r:id="rId78"/>
    <p:sldLayoutId id="2147483727" r:id="rId79"/>
    <p:sldLayoutId id="2147483728" r:id="rId80"/>
    <p:sldLayoutId id="2147483729" r:id="rId81"/>
    <p:sldLayoutId id="2147483730" r:id="rId82"/>
    <p:sldLayoutId id="2147483731" r:id="rId83"/>
    <p:sldLayoutId id="2147483732" r:id="rId84"/>
    <p:sldLayoutId id="2147483733" r:id="rId85"/>
    <p:sldLayoutId id="2147483734" r:id="rId86"/>
    <p:sldLayoutId id="2147483735" r:id="rId87"/>
    <p:sldLayoutId id="2147483736" r:id="rId88"/>
    <p:sldLayoutId id="2147483737" r:id="rId89"/>
    <p:sldLayoutId id="2147483738" r:id="rId90"/>
    <p:sldLayoutId id="2147483739" r:id="rId91"/>
  </p:sldLayoutIdLst>
  <p:hf hdr="0" dt="0"/>
  <p:txStyles>
    <p:titleStyle>
      <a:lvl1pPr marL="0" marR="0" indent="0" algn="l" defTabSz="2438400">
        <a:lnSpc>
          <a:spcPct val="90000"/>
        </a:lnSpc>
        <a:spcBef>
          <a:spcPts val="0"/>
        </a:spcBef>
        <a:spcAft>
          <a:spcPts val="0"/>
        </a:spcAft>
        <a:buClrTx/>
        <a:buSzTx/>
        <a:buFontTx/>
        <a:buNone/>
        <a:defRPr sz="6400" b="0" i="0" u="none" cap="none" spc="0" baseline="0">
          <a:solidFill>
            <a:schemeClr val="tx1"/>
          </a:solidFill>
          <a:latin typeface="+mj-lt"/>
          <a:ea typeface="+mj-lt"/>
          <a:cs typeface="+mj-lt"/>
        </a:defRPr>
      </a:lvl1pPr>
      <a:lvl2pPr marL="0" marR="0" indent="0" algn="l" defTabSz="2438400">
        <a:lnSpc>
          <a:spcPct val="90000"/>
        </a:lnSpc>
        <a:spcBef>
          <a:spcPts val="0"/>
        </a:spcBef>
        <a:spcAft>
          <a:spcPts val="0"/>
        </a:spcAft>
        <a:buClrTx/>
        <a:buSzTx/>
        <a:buFontTx/>
        <a:buNone/>
        <a:defRPr sz="6400" b="0" i="0" u="none" cap="none" spc="0" baseline="0">
          <a:solidFill>
            <a:srgbClr val="000000"/>
          </a:solidFill>
          <a:latin typeface="+mj-lt"/>
          <a:ea typeface="+mj-lt"/>
          <a:cs typeface="+mj-lt"/>
        </a:defRPr>
      </a:lvl2pPr>
      <a:lvl3pPr marL="0" marR="0" indent="0" algn="l" defTabSz="2438400">
        <a:lnSpc>
          <a:spcPct val="90000"/>
        </a:lnSpc>
        <a:spcBef>
          <a:spcPts val="0"/>
        </a:spcBef>
        <a:spcAft>
          <a:spcPts val="0"/>
        </a:spcAft>
        <a:buClrTx/>
        <a:buSzTx/>
        <a:buFontTx/>
        <a:buNone/>
        <a:defRPr sz="6400" b="0" i="0" u="none" cap="none" spc="0" baseline="0">
          <a:solidFill>
            <a:srgbClr val="000000"/>
          </a:solidFill>
          <a:latin typeface="+mj-lt"/>
          <a:ea typeface="+mj-lt"/>
          <a:cs typeface="+mj-lt"/>
        </a:defRPr>
      </a:lvl3pPr>
      <a:lvl4pPr marL="0" marR="0" indent="0" algn="l" defTabSz="2438400">
        <a:lnSpc>
          <a:spcPct val="90000"/>
        </a:lnSpc>
        <a:spcBef>
          <a:spcPts val="0"/>
        </a:spcBef>
        <a:spcAft>
          <a:spcPts val="0"/>
        </a:spcAft>
        <a:buClrTx/>
        <a:buSzTx/>
        <a:buFontTx/>
        <a:buNone/>
        <a:defRPr sz="6400" b="0" i="0" u="none" cap="none" spc="0" baseline="0">
          <a:solidFill>
            <a:srgbClr val="000000"/>
          </a:solidFill>
          <a:latin typeface="+mj-lt"/>
          <a:ea typeface="+mj-lt"/>
          <a:cs typeface="+mj-lt"/>
        </a:defRPr>
      </a:lvl4pPr>
      <a:lvl5pPr marL="0" marR="0" indent="0" algn="l" defTabSz="2438400">
        <a:lnSpc>
          <a:spcPct val="90000"/>
        </a:lnSpc>
        <a:spcBef>
          <a:spcPts val="0"/>
        </a:spcBef>
        <a:spcAft>
          <a:spcPts val="0"/>
        </a:spcAft>
        <a:buClrTx/>
        <a:buSzTx/>
        <a:buFontTx/>
        <a:buNone/>
        <a:defRPr sz="6400" b="0" i="0" u="none" cap="none" spc="0" baseline="0">
          <a:solidFill>
            <a:srgbClr val="000000"/>
          </a:solidFill>
          <a:latin typeface="+mj-lt"/>
          <a:ea typeface="+mj-lt"/>
          <a:cs typeface="+mj-lt"/>
        </a:defRPr>
      </a:lvl5pPr>
      <a:lvl6pPr marL="0" marR="0" indent="362568" algn="l" defTabSz="2438400">
        <a:lnSpc>
          <a:spcPct val="90000"/>
        </a:lnSpc>
        <a:spcBef>
          <a:spcPts val="0"/>
        </a:spcBef>
        <a:spcAft>
          <a:spcPts val="0"/>
        </a:spcAft>
        <a:buClrTx/>
        <a:buSzTx/>
        <a:buFontTx/>
        <a:buNone/>
        <a:defRPr sz="6400" b="0" i="0" u="none" cap="none" spc="0" baseline="0">
          <a:solidFill>
            <a:srgbClr val="000000"/>
          </a:solidFill>
          <a:latin typeface="+mj-lt"/>
          <a:ea typeface="+mj-lt"/>
          <a:cs typeface="+mj-lt"/>
        </a:defRPr>
      </a:lvl6pPr>
      <a:lvl7pPr marL="0" marR="0" indent="725139" algn="l" defTabSz="2438400">
        <a:lnSpc>
          <a:spcPct val="90000"/>
        </a:lnSpc>
        <a:spcBef>
          <a:spcPts val="0"/>
        </a:spcBef>
        <a:spcAft>
          <a:spcPts val="0"/>
        </a:spcAft>
        <a:buClrTx/>
        <a:buSzTx/>
        <a:buFontTx/>
        <a:buNone/>
        <a:defRPr sz="6400" b="0" i="0" u="none" cap="none" spc="0" baseline="0">
          <a:solidFill>
            <a:srgbClr val="000000"/>
          </a:solidFill>
          <a:latin typeface="+mj-lt"/>
          <a:ea typeface="+mj-lt"/>
          <a:cs typeface="+mj-lt"/>
        </a:defRPr>
      </a:lvl7pPr>
      <a:lvl8pPr marL="0" marR="0" indent="1087706" algn="l" defTabSz="2438400">
        <a:lnSpc>
          <a:spcPct val="90000"/>
        </a:lnSpc>
        <a:spcBef>
          <a:spcPts val="0"/>
        </a:spcBef>
        <a:spcAft>
          <a:spcPts val="0"/>
        </a:spcAft>
        <a:buClrTx/>
        <a:buSzTx/>
        <a:buFontTx/>
        <a:buNone/>
        <a:defRPr sz="6400" b="0" i="0" u="none" cap="none" spc="0" baseline="0">
          <a:solidFill>
            <a:srgbClr val="000000"/>
          </a:solidFill>
          <a:latin typeface="+mj-lt"/>
          <a:ea typeface="+mj-lt"/>
          <a:cs typeface="+mj-lt"/>
        </a:defRPr>
      </a:lvl8pPr>
      <a:lvl9pPr marL="0" marR="0" indent="1450276" algn="l" defTabSz="2438400">
        <a:lnSpc>
          <a:spcPct val="90000"/>
        </a:lnSpc>
        <a:spcBef>
          <a:spcPts val="0"/>
        </a:spcBef>
        <a:spcAft>
          <a:spcPts val="0"/>
        </a:spcAft>
        <a:buClrTx/>
        <a:buSzTx/>
        <a:buFontTx/>
        <a:buNone/>
        <a:defRPr sz="6400" b="0" i="0" u="none" cap="none" spc="0" baseline="0">
          <a:solidFill>
            <a:srgbClr val="000000"/>
          </a:solidFill>
          <a:latin typeface="+mj-lt"/>
          <a:ea typeface="+mj-lt"/>
          <a:cs typeface="+mj-lt"/>
        </a:defRPr>
      </a:lvl9pPr>
    </p:titleStyle>
    <p:bodyStyle>
      <a:lvl1pPr marL="0" marR="0" indent="0" algn="l" defTabSz="2438400">
        <a:lnSpc>
          <a:spcPct val="110000"/>
        </a:lnSpc>
        <a:spcBef>
          <a:spcPts val="0"/>
        </a:spcBef>
        <a:spcAft>
          <a:spcPts val="0"/>
        </a:spcAft>
        <a:buClrTx/>
        <a:buSzTx/>
        <a:buFontTx/>
        <a:buNone/>
        <a:defRPr sz="3600" b="0" i="0" u="none" cap="none" spc="0" baseline="0">
          <a:solidFill>
            <a:schemeClr val="tx1"/>
          </a:solidFill>
          <a:latin typeface="+mj-lt"/>
          <a:ea typeface="+mj-lt"/>
          <a:cs typeface="+mj-lt"/>
        </a:defRPr>
      </a:lvl1pPr>
      <a:lvl2pPr marL="329184" marR="0" indent="-329184" algn="l" defTabSz="2438400">
        <a:lnSpc>
          <a:spcPct val="110000"/>
        </a:lnSpc>
        <a:spcBef>
          <a:spcPts val="0"/>
        </a:spcBef>
        <a:spcAft>
          <a:spcPts val="0"/>
        </a:spcAft>
        <a:buClrTx/>
        <a:buSzPct val="100000"/>
        <a:buFont typeface="Arial"/>
        <a:buChar char="•"/>
        <a:defRPr sz="3600" b="0" i="0" u="none" cap="none" spc="0" baseline="0">
          <a:solidFill>
            <a:schemeClr val="tx1"/>
          </a:solidFill>
          <a:latin typeface="+mj-lt"/>
          <a:ea typeface="+mj-lt"/>
          <a:cs typeface="+mj-lt"/>
        </a:defRPr>
      </a:lvl2pPr>
      <a:lvl3pPr marL="658368" marR="0" indent="-329184" algn="l" defTabSz="2438400">
        <a:lnSpc>
          <a:spcPct val="110000"/>
        </a:lnSpc>
        <a:spcBef>
          <a:spcPts val="0"/>
        </a:spcBef>
        <a:spcAft>
          <a:spcPts val="0"/>
        </a:spcAft>
        <a:buClrTx/>
        <a:buSzPct val="100000"/>
        <a:buFontTx/>
        <a:buChar char="•"/>
        <a:defRPr sz="3600" b="0" i="0" u="none" cap="none" spc="0" baseline="0">
          <a:solidFill>
            <a:schemeClr val="tx1"/>
          </a:solidFill>
          <a:latin typeface="+mj-lt"/>
          <a:ea typeface="+mj-lt"/>
          <a:cs typeface="+mj-lt"/>
        </a:defRPr>
      </a:lvl3pPr>
      <a:lvl4pPr marL="987552" marR="0" indent="-329184" algn="l" defTabSz="2438400">
        <a:lnSpc>
          <a:spcPct val="110000"/>
        </a:lnSpc>
        <a:spcBef>
          <a:spcPts val="0"/>
        </a:spcBef>
        <a:spcAft>
          <a:spcPts val="0"/>
        </a:spcAft>
        <a:buClrTx/>
        <a:buSzPct val="100000"/>
        <a:buFont typeface="Arial"/>
        <a:buChar char="•"/>
        <a:defRPr sz="3600" b="0" i="0" u="none" cap="none" spc="0" baseline="0">
          <a:solidFill>
            <a:schemeClr val="tx1"/>
          </a:solidFill>
          <a:latin typeface="+mj-lt"/>
          <a:ea typeface="+mj-lt"/>
          <a:cs typeface="+mj-lt"/>
        </a:defRPr>
      </a:lvl4pPr>
      <a:lvl5pPr marL="1143000" marR="0" indent="-457200" algn="l" defTabSz="2438400">
        <a:lnSpc>
          <a:spcPct val="110000"/>
        </a:lnSpc>
        <a:spcBef>
          <a:spcPts val="2900"/>
        </a:spcBef>
        <a:spcAft>
          <a:spcPts val="0"/>
        </a:spcAft>
        <a:buClrTx/>
        <a:buSzPct val="100000"/>
        <a:buFont typeface="Arial"/>
        <a:buChar char="•"/>
        <a:defRPr sz="3600" b="0" i="0" u="none" cap="none" spc="0" baseline="0">
          <a:solidFill>
            <a:srgbClr val="000000"/>
          </a:solidFill>
          <a:latin typeface="+mj-lt"/>
          <a:ea typeface="+mj-lt"/>
          <a:cs typeface="+mj-lt"/>
        </a:defRPr>
      </a:lvl5pPr>
      <a:lvl6pPr marL="1843060" marR="0" indent="-389009" algn="l" defTabSz="2438400">
        <a:lnSpc>
          <a:spcPct val="100000"/>
        </a:lnSpc>
        <a:spcBef>
          <a:spcPts val="2900"/>
        </a:spcBef>
        <a:spcAft>
          <a:spcPts val="0"/>
        </a:spcAft>
        <a:buClrTx/>
        <a:buSzPct val="100000"/>
        <a:buFontTx/>
        <a:buChar char="»"/>
        <a:defRPr sz="3600" b="0" i="0" u="none" cap="none" spc="0" baseline="0">
          <a:solidFill>
            <a:srgbClr val="000000"/>
          </a:solidFill>
          <a:latin typeface="+mj-lt"/>
          <a:ea typeface="+mj-lt"/>
          <a:cs typeface="+mj-lt"/>
        </a:defRPr>
      </a:lvl6pPr>
      <a:lvl7pPr marL="2205631" marR="0" indent="-389009" algn="l" defTabSz="2438400">
        <a:lnSpc>
          <a:spcPct val="100000"/>
        </a:lnSpc>
        <a:spcBef>
          <a:spcPts val="2900"/>
        </a:spcBef>
        <a:spcAft>
          <a:spcPts val="0"/>
        </a:spcAft>
        <a:buClrTx/>
        <a:buSzPct val="100000"/>
        <a:buFontTx/>
        <a:buChar char="»"/>
        <a:defRPr sz="3600" b="0" i="0" u="none" cap="none" spc="0" baseline="0">
          <a:solidFill>
            <a:srgbClr val="000000"/>
          </a:solidFill>
          <a:latin typeface="+mj-lt"/>
          <a:ea typeface="+mj-lt"/>
          <a:cs typeface="+mj-lt"/>
        </a:defRPr>
      </a:lvl7pPr>
      <a:lvl8pPr marL="2568200" marR="0" indent="-389009" algn="l" defTabSz="2438400">
        <a:lnSpc>
          <a:spcPct val="100000"/>
        </a:lnSpc>
        <a:spcBef>
          <a:spcPts val="2900"/>
        </a:spcBef>
        <a:spcAft>
          <a:spcPts val="0"/>
        </a:spcAft>
        <a:buClrTx/>
        <a:buSzPct val="100000"/>
        <a:buFontTx/>
        <a:buChar char="»"/>
        <a:defRPr sz="3600" b="0" i="0" u="none" cap="none" spc="0" baseline="0">
          <a:solidFill>
            <a:srgbClr val="000000"/>
          </a:solidFill>
          <a:latin typeface="+mj-lt"/>
          <a:ea typeface="+mj-lt"/>
          <a:cs typeface="+mj-lt"/>
        </a:defRPr>
      </a:lvl8pPr>
      <a:lvl9pPr marL="2930769" marR="0" indent="-389009" algn="l" defTabSz="2438400">
        <a:lnSpc>
          <a:spcPct val="100000"/>
        </a:lnSpc>
        <a:spcBef>
          <a:spcPts val="2900"/>
        </a:spcBef>
        <a:spcAft>
          <a:spcPts val="0"/>
        </a:spcAft>
        <a:buClrTx/>
        <a:buSzPct val="100000"/>
        <a:buFontTx/>
        <a:buChar char="»"/>
        <a:defRPr sz="3600" b="0" i="0" u="none" cap="none" spc="0" baseline="0">
          <a:solidFill>
            <a:srgbClr val="000000"/>
          </a:solidFill>
          <a:latin typeface="+mj-lt"/>
          <a:ea typeface="+mj-lt"/>
          <a:cs typeface="+mj-lt"/>
        </a:defRPr>
      </a:lvl9pPr>
    </p:bodyStyle>
    <p:otherStyle>
      <a:lvl1pPr marL="0" marR="0" indent="0" algn="r" defTabSz="1829287">
        <a:lnSpc>
          <a:spcPct val="100000"/>
        </a:lnSpc>
        <a:spcBef>
          <a:spcPts val="0"/>
        </a:spcBef>
        <a:spcAft>
          <a:spcPts val="0"/>
        </a:spcAft>
        <a:buClrTx/>
        <a:buSzTx/>
        <a:buFontTx/>
        <a:buNone/>
        <a:defRPr sz="1600" b="0" i="0" u="none" cap="none" spc="0" baseline="0">
          <a:solidFill>
            <a:schemeClr val="tx1"/>
          </a:solidFill>
          <a:latin typeface="+mn-lt"/>
          <a:ea typeface="+mn-lt"/>
          <a:cs typeface="+mn-lt"/>
        </a:defRPr>
      </a:lvl1pPr>
      <a:lvl2pPr marL="0" marR="0" indent="342991" algn="r" defTabSz="1829287">
        <a:lnSpc>
          <a:spcPct val="100000"/>
        </a:lnSpc>
        <a:spcBef>
          <a:spcPts val="0"/>
        </a:spcBef>
        <a:spcAft>
          <a:spcPts val="0"/>
        </a:spcAft>
        <a:buClrTx/>
        <a:buSzTx/>
        <a:buFontTx/>
        <a:buNone/>
        <a:defRPr sz="1600" b="0" i="0" u="none" cap="none" spc="0" baseline="0">
          <a:solidFill>
            <a:schemeClr val="tx1"/>
          </a:solidFill>
          <a:latin typeface="+mn-lt"/>
          <a:ea typeface="+mn-lt"/>
          <a:cs typeface="+mn-lt"/>
        </a:defRPr>
      </a:lvl2pPr>
      <a:lvl3pPr marL="0" marR="0" indent="685982" algn="r" defTabSz="1829287">
        <a:lnSpc>
          <a:spcPct val="100000"/>
        </a:lnSpc>
        <a:spcBef>
          <a:spcPts val="0"/>
        </a:spcBef>
        <a:spcAft>
          <a:spcPts val="0"/>
        </a:spcAft>
        <a:buClrTx/>
        <a:buSzTx/>
        <a:buFontTx/>
        <a:buNone/>
        <a:defRPr sz="1600" b="0" i="0" u="none" cap="none" spc="0" baseline="0">
          <a:solidFill>
            <a:schemeClr val="tx1"/>
          </a:solidFill>
          <a:latin typeface="+mn-lt"/>
          <a:ea typeface="+mn-lt"/>
          <a:cs typeface="+mn-lt"/>
        </a:defRPr>
      </a:lvl3pPr>
      <a:lvl4pPr marL="0" marR="0" indent="1028974" algn="r" defTabSz="1829287">
        <a:lnSpc>
          <a:spcPct val="100000"/>
        </a:lnSpc>
        <a:spcBef>
          <a:spcPts val="0"/>
        </a:spcBef>
        <a:spcAft>
          <a:spcPts val="0"/>
        </a:spcAft>
        <a:buClrTx/>
        <a:buSzTx/>
        <a:buFontTx/>
        <a:buNone/>
        <a:defRPr sz="1600" b="0" i="0" u="none" cap="none" spc="0" baseline="0">
          <a:solidFill>
            <a:schemeClr val="tx1"/>
          </a:solidFill>
          <a:latin typeface="+mn-lt"/>
          <a:ea typeface="+mn-lt"/>
          <a:cs typeface="+mn-lt"/>
        </a:defRPr>
      </a:lvl4pPr>
      <a:lvl5pPr marL="0" marR="0" indent="1371965" algn="r" defTabSz="1829287">
        <a:lnSpc>
          <a:spcPct val="100000"/>
        </a:lnSpc>
        <a:spcBef>
          <a:spcPts val="0"/>
        </a:spcBef>
        <a:spcAft>
          <a:spcPts val="0"/>
        </a:spcAft>
        <a:buClrTx/>
        <a:buSzTx/>
        <a:buFontTx/>
        <a:buNone/>
        <a:defRPr sz="1600" b="0" i="0" u="none" cap="none" spc="0" baseline="0">
          <a:solidFill>
            <a:schemeClr val="tx1"/>
          </a:solidFill>
          <a:latin typeface="+mn-lt"/>
          <a:ea typeface="+mn-lt"/>
          <a:cs typeface="+mn-lt"/>
        </a:defRPr>
      </a:lvl5pPr>
      <a:lvl6pPr marL="0" marR="0" indent="1714956" algn="r" defTabSz="1829287">
        <a:lnSpc>
          <a:spcPct val="100000"/>
        </a:lnSpc>
        <a:spcBef>
          <a:spcPts val="0"/>
        </a:spcBef>
        <a:spcAft>
          <a:spcPts val="0"/>
        </a:spcAft>
        <a:buClrTx/>
        <a:buSzTx/>
        <a:buFontTx/>
        <a:buNone/>
        <a:defRPr sz="1600" b="0" i="0" u="none" cap="none" spc="0" baseline="0">
          <a:solidFill>
            <a:schemeClr val="tx1"/>
          </a:solidFill>
          <a:latin typeface="+mn-lt"/>
          <a:ea typeface="+mn-lt"/>
          <a:cs typeface="+mn-lt"/>
        </a:defRPr>
      </a:lvl6pPr>
      <a:lvl7pPr marL="0" marR="0" indent="2057948" algn="r" defTabSz="1829287">
        <a:lnSpc>
          <a:spcPct val="100000"/>
        </a:lnSpc>
        <a:spcBef>
          <a:spcPts val="0"/>
        </a:spcBef>
        <a:spcAft>
          <a:spcPts val="0"/>
        </a:spcAft>
        <a:buClrTx/>
        <a:buSzTx/>
        <a:buFontTx/>
        <a:buNone/>
        <a:defRPr sz="1600" b="0" i="0" u="none" cap="none" spc="0" baseline="0">
          <a:solidFill>
            <a:schemeClr val="tx1"/>
          </a:solidFill>
          <a:latin typeface="+mn-lt"/>
          <a:ea typeface="+mn-lt"/>
          <a:cs typeface="+mn-lt"/>
        </a:defRPr>
      </a:lvl7pPr>
      <a:lvl8pPr marL="0" marR="0" indent="2400940" algn="r" defTabSz="1829287">
        <a:lnSpc>
          <a:spcPct val="100000"/>
        </a:lnSpc>
        <a:spcBef>
          <a:spcPts val="0"/>
        </a:spcBef>
        <a:spcAft>
          <a:spcPts val="0"/>
        </a:spcAft>
        <a:buClrTx/>
        <a:buSzTx/>
        <a:buFontTx/>
        <a:buNone/>
        <a:defRPr sz="1600" b="0" i="0" u="none" cap="none" spc="0" baseline="0">
          <a:solidFill>
            <a:schemeClr val="tx1"/>
          </a:solidFill>
          <a:latin typeface="+mn-lt"/>
          <a:ea typeface="+mn-lt"/>
          <a:cs typeface="+mn-lt"/>
        </a:defRPr>
      </a:lvl8pPr>
      <a:lvl9pPr marL="0" marR="0" indent="2743931" algn="r" defTabSz="1829287">
        <a:lnSpc>
          <a:spcPct val="100000"/>
        </a:lnSpc>
        <a:spcBef>
          <a:spcPts val="0"/>
        </a:spcBef>
        <a:spcAft>
          <a:spcPts val="0"/>
        </a:spcAft>
        <a:buClrTx/>
        <a:buSzTx/>
        <a:buFontTx/>
        <a:buNone/>
        <a:defRPr sz="1600" b="0" i="0" u="none" cap="none" spc="0" baseline="0">
          <a:solidFill>
            <a:schemeClr val="tx1"/>
          </a:solidFill>
          <a:latin typeface="+mn-lt"/>
          <a:ea typeface="+mn-lt"/>
          <a:cs typeface="+mn-lt"/>
        </a:defRPr>
      </a:lvl9pPr>
    </p:otherStyle>
  </p:txStyles>
  <p:extLst>
    <p:ext uri="{27BBF7A9-308A-43DC-89C8-2F10F3537804}">
      <p15:sldGuideLst xmlns:p15="http://schemas.microsoft.com/office/powerpoint/2012/main">
        <p15:guide id="1" orient="horz" pos="4320">
          <p15:clr>
            <a:srgbClr val="0F62FE"/>
          </p15:clr>
        </p15:guide>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7" orient="horz" pos="2160">
          <p15:clr>
            <a:srgbClr val="0F62FE"/>
          </p15:clr>
        </p15:guide>
        <p15:guide id="19" orient="horz" pos="3240">
          <p15:clr>
            <a:srgbClr val="EE5396"/>
          </p15:clr>
        </p15:guide>
        <p15:guide id="20" orient="horz" pos="1056">
          <p15:clr>
            <a:srgbClr val="EE5396"/>
          </p15:clr>
        </p15:guide>
        <p15:guide id="21" orient="horz" pos="336" userDrawn="1">
          <p15:clr>
            <a:srgbClr val="EE5396"/>
          </p15:clr>
        </p15:guide>
        <p15:guide id="22" orient="horz" pos="5400">
          <p15:clr>
            <a:srgbClr val="EE5396"/>
          </p15:clr>
        </p15:guide>
        <p15:guide id="24" orient="horz" pos="7557">
          <p15:clr>
            <a:srgbClr val="EE5396"/>
          </p15:clr>
        </p15:guide>
        <p15:guide id="25" orient="horz" pos="8273">
          <p15:clr>
            <a:srgbClr val="EE5396"/>
          </p15:clr>
        </p15:guide>
        <p15:guide id="26" pos="7680">
          <p15:clr>
            <a:srgbClr val="0F62FE"/>
          </p15:clr>
        </p15:guide>
        <p15:guide id="27" pos="11520">
          <p15:clr>
            <a:srgbClr val="0F62FE"/>
          </p15:clr>
        </p15:guide>
        <p15:guide id="28" orient="horz" pos="6480">
          <p15:clr>
            <a:srgbClr val="0F62FE"/>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41" r:id="rId1"/>
    <p:sldLayoutId id="2147483742" r:id="rId2"/>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92.xml"/><Relationship Id="rId5" Type="http://schemas.openxmlformats.org/officeDocument/2006/relationships/image" Target="../media/image11.svg"/><Relationship Id="rId4" Type="http://schemas.openxmlformats.org/officeDocument/2006/relationships/image" Target="../media/image10.svg"/></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93.xml"/><Relationship Id="rId5" Type="http://schemas.openxmlformats.org/officeDocument/2006/relationships/image" Target="../media/image13.png"/><Relationship Id="rId4" Type="http://schemas.openxmlformats.org/officeDocument/2006/relationships/hyperlink" Target="mailto:email.address@ibm.com"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75.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3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3.xml"/></Relationships>
</file>

<file path=ppt/slides/_rels/slide8.xml.rels><?xml version="1.0" encoding="UTF-8" standalone="yes"?>
<Relationships xmlns="http://schemas.openxmlformats.org/package/2006/relationships"><Relationship Id="rId3" Type="http://schemas.openxmlformats.org/officeDocument/2006/relationships/hyperlink" Target="http://ibm.com/trademark" TargetMode="External"/><Relationship Id="rId2" Type="http://schemas.openxmlformats.org/officeDocument/2006/relationships/notesSlide" Target="../notesSlides/notesSlide8.xml"/><Relationship Id="rId1" Type="http://schemas.openxmlformats.org/officeDocument/2006/relationships/slideLayout" Target="../slideLayouts/slideLayout9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F39EA280-B91A-0E25-25CB-ABBF16B7A81D}"/>
              </a:ext>
            </a:extLst>
          </p:cNvPr>
          <p:cNvSpPr>
            <a:spLocks noGrp="1"/>
          </p:cNvSpPr>
          <p:nvPr/>
        </p:nvSpPr>
        <p:spPr>
          <a:xfrm>
            <a:off x="17527667" y="3441891"/>
            <a:ext cx="3429154" cy="6858342"/>
          </a:xfrm>
          <a:custGeom>
            <a:avLst/>
            <a:gdLst>
              <a:gd name="csX0" fmla="*/ 3429155 w 3429154"/>
              <a:gd name="csY0" fmla="*/ 3429260 h 6858342"/>
              <a:gd name="csX1" fmla="*/ 0 w 3429154"/>
              <a:gd name="csY1" fmla="*/ 6858343 h 6858342"/>
              <a:gd name="csX2" fmla="*/ 1 w 3429154"/>
              <a:gd name="csY2" fmla="*/ 0 h 6858342"/>
              <a:gd name="csX3" fmla="*/ 3429155 w 3429154"/>
              <a:gd name="csY3" fmla="*/ 3429260 h 6858342"/>
            </a:gdLst>
            <a:ahLst/>
            <a:cxnLst/>
            <a:rect l="l" t="t" r="r" b="b"/>
            <a:pathLst>
              <a:path w="3429154" h="6858342">
                <a:moveTo>
                  <a:pt x="3429155" y="3429260"/>
                </a:moveTo>
                <a:lnTo>
                  <a:pt x="0" y="6858343"/>
                </a:lnTo>
                <a:lnTo>
                  <a:pt x="1" y="0"/>
                </a:lnTo>
                <a:lnTo>
                  <a:pt x="3429155" y="3429260"/>
                </a:lnTo>
                <a:close/>
              </a:path>
            </a:pathLst>
          </a:custGeom>
          <a:gradFill>
            <a:gsLst>
              <a:gs pos="10000">
                <a:srgbClr val="8A3FFC"/>
              </a:gs>
              <a:gs pos="50000">
                <a:srgbClr val="D02670"/>
              </a:gs>
              <a:gs pos="90000">
                <a:srgbClr val="FA4D56"/>
              </a:gs>
            </a:gsLst>
            <a:lin ang="18900000" scaled="0"/>
          </a:gradFill>
          <a:ln w="12700">
            <a:noFill/>
            <a:prstDash val="solid"/>
          </a:ln>
        </p:spPr>
        <p:txBody>
          <a:bodyPr/>
          <a:lstStyle/>
          <a:p>
            <a:pPr defTabSz="914400">
              <a:buNone/>
            </a:pPr>
            <a:endParaRPr sz="1800">
              <a:solidFill>
                <a:prstClr val="black"/>
              </a:solidFill>
              <a:latin typeface="Calibri"/>
              <a:ea typeface="Calibri"/>
              <a:cs typeface="Calibri"/>
            </a:endParaRPr>
          </a:p>
        </p:txBody>
      </p:sp>
      <p:sp>
        <p:nvSpPr>
          <p:cNvPr id="28" name="Freeform 27">
            <a:extLst>
              <a:ext uri="{FF2B5EF4-FFF2-40B4-BE49-F238E27FC236}">
                <a16:creationId xmlns:a16="http://schemas.microsoft.com/office/drawing/2014/main" id="{219C3901-7FAA-842D-9A29-33DCACB6092B}"/>
              </a:ext>
            </a:extLst>
          </p:cNvPr>
          <p:cNvSpPr>
            <a:spLocks noGrp="1"/>
          </p:cNvSpPr>
          <p:nvPr/>
        </p:nvSpPr>
        <p:spPr>
          <a:xfrm>
            <a:off x="20956835" y="3441891"/>
            <a:ext cx="3429153" cy="6858342"/>
          </a:xfrm>
          <a:custGeom>
            <a:avLst/>
            <a:gdLst>
              <a:gd name="csX0" fmla="*/ 3429154 w 3429153"/>
              <a:gd name="csY0" fmla="*/ 3429260 h 6858342"/>
              <a:gd name="csX1" fmla="*/ 0 w 3429153"/>
              <a:gd name="csY1" fmla="*/ 6858342 h 6858342"/>
              <a:gd name="csX2" fmla="*/ 0 w 3429153"/>
              <a:gd name="csY2" fmla="*/ 0 h 6858342"/>
              <a:gd name="csX3" fmla="*/ 3429154 w 3429153"/>
              <a:gd name="csY3" fmla="*/ 3429260 h 6858342"/>
            </a:gdLst>
            <a:ahLst/>
            <a:cxnLst/>
            <a:rect l="l" t="t" r="r" b="b"/>
            <a:pathLst>
              <a:path w="3429153" h="6858342">
                <a:moveTo>
                  <a:pt x="3429154" y="3429260"/>
                </a:moveTo>
                <a:lnTo>
                  <a:pt x="0" y="6858342"/>
                </a:lnTo>
                <a:lnTo>
                  <a:pt x="0" y="0"/>
                </a:lnTo>
                <a:lnTo>
                  <a:pt x="3429154" y="3429260"/>
                </a:lnTo>
                <a:close/>
              </a:path>
            </a:pathLst>
          </a:custGeom>
          <a:gradFill>
            <a:gsLst>
              <a:gs pos="10000">
                <a:srgbClr val="8A3FFC"/>
              </a:gs>
              <a:gs pos="50000">
                <a:srgbClr val="D02670"/>
              </a:gs>
              <a:gs pos="90000">
                <a:srgbClr val="FA4D56"/>
              </a:gs>
            </a:gsLst>
            <a:lin ang="18900000" scaled="0"/>
          </a:gradFill>
          <a:ln w="12700">
            <a:noFill/>
            <a:prstDash val="solid"/>
          </a:ln>
        </p:spPr>
        <p:txBody>
          <a:bodyPr/>
          <a:lstStyle/>
          <a:p>
            <a:pPr defTabSz="914400">
              <a:buNone/>
            </a:pPr>
            <a:endParaRPr sz="1800">
              <a:solidFill>
                <a:prstClr val="black"/>
              </a:solidFill>
              <a:latin typeface="Calibri"/>
              <a:ea typeface="Calibri"/>
              <a:cs typeface="Calibri"/>
            </a:endParaRPr>
          </a:p>
        </p:txBody>
      </p:sp>
      <p:pic>
        <p:nvPicPr>
          <p:cNvPr id="73" name="Picture 24"/>
          <p:cNvPicPr>
            <a:picLocks noChangeAspect="1"/>
          </p:cNvPicPr>
          <p:nvPr/>
        </p:nvPicPr>
        <p:blipFill>
          <a:blip r:embed="rId3"/>
          <a:stretch>
            <a:fillRect/>
          </a:stretch>
        </p:blipFill>
        <p:spPr>
          <a:xfrm>
            <a:off x="253786" y="11424448"/>
            <a:ext cx="6033958" cy="1915542"/>
          </a:xfrm>
          <a:prstGeom prst="rect">
            <a:avLst/>
          </a:prstGeom>
        </p:spPr>
      </p:pic>
      <p:sp>
        <p:nvSpPr>
          <p:cNvPr id="51" name="Freeform 50">
            <a:extLst>
              <a:ext uri="{FF2B5EF4-FFF2-40B4-BE49-F238E27FC236}">
                <a16:creationId xmlns:a16="http://schemas.microsoft.com/office/drawing/2014/main" id="{078F9826-A968-9204-3352-55A461D32587}"/>
              </a:ext>
            </a:extLst>
          </p:cNvPr>
          <p:cNvSpPr>
            <a:spLocks noGrp="1"/>
          </p:cNvSpPr>
          <p:nvPr/>
        </p:nvSpPr>
        <p:spPr>
          <a:xfrm>
            <a:off x="13985377" y="7153981"/>
            <a:ext cx="3291987" cy="2863343"/>
          </a:xfrm>
          <a:custGeom>
            <a:avLst/>
            <a:gdLst>
              <a:gd name="csX0" fmla="*/ 2905445 w 3904429"/>
              <a:gd name="csY0" fmla="*/ 3396040 h 3396040"/>
              <a:gd name="csX1" fmla="*/ 998985 w 3904429"/>
              <a:gd name="csY1" fmla="*/ 3396040 h 3396040"/>
              <a:gd name="csX2" fmla="*/ 959331 w 3904429"/>
              <a:gd name="csY2" fmla="*/ 3373163 h 3396040"/>
              <a:gd name="csX3" fmla="*/ 6101 w 3904429"/>
              <a:gd name="csY3" fmla="*/ 1719627 h 3396040"/>
              <a:gd name="csX4" fmla="*/ 6101 w 3904429"/>
              <a:gd name="csY4" fmla="*/ 1673872 h 3396040"/>
              <a:gd name="csX5" fmla="*/ 959331 w 3904429"/>
              <a:gd name="csY5" fmla="*/ 22877 h 3396040"/>
              <a:gd name="csX6" fmla="*/ 998985 w 3904429"/>
              <a:gd name="csY6" fmla="*/ 0 h 3396040"/>
              <a:gd name="csX7" fmla="*/ 2905445 w 3904429"/>
              <a:gd name="csY7" fmla="*/ 0 h 3396040"/>
              <a:gd name="csX8" fmla="*/ 2945099 w 3904429"/>
              <a:gd name="csY8" fmla="*/ 22877 h 3396040"/>
              <a:gd name="csX9" fmla="*/ 3898329 w 3904429"/>
              <a:gd name="csY9" fmla="*/ 1673872 h 3396040"/>
              <a:gd name="csX10" fmla="*/ 3898329 w 3904429"/>
              <a:gd name="csY10" fmla="*/ 1719627 h 3396040"/>
              <a:gd name="csX11" fmla="*/ 2945099 w 3904429"/>
              <a:gd name="csY11" fmla="*/ 3373163 h 3396040"/>
              <a:gd name="csX12" fmla="*/ 2905445 w 3904429"/>
              <a:gd name="csY12" fmla="*/ 3396040 h 3396040"/>
              <a:gd name="csX13" fmla="*/ 1078294 w 3904429"/>
              <a:gd name="csY13" fmla="*/ 3304530 h 3396040"/>
              <a:gd name="csX14" fmla="*/ 2826263 w 3904429"/>
              <a:gd name="csY14" fmla="*/ 3304530 h 3396040"/>
              <a:gd name="csX15" fmla="*/ 1952342 w 3904429"/>
              <a:gd name="csY15" fmla="*/ 1789530 h 3396040"/>
              <a:gd name="csX16" fmla="*/ 1078421 w 3904429"/>
              <a:gd name="csY16" fmla="*/ 3304530 h 3396040"/>
              <a:gd name="csX17" fmla="*/ 2030761 w 3904429"/>
              <a:gd name="csY17" fmla="*/ 1742504 h 3396040"/>
              <a:gd name="csX18" fmla="*/ 2905445 w 3904429"/>
              <a:gd name="csY18" fmla="*/ 3258648 h 3396040"/>
              <a:gd name="csX19" fmla="*/ 3779493 w 3904429"/>
              <a:gd name="csY19" fmla="*/ 1742504 h 3396040"/>
              <a:gd name="csX20" fmla="*/ 2030761 w 3904429"/>
              <a:gd name="csY20" fmla="*/ 1742504 h 3396040"/>
              <a:gd name="csX21" fmla="*/ 124937 w 3904429"/>
              <a:gd name="csY21" fmla="*/ 1742504 h 3396040"/>
              <a:gd name="csX22" fmla="*/ 998985 w 3904429"/>
              <a:gd name="csY22" fmla="*/ 3258648 h 3396040"/>
              <a:gd name="csX23" fmla="*/ 1873669 w 3904429"/>
              <a:gd name="csY23" fmla="*/ 1742504 h 3396040"/>
              <a:gd name="csX24" fmla="*/ 124937 w 3904429"/>
              <a:gd name="csY24" fmla="*/ 1742504 h 3396040"/>
              <a:gd name="csX25" fmla="*/ 2032159 w 3904429"/>
              <a:gd name="csY25" fmla="*/ 1650994 h 3396040"/>
              <a:gd name="csX26" fmla="*/ 3779493 w 3904429"/>
              <a:gd name="csY26" fmla="*/ 1650994 h 3396040"/>
              <a:gd name="csX27" fmla="*/ 2905572 w 3904429"/>
              <a:gd name="csY27" fmla="*/ 137265 h 3396040"/>
              <a:gd name="csX28" fmla="*/ 2032286 w 3904429"/>
              <a:gd name="csY28" fmla="*/ 1650994 h 3396040"/>
              <a:gd name="csX29" fmla="*/ 125064 w 3904429"/>
              <a:gd name="csY29" fmla="*/ 1650994 h 3396040"/>
              <a:gd name="csX30" fmla="*/ 1872398 w 3904429"/>
              <a:gd name="csY30" fmla="*/ 1650994 h 3396040"/>
              <a:gd name="csX31" fmla="*/ 998985 w 3904429"/>
              <a:gd name="csY31" fmla="*/ 137265 h 3396040"/>
              <a:gd name="csX32" fmla="*/ 125064 w 3904429"/>
              <a:gd name="csY32" fmla="*/ 1650994 h 3396040"/>
              <a:gd name="csX33" fmla="*/ 1078294 w 3904429"/>
              <a:gd name="csY33" fmla="*/ 91510 h 3396040"/>
              <a:gd name="csX34" fmla="*/ 1952215 w 3904429"/>
              <a:gd name="csY34" fmla="*/ 1606510 h 3396040"/>
              <a:gd name="csX35" fmla="*/ 2826136 w 3904429"/>
              <a:gd name="csY35" fmla="*/ 91510 h 3396040"/>
              <a:gd name="csX36" fmla="*/ 1078167 w 3904429"/>
              <a:gd name="csY36" fmla="*/ 91510 h 3396040"/>
            </a:gdLst>
            <a:ahLst/>
            <a:cxnLst/>
            <a:rect l="l" t="t" r="r" b="b"/>
            <a:pathLst>
              <a:path w="3904429" h="3396040">
                <a:moveTo>
                  <a:pt x="2905445" y="3396040"/>
                </a:moveTo>
                <a:lnTo>
                  <a:pt x="998985" y="3396040"/>
                </a:lnTo>
                <a:cubicBezTo>
                  <a:pt x="982589" y="3396040"/>
                  <a:pt x="967465" y="3387271"/>
                  <a:pt x="959331" y="3373163"/>
                </a:cubicBezTo>
                <a:lnTo>
                  <a:pt x="6101" y="1719627"/>
                </a:lnTo>
                <a:cubicBezTo>
                  <a:pt x="-2034" y="1705519"/>
                  <a:pt x="-2034" y="1687979"/>
                  <a:pt x="6101" y="1673872"/>
                </a:cubicBezTo>
                <a:lnTo>
                  <a:pt x="959331" y="22877"/>
                </a:lnTo>
                <a:cubicBezTo>
                  <a:pt x="967465" y="8770"/>
                  <a:pt x="982716" y="0"/>
                  <a:pt x="998985" y="0"/>
                </a:cubicBezTo>
                <a:lnTo>
                  <a:pt x="2905445" y="0"/>
                </a:lnTo>
                <a:cubicBezTo>
                  <a:pt x="2921713" y="0"/>
                  <a:pt x="2936965" y="8770"/>
                  <a:pt x="2945099" y="22877"/>
                </a:cubicBezTo>
                <a:lnTo>
                  <a:pt x="3898329" y="1673872"/>
                </a:lnTo>
                <a:cubicBezTo>
                  <a:pt x="3906463" y="1687979"/>
                  <a:pt x="3906463" y="1705519"/>
                  <a:pt x="3898329" y="1719627"/>
                </a:cubicBezTo>
                <a:lnTo>
                  <a:pt x="2945099" y="3373163"/>
                </a:lnTo>
                <a:cubicBezTo>
                  <a:pt x="2936965" y="3387271"/>
                  <a:pt x="2921840" y="3396040"/>
                  <a:pt x="2905445" y="3396040"/>
                </a:cubicBezTo>
                <a:close/>
                <a:moveTo>
                  <a:pt x="1078294" y="3304530"/>
                </a:moveTo>
                <a:lnTo>
                  <a:pt x="2826263" y="3304530"/>
                </a:lnTo>
                <a:lnTo>
                  <a:pt x="1952342" y="1789530"/>
                </a:lnTo>
                <a:lnTo>
                  <a:pt x="1078421" y="3304530"/>
                </a:lnTo>
                <a:close/>
                <a:moveTo>
                  <a:pt x="2030761" y="1742504"/>
                </a:moveTo>
                <a:lnTo>
                  <a:pt x="2905445" y="3258648"/>
                </a:lnTo>
                <a:lnTo>
                  <a:pt x="3779493" y="1742504"/>
                </a:lnTo>
                <a:lnTo>
                  <a:pt x="2030761" y="1742504"/>
                </a:lnTo>
                <a:close/>
                <a:moveTo>
                  <a:pt x="124937" y="1742504"/>
                </a:moveTo>
                <a:lnTo>
                  <a:pt x="998985" y="3258648"/>
                </a:lnTo>
                <a:lnTo>
                  <a:pt x="1873669" y="1742504"/>
                </a:lnTo>
                <a:lnTo>
                  <a:pt x="124937" y="1742504"/>
                </a:lnTo>
                <a:close/>
                <a:moveTo>
                  <a:pt x="2032159" y="1650994"/>
                </a:moveTo>
                <a:lnTo>
                  <a:pt x="3779493" y="1650994"/>
                </a:lnTo>
                <a:lnTo>
                  <a:pt x="2905572" y="137265"/>
                </a:lnTo>
                <a:lnTo>
                  <a:pt x="2032286" y="1650994"/>
                </a:lnTo>
                <a:close/>
                <a:moveTo>
                  <a:pt x="125064" y="1650994"/>
                </a:moveTo>
                <a:lnTo>
                  <a:pt x="1872398" y="1650994"/>
                </a:lnTo>
                <a:lnTo>
                  <a:pt x="998985" y="137265"/>
                </a:lnTo>
                <a:lnTo>
                  <a:pt x="125064" y="1650994"/>
                </a:lnTo>
                <a:close/>
                <a:moveTo>
                  <a:pt x="1078294" y="91510"/>
                </a:moveTo>
                <a:lnTo>
                  <a:pt x="1952215" y="1606510"/>
                </a:lnTo>
                <a:lnTo>
                  <a:pt x="2826136" y="91510"/>
                </a:lnTo>
                <a:lnTo>
                  <a:pt x="1078167" y="91510"/>
                </a:lnTo>
                <a:close/>
              </a:path>
            </a:pathLst>
          </a:custGeom>
          <a:solidFill>
            <a:srgbClr val="BE95FF"/>
          </a:solidFill>
          <a:ln w="126802">
            <a:noFill/>
            <a:prstDash val="solid"/>
          </a:ln>
        </p:spPr>
        <p:txBody>
          <a:bodyPr/>
          <a:lstStyle/>
          <a:p>
            <a:pPr defTabSz="914400">
              <a:buNone/>
            </a:pPr>
            <a:endParaRPr sz="1800">
              <a:solidFill>
                <a:prstClr val="black"/>
              </a:solidFill>
              <a:latin typeface="Calibri"/>
              <a:ea typeface="Calibri"/>
              <a:cs typeface="Calibri"/>
            </a:endParaRPr>
          </a:p>
        </p:txBody>
      </p:sp>
      <p:sp>
        <p:nvSpPr>
          <p:cNvPr id="52" name="Rectangle 51">
            <a:extLst>
              <a:ext uri="{FF2B5EF4-FFF2-40B4-BE49-F238E27FC236}">
                <a16:creationId xmlns:a16="http://schemas.microsoft.com/office/drawing/2014/main" id="{0E566A57-10CA-23C9-C79A-9440443C44CB}"/>
              </a:ext>
            </a:extLst>
          </p:cNvPr>
          <p:cNvSpPr>
            <a:spLocks noGrp="1"/>
          </p:cNvSpPr>
          <p:nvPr/>
        </p:nvSpPr>
        <p:spPr>
          <a:xfrm>
            <a:off x="13916794" y="6871077"/>
            <a:ext cx="3429154" cy="3429154"/>
          </a:xfrm>
          <a:prstGeom prst="rect">
            <a:avLst/>
          </a:prstGeom>
          <a:noFill/>
          <a:ln w="126802">
            <a:noFill/>
            <a:prstDash val="solid"/>
          </a:ln>
        </p:spPr>
        <p:txBody>
          <a:bodyPr/>
          <a:lstStyle/>
          <a:p>
            <a:pPr defTabSz="914400">
              <a:buNone/>
            </a:pPr>
            <a:endParaRPr sz="1800">
              <a:solidFill>
                <a:prstClr val="black"/>
              </a:solidFill>
              <a:latin typeface="Calibri"/>
              <a:ea typeface="Calibri"/>
              <a:cs typeface="Calibri"/>
            </a:endParaRPr>
          </a:p>
        </p:txBody>
      </p:sp>
      <p:pic>
        <p:nvPicPr>
          <p:cNvPr id="76" name="Graphic 53"/>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6200000">
            <a:off x="20963967" y="10300234"/>
            <a:ext cx="3429153" cy="3429153"/>
          </a:xfrm>
          <a:prstGeom prst="rect">
            <a:avLst/>
          </a:prstGeom>
        </p:spPr>
      </p:pic>
      <p:pic>
        <p:nvPicPr>
          <p:cNvPr id="77" name="Graphic 55"/>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4091338" y="10300232"/>
            <a:ext cx="3436314" cy="3436314"/>
          </a:xfrm>
          <a:prstGeom prst="rect">
            <a:avLst/>
          </a:prstGeom>
        </p:spPr>
      </p:pic>
      <p:sp>
        <p:nvSpPr>
          <p:cNvPr id="7" name="Text 0">
            <a:extLst>
              <a:ext uri="{FF2B5EF4-FFF2-40B4-BE49-F238E27FC236}">
                <a16:creationId xmlns:a16="http://schemas.microsoft.com/office/drawing/2014/main" id="{3D4B3C8A-3723-97D6-FEED-7B4650F5C38F}"/>
              </a:ext>
            </a:extLst>
          </p:cNvPr>
          <p:cNvSpPr>
            <a:spLocks noGrp="1"/>
          </p:cNvSpPr>
          <p:nvPr/>
        </p:nvSpPr>
        <p:spPr>
          <a:xfrm>
            <a:off x="862322" y="7520512"/>
            <a:ext cx="10989089" cy="2779719"/>
          </a:xfrm>
          <a:prstGeom prst="rect">
            <a:avLst/>
          </a:prstGeom>
          <a:noFill/>
        </p:spPr>
        <p:txBody>
          <a:bodyPr wrap="square" lIns="0" tIns="0" rIns="0" bIns="0" anchor="t"/>
          <a:lstStyle/>
          <a:p>
            <a:pPr>
              <a:lnSpc>
                <a:spcPts val="6400"/>
              </a:lnSpc>
            </a:pPr>
            <a:r>
              <a:rPr lang="en-CA" sz="4800" dirty="0">
                <a:solidFill>
                  <a:schemeClr val="bg1"/>
                </a:solidFill>
                <a:effectLst>
                  <a:outerShdw blurRad="50800" dist="50800" dir="5400000" sx="0" sy="0" algn="ctr">
                    <a:schemeClr val="bg2">
                      <a:lumMod val="50000"/>
                    </a:schemeClr>
                  </a:outerShdw>
                </a:effectLst>
              </a:rPr>
              <a:t>Build Reusable Agentic AI Patterns for Cold Chain: Predictive &amp; Autonomous Workflows</a:t>
            </a:r>
            <a:endParaRPr sz="4800" dirty="0">
              <a:solidFill>
                <a:schemeClr val="bg1"/>
              </a:solidFill>
              <a:latin typeface="IBM Plex Sans"/>
              <a:ea typeface="IBM Plex Sans"/>
              <a:cs typeface="IBM Plex Sans"/>
            </a:endParaRPr>
          </a:p>
        </p:txBody>
      </p:sp>
      <p:sp>
        <p:nvSpPr>
          <p:cNvPr id="2" name="TextBox 1">
            <a:extLst>
              <a:ext uri="{FF2B5EF4-FFF2-40B4-BE49-F238E27FC236}">
                <a16:creationId xmlns:a16="http://schemas.microsoft.com/office/drawing/2014/main" id="{9E7F03C3-68F3-B698-FBDC-5B43D78304A8}"/>
              </a:ext>
            </a:extLst>
          </p:cNvPr>
          <p:cNvSpPr txBox="1"/>
          <p:nvPr/>
        </p:nvSpPr>
        <p:spPr>
          <a:xfrm>
            <a:off x="533525" y="668950"/>
            <a:ext cx="12076690" cy="4354397"/>
          </a:xfrm>
          <a:prstGeom prst="rect">
            <a:avLst/>
          </a:prstGeom>
          <a:noFill/>
        </p:spPr>
        <p:txBody>
          <a:bodyPr wrap="square" rtlCol="0">
            <a:spAutoFit/>
          </a:bodyPr>
          <a:lstStyle/>
          <a:p>
            <a:pPr>
              <a:lnSpc>
                <a:spcPts val="11400"/>
              </a:lnSpc>
              <a:defRPr/>
            </a:pPr>
            <a:r>
              <a:rPr lang="pt-BR" sz="7200" kern="0" spc="-158" dirty="0" err="1">
                <a:solidFill>
                  <a:srgbClr val="FFFFFF"/>
                </a:solidFill>
                <a:latin typeface="IBM Plex Sans Light" pitchFamily="34" charset="0"/>
                <a:ea typeface="IBM Plex Sans Light" pitchFamily="34" charset="-122"/>
                <a:cs typeface="IBM Plex Sans Light" pitchFamily="34" charset="-120"/>
              </a:rPr>
              <a:t>Instructor</a:t>
            </a:r>
            <a:r>
              <a:rPr lang="pt-BR" sz="7200" kern="0" spc="-158" dirty="0">
                <a:solidFill>
                  <a:srgbClr val="FFFFFF"/>
                </a:solidFill>
                <a:latin typeface="IBM Plex Sans Light" pitchFamily="34" charset="0"/>
                <a:ea typeface="IBM Plex Sans Light" pitchFamily="34" charset="-122"/>
                <a:cs typeface="IBM Plex Sans Light" pitchFamily="34" charset="-120"/>
              </a:rPr>
              <a:t>-led</a:t>
            </a:r>
          </a:p>
          <a:p>
            <a:pPr>
              <a:lnSpc>
                <a:spcPts val="11400"/>
              </a:lnSpc>
              <a:defRPr/>
            </a:pPr>
            <a:r>
              <a:rPr lang="pt-BR" sz="7200" kern="0" spc="-158" dirty="0" err="1">
                <a:solidFill>
                  <a:srgbClr val="FFFFFF"/>
                </a:solidFill>
                <a:latin typeface="IBM Plex Sans Light" pitchFamily="34" charset="0"/>
                <a:ea typeface="IBM Plex Sans Light" pitchFamily="34" charset="-122"/>
                <a:cs typeface="IBM Plex Sans Light" pitchFamily="34" charset="-120"/>
              </a:rPr>
              <a:t>Lab</a:t>
            </a:r>
            <a:r>
              <a:rPr lang="pt-BR" sz="7200" kern="0" spc="-158" dirty="0">
                <a:solidFill>
                  <a:srgbClr val="FFFFFF"/>
                </a:solidFill>
                <a:latin typeface="IBM Plex Sans Light" pitchFamily="34" charset="0"/>
                <a:ea typeface="IBM Plex Sans Light" pitchFamily="34" charset="-122"/>
                <a:cs typeface="IBM Plex Sans Light" pitchFamily="34" charset="-120"/>
              </a:rPr>
              <a:t> </a:t>
            </a:r>
            <a:r>
              <a:rPr lang="pt-BR" sz="7200" kern="0" spc="-158" dirty="0" err="1">
                <a:solidFill>
                  <a:srgbClr val="FFFFFF"/>
                </a:solidFill>
                <a:latin typeface="IBM Plex Sans Light" pitchFamily="34" charset="0"/>
                <a:ea typeface="IBM Plex Sans Light" pitchFamily="34" charset="-122"/>
                <a:cs typeface="IBM Plex Sans Light" pitchFamily="34" charset="-120"/>
              </a:rPr>
              <a:t>session</a:t>
            </a:r>
            <a:r>
              <a:rPr lang="pt-BR" sz="7200" kern="0" spc="-158" dirty="0">
                <a:solidFill>
                  <a:srgbClr val="FFFFFF"/>
                </a:solidFill>
                <a:latin typeface="IBM Plex Sans Light" pitchFamily="34" charset="0"/>
                <a:ea typeface="IBM Plex Sans Light" pitchFamily="34" charset="-122"/>
                <a:cs typeface="IBM Plex Sans Light" pitchFamily="34" charset="-120"/>
              </a:rPr>
              <a:t> (2752): </a:t>
            </a:r>
            <a:r>
              <a:rPr lang="pt-BR" sz="7200" kern="0" spc="-158" dirty="0" err="1">
                <a:solidFill>
                  <a:srgbClr val="FFFFFF"/>
                </a:solidFill>
                <a:latin typeface="IBM Plex Sans Light" pitchFamily="34" charset="0"/>
                <a:ea typeface="IBM Plex Sans Light" pitchFamily="34" charset="-122"/>
                <a:cs typeface="IBM Plex Sans Light" pitchFamily="34" charset="-120"/>
              </a:rPr>
              <a:t>Introduction</a:t>
            </a:r>
            <a:endParaRPr lang="en-US" sz="7200" dirty="0">
              <a:solidFill>
                <a:prstClr val="black"/>
              </a:solidFill>
            </a:endParaRPr>
          </a:p>
        </p:txBody>
      </p:sp>
    </p:spTree>
    <p:extLst>
      <p:ext uri="{BB962C8B-B14F-4D97-AF65-F5344CB8AC3E}">
        <p14:creationId xmlns:p14="http://schemas.microsoft.com/office/powerpoint/2010/main" val="1485049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7" name="Picture Placeholder 26">
            <a:extLst>
              <a:ext uri="{FF2B5EF4-FFF2-40B4-BE49-F238E27FC236}">
                <a16:creationId xmlns:a16="http://schemas.microsoft.com/office/drawing/2014/main" id="{D46E3D22-29B4-9FF7-04AE-4FEEF679F0F0}"/>
              </a:ext>
            </a:extLst>
          </p:cNvPr>
          <p:cNvPicPr>
            <a:picLocks noGrp="1" noChangeAspect="1"/>
          </p:cNvPicPr>
          <p:nvPr>
            <p:ph type="pic" sz="quarter" idx="11"/>
          </p:nvPr>
        </p:nvPicPr>
        <p:blipFill>
          <a:blip r:embed="rId3">
            <a:extLst>
              <a:ext uri="{28A0092B-C50C-407E-A947-70E740481C1C}">
                <a14:useLocalDpi xmlns:a14="http://schemas.microsoft.com/office/drawing/2010/main" val="0"/>
              </a:ext>
            </a:extLst>
          </a:blip>
          <a:srcRect l="64" r="64"/>
          <a:stretch>
            <a:fillRect/>
          </a:stretch>
        </p:blipFill>
        <p:spPr>
          <a:xfrm>
            <a:off x="8529638" y="6084888"/>
            <a:ext cx="2937329" cy="2941100"/>
          </a:xfrm>
          <a:prstGeom prst="rect">
            <a:avLst/>
          </a:prstGeom>
          <a:solidFill>
            <a:srgbClr val="E0E0E0"/>
          </a:solidFill>
        </p:spPr>
      </p:pic>
      <p:sp>
        <p:nvSpPr>
          <p:cNvPr id="5" name="Text Placeholder 4">
            <a:extLst>
              <a:ext uri="{FF2B5EF4-FFF2-40B4-BE49-F238E27FC236}">
                <a16:creationId xmlns:a16="http://schemas.microsoft.com/office/drawing/2014/main" id="{C33EE142-1E8B-984F-F242-40E97B08AA44}"/>
              </a:ext>
            </a:extLst>
          </p:cNvPr>
          <p:cNvSpPr>
            <a:spLocks noGrp="1"/>
          </p:cNvSpPr>
          <p:nvPr>
            <p:ph type="body" sz="quarter" idx="12"/>
          </p:nvPr>
        </p:nvSpPr>
        <p:spPr>
          <a:xfrm>
            <a:off x="12193587" y="5781405"/>
            <a:ext cx="5708650" cy="2476500"/>
          </a:xfrm>
        </p:spPr>
        <p:txBody>
          <a:bodyPr/>
          <a:lstStyle/>
          <a:p>
            <a:r>
              <a:rPr lang="en-US" sz="3200" dirty="0">
                <a:solidFill>
                  <a:schemeClr val="bg1"/>
                </a:solidFill>
              </a:rPr>
              <a:t>Niteesh Nair</a:t>
            </a:r>
          </a:p>
          <a:p>
            <a:r>
              <a:rPr lang="en-US" sz="3200" dirty="0">
                <a:solidFill>
                  <a:schemeClr val="bg1"/>
                </a:solidFill>
              </a:rPr>
              <a:t>AI Engineer, IBM</a:t>
            </a:r>
          </a:p>
          <a:p>
            <a:r>
              <a:rPr lang="en-US" sz="3200" dirty="0">
                <a:solidFill>
                  <a:schemeClr val="bg1"/>
                </a:solidFill>
              </a:rPr>
              <a:t>—</a:t>
            </a:r>
          </a:p>
          <a:p>
            <a:r>
              <a:rPr lang="en-US" sz="3200" u="sng" dirty="0">
                <a:hlinkClick r:id="rId4"/>
              </a:rPr>
              <a:t>niteesh.nair@ibm.com</a:t>
            </a:r>
            <a:endParaRPr lang="en-US" sz="3200" dirty="0">
              <a:solidFill>
                <a:schemeClr val="bg1"/>
              </a:solidFill>
            </a:endParaRPr>
          </a:p>
          <a:p>
            <a:r>
              <a:rPr lang="en-US" sz="3200" dirty="0">
                <a:solidFill>
                  <a:schemeClr val="bg1"/>
                </a:solidFill>
              </a:rPr>
              <a:t>+91-8401284151</a:t>
            </a:r>
          </a:p>
          <a:p>
            <a:endParaRPr lang="en-US" sz="3200" dirty="0">
              <a:solidFill>
                <a:schemeClr val="bg1"/>
              </a:solidFill>
            </a:endParaRPr>
          </a:p>
        </p:txBody>
      </p:sp>
      <p:sp>
        <p:nvSpPr>
          <p:cNvPr id="10" name="Text Placeholder 9">
            <a:extLst>
              <a:ext uri="{FF2B5EF4-FFF2-40B4-BE49-F238E27FC236}">
                <a16:creationId xmlns:a16="http://schemas.microsoft.com/office/drawing/2014/main" id="{DD59A595-38EF-943B-3169-9E44CD26DEFD}"/>
              </a:ext>
            </a:extLst>
          </p:cNvPr>
          <p:cNvSpPr>
            <a:spLocks noGrp="1"/>
          </p:cNvSpPr>
          <p:nvPr>
            <p:ph type="body" sz="quarter" idx="21"/>
          </p:nvPr>
        </p:nvSpPr>
        <p:spPr>
          <a:xfrm>
            <a:off x="12193587" y="2666999"/>
            <a:ext cx="6540980" cy="2666531"/>
          </a:xfrm>
        </p:spPr>
        <p:txBody>
          <a:bodyPr/>
          <a:lstStyle/>
          <a:p>
            <a:r>
              <a:rPr lang="en-US" sz="3200" dirty="0" err="1">
                <a:solidFill>
                  <a:schemeClr val="bg1"/>
                </a:solidFill>
              </a:rPr>
              <a:t>Shanmugaraja</a:t>
            </a:r>
            <a:r>
              <a:rPr lang="en-US" sz="3200" dirty="0">
                <a:solidFill>
                  <a:schemeClr val="bg1"/>
                </a:solidFill>
              </a:rPr>
              <a:t> Selvam</a:t>
            </a:r>
          </a:p>
          <a:p>
            <a:r>
              <a:rPr lang="en-US" sz="3200" dirty="0">
                <a:solidFill>
                  <a:schemeClr val="bg1"/>
                </a:solidFill>
              </a:rPr>
              <a:t>Solution Architect, IBM</a:t>
            </a:r>
          </a:p>
          <a:p>
            <a:r>
              <a:rPr lang="en-US" sz="3200" dirty="0">
                <a:solidFill>
                  <a:schemeClr val="bg1"/>
                </a:solidFill>
              </a:rPr>
              <a:t>—</a:t>
            </a:r>
          </a:p>
          <a:p>
            <a:r>
              <a:rPr lang="en-US" sz="3200" u="sng" dirty="0">
                <a:hlinkClick r:id="rId4"/>
              </a:rPr>
              <a:t>shanmsel@in.ibm.com</a:t>
            </a:r>
            <a:endParaRPr lang="en-US" sz="3200" dirty="0">
              <a:solidFill>
                <a:schemeClr val="bg1"/>
              </a:solidFill>
            </a:endParaRPr>
          </a:p>
          <a:p>
            <a:r>
              <a:rPr lang="en-US" sz="3200" dirty="0">
                <a:solidFill>
                  <a:schemeClr val="bg1"/>
                </a:solidFill>
              </a:rPr>
              <a:t>+91-9019608384</a:t>
            </a:r>
          </a:p>
          <a:p>
            <a:endParaRPr lang="en-US" sz="3200" dirty="0">
              <a:solidFill>
                <a:schemeClr val="bg1"/>
              </a:solidFill>
            </a:endParaRPr>
          </a:p>
        </p:txBody>
      </p:sp>
      <p:sp>
        <p:nvSpPr>
          <p:cNvPr id="20" name="Footer Placeholder 19">
            <a:extLst>
              <a:ext uri="{FF2B5EF4-FFF2-40B4-BE49-F238E27FC236}">
                <a16:creationId xmlns:a16="http://schemas.microsoft.com/office/drawing/2014/main" id="{A9FC48EF-7046-1D4C-B7A6-5265B85F3F59}"/>
              </a:ext>
            </a:extLst>
          </p:cNvPr>
          <p:cNvSpPr>
            <a:spLocks noGrp="1"/>
          </p:cNvSpPr>
          <p:nvPr>
            <p:ph type="ftr" sz="quarter" idx="3"/>
          </p:nvPr>
        </p:nvSpPr>
        <p:spPr/>
        <p:txBody>
          <a:bodyPr vert="horz" lIns="0" tIns="0" rIns="0" bIns="0" rtlCol="0" anchor="b">
            <a:noAutofit/>
          </a:bodyPr>
          <a:lstStyle/>
          <a:p>
            <a:r>
              <a:rPr lang="en-US" dirty="0">
                <a:solidFill>
                  <a:schemeClr val="bg1"/>
                </a:solidFill>
                <a:latin typeface="+mn-lt"/>
              </a:rPr>
              <a:t>IBM</a:t>
            </a:r>
            <a:r>
              <a:rPr lang="uk-UA" dirty="0">
                <a:solidFill>
                  <a:schemeClr val="bg1"/>
                </a:solidFill>
                <a:latin typeface="+mn-lt"/>
              </a:rPr>
              <a:t> </a:t>
            </a:r>
            <a:r>
              <a:rPr lang="en-US" dirty="0">
                <a:solidFill>
                  <a:schemeClr val="bg1"/>
                </a:solidFill>
                <a:latin typeface="+mn-lt"/>
              </a:rPr>
              <a:t>TechXchange | © 2026 IBM Corporation</a:t>
            </a:r>
          </a:p>
        </p:txBody>
      </p:sp>
      <p:sp>
        <p:nvSpPr>
          <p:cNvPr id="21" name="Slide Number Placeholder 20">
            <a:extLst>
              <a:ext uri="{FF2B5EF4-FFF2-40B4-BE49-F238E27FC236}">
                <a16:creationId xmlns:a16="http://schemas.microsoft.com/office/drawing/2014/main" id="{4D81582E-9518-4B44-8F92-4F8C39B92EA7}"/>
              </a:ext>
            </a:extLst>
          </p:cNvPr>
          <p:cNvSpPr>
            <a:spLocks noGrp="1"/>
          </p:cNvSpPr>
          <p:nvPr>
            <p:ph type="sldNum" sz="quarter" idx="2"/>
          </p:nvPr>
        </p:nvSpPr>
        <p:spPr/>
        <p:txBody>
          <a:bodyPr/>
          <a:lstStyle/>
          <a:p>
            <a:fld id="{86CB4B4D-7CA3-9044-876B-883B54F8677D}" type="slidenum">
              <a:rPr lang="en-US" smtClean="0"/>
              <a:pPr/>
              <a:t>2</a:t>
            </a:fld>
            <a:endParaRPr lang="en-US" dirty="0"/>
          </a:p>
        </p:txBody>
      </p:sp>
      <p:sp>
        <p:nvSpPr>
          <p:cNvPr id="2" name="Title 3">
            <a:extLst>
              <a:ext uri="{FF2B5EF4-FFF2-40B4-BE49-F238E27FC236}">
                <a16:creationId xmlns:a16="http://schemas.microsoft.com/office/drawing/2014/main" id="{DA0491C6-B034-9C11-BED7-590BBED64B80}"/>
              </a:ext>
            </a:extLst>
          </p:cNvPr>
          <p:cNvSpPr>
            <a:spLocks noGrp="1"/>
          </p:cNvSpPr>
          <p:nvPr>
            <p:ph type="title"/>
          </p:nvPr>
        </p:nvSpPr>
        <p:spPr>
          <a:xfrm>
            <a:off x="538493" y="383874"/>
            <a:ext cx="14691981" cy="2859087"/>
          </a:xfrm>
        </p:spPr>
        <p:txBody>
          <a:bodyPr/>
          <a:lstStyle/>
          <a:p>
            <a:pPr algn="l"/>
            <a:r>
              <a:rPr lang="en-US" sz="4800" dirty="0">
                <a:solidFill>
                  <a:schemeClr val="bg1"/>
                </a:solidFill>
              </a:rPr>
              <a:t>Instructors</a:t>
            </a:r>
            <a:endParaRPr lang="ru-UA" sz="6000" dirty="0">
              <a:solidFill>
                <a:schemeClr val="bg1"/>
              </a:solidFill>
            </a:endParaRPr>
          </a:p>
        </p:txBody>
      </p:sp>
      <p:sp>
        <p:nvSpPr>
          <p:cNvPr id="8" name="Text Placeholder 7">
            <a:extLst>
              <a:ext uri="{FF2B5EF4-FFF2-40B4-BE49-F238E27FC236}">
                <a16:creationId xmlns:a16="http://schemas.microsoft.com/office/drawing/2014/main" id="{BB092DF6-D7A8-1403-AE0D-72AFA1AE56DC}"/>
              </a:ext>
            </a:extLst>
          </p:cNvPr>
          <p:cNvSpPr>
            <a:spLocks noGrp="1"/>
          </p:cNvSpPr>
          <p:nvPr>
            <p:ph type="body" idx="25"/>
          </p:nvPr>
        </p:nvSpPr>
        <p:spPr/>
        <p:txBody>
          <a:bodyPr/>
          <a:lstStyle/>
          <a:p>
            <a:endParaRPr lang="en-US"/>
          </a:p>
        </p:txBody>
      </p:sp>
      <p:sp>
        <p:nvSpPr>
          <p:cNvPr id="18" name="Text Placeholder 17">
            <a:extLst>
              <a:ext uri="{FF2B5EF4-FFF2-40B4-BE49-F238E27FC236}">
                <a16:creationId xmlns:a16="http://schemas.microsoft.com/office/drawing/2014/main" id="{492A1F71-CA6E-3C20-81C2-53B818EB6BD9}"/>
              </a:ext>
            </a:extLst>
          </p:cNvPr>
          <p:cNvSpPr>
            <a:spLocks noGrp="1"/>
          </p:cNvSpPr>
          <p:nvPr>
            <p:ph type="body" idx="23"/>
          </p:nvPr>
        </p:nvSpPr>
        <p:spPr/>
        <p:txBody>
          <a:bodyPr/>
          <a:lstStyle/>
          <a:p>
            <a:endParaRPr lang="en-US" dirty="0"/>
          </a:p>
        </p:txBody>
      </p:sp>
      <p:sp>
        <p:nvSpPr>
          <p:cNvPr id="22" name="Text Placeholder 21">
            <a:extLst>
              <a:ext uri="{FF2B5EF4-FFF2-40B4-BE49-F238E27FC236}">
                <a16:creationId xmlns:a16="http://schemas.microsoft.com/office/drawing/2014/main" id="{BBF65F60-0708-CF3D-1ADD-8EC75EC94413}"/>
              </a:ext>
            </a:extLst>
          </p:cNvPr>
          <p:cNvSpPr>
            <a:spLocks noGrp="1"/>
          </p:cNvSpPr>
          <p:nvPr>
            <p:ph type="body" idx="27"/>
          </p:nvPr>
        </p:nvSpPr>
        <p:spPr/>
        <p:txBody>
          <a:bodyPr/>
          <a:lstStyle/>
          <a:p>
            <a:endParaRPr lang="en-US" dirty="0"/>
          </a:p>
        </p:txBody>
      </p:sp>
      <p:sp>
        <p:nvSpPr>
          <p:cNvPr id="24" name="Text Placeholder 23">
            <a:extLst>
              <a:ext uri="{FF2B5EF4-FFF2-40B4-BE49-F238E27FC236}">
                <a16:creationId xmlns:a16="http://schemas.microsoft.com/office/drawing/2014/main" id="{A413F287-58D6-8E57-A560-D56A666F96D8}"/>
              </a:ext>
            </a:extLst>
          </p:cNvPr>
          <p:cNvSpPr>
            <a:spLocks noGrp="1"/>
          </p:cNvSpPr>
          <p:nvPr>
            <p:ph type="body" idx="14"/>
          </p:nvPr>
        </p:nvSpPr>
        <p:spPr/>
        <p:txBody>
          <a:bodyPr/>
          <a:lstStyle/>
          <a:p>
            <a:endParaRPr lang="en-US" dirty="0"/>
          </a:p>
        </p:txBody>
      </p:sp>
      <p:pic>
        <p:nvPicPr>
          <p:cNvPr id="25" name="Picture 24" descr="Profile photo for Shanmugaraja Selvam">
            <a:extLst>
              <a:ext uri="{FF2B5EF4-FFF2-40B4-BE49-F238E27FC236}">
                <a16:creationId xmlns:a16="http://schemas.microsoft.com/office/drawing/2014/main" id="{980F6291-2593-B335-78F4-509BBB6D3ABA}"/>
              </a:ext>
            </a:extLst>
          </p:cNvPr>
          <p:cNvPicPr>
            <a:picLocks noChangeAspect="1"/>
          </p:cNvPicPr>
          <p:nvPr/>
        </p:nvPicPr>
        <p:blipFill>
          <a:blip r:embed="rId5"/>
          <a:stretch>
            <a:fillRect/>
          </a:stretch>
        </p:blipFill>
        <p:spPr>
          <a:xfrm>
            <a:off x="8529225" y="2667000"/>
            <a:ext cx="2911408" cy="2911408"/>
          </a:xfrm>
          <a:prstGeom prst="rect">
            <a:avLst/>
          </a:prstGeom>
        </p:spPr>
      </p:pic>
    </p:spTree>
    <p:extLst>
      <p:ext uri="{BB962C8B-B14F-4D97-AF65-F5344CB8AC3E}">
        <p14:creationId xmlns:p14="http://schemas.microsoft.com/office/powerpoint/2010/main" val="1991502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DB184-B7AF-B810-6AED-B98FA80222E3}"/>
              </a:ext>
            </a:extLst>
          </p:cNvPr>
          <p:cNvSpPr>
            <a:spLocks noGrp="1"/>
          </p:cNvSpPr>
          <p:nvPr>
            <p:ph type="title"/>
          </p:nvPr>
        </p:nvSpPr>
        <p:spPr/>
        <p:txBody>
          <a:bodyPr/>
          <a:lstStyle/>
          <a:p>
            <a:r>
              <a:t>What you will learn</a:t>
            </a:r>
          </a:p>
        </p:txBody>
      </p:sp>
      <p:sp>
        <p:nvSpPr>
          <p:cNvPr id="3" name="Text Placeholder 2">
            <a:extLst>
              <a:ext uri="{FF2B5EF4-FFF2-40B4-BE49-F238E27FC236}">
                <a16:creationId xmlns:a16="http://schemas.microsoft.com/office/drawing/2014/main" id="{B22C9F46-181C-B7B3-5543-E508DAB7A66E}"/>
              </a:ext>
            </a:extLst>
          </p:cNvPr>
          <p:cNvSpPr>
            <a:spLocks noGrp="1"/>
          </p:cNvSpPr>
          <p:nvPr>
            <p:ph type="body" idx="10"/>
          </p:nvPr>
        </p:nvSpPr>
        <p:spPr/>
        <p:txBody>
          <a:bodyPr>
            <a:normAutofit/>
          </a:bodyPr>
          <a:lstStyle/>
          <a:p>
            <a:endParaRPr lang="en-US" dirty="0"/>
          </a:p>
          <a:p>
            <a:endParaRPr dirty="0"/>
          </a:p>
          <a:p>
            <a:endParaRPr dirty="0"/>
          </a:p>
        </p:txBody>
      </p:sp>
      <p:sp>
        <p:nvSpPr>
          <p:cNvPr id="6" name="Text Placeholder 5">
            <a:extLst>
              <a:ext uri="{FF2B5EF4-FFF2-40B4-BE49-F238E27FC236}">
                <a16:creationId xmlns:a16="http://schemas.microsoft.com/office/drawing/2014/main" id="{D42902CF-6E1D-8978-13E7-5CC31335573A}"/>
              </a:ext>
            </a:extLst>
          </p:cNvPr>
          <p:cNvSpPr>
            <a:spLocks noGrp="1"/>
          </p:cNvSpPr>
          <p:nvPr>
            <p:ph type="body" idx="11"/>
          </p:nvPr>
        </p:nvSpPr>
        <p:spPr>
          <a:xfrm>
            <a:off x="2085203" y="1676401"/>
            <a:ext cx="15183083" cy="8567737"/>
          </a:xfrm>
        </p:spPr>
        <p:txBody>
          <a:bodyPr/>
          <a:lstStyle/>
          <a:p>
            <a:r>
              <a:rPr sz="4000" dirty="0"/>
              <a:t>01  Configure and start the pre-built </a:t>
            </a:r>
            <a:r>
              <a:rPr sz="4000" dirty="0" err="1"/>
              <a:t>FleetOps</a:t>
            </a:r>
            <a:r>
              <a:rPr sz="4000" dirty="0"/>
              <a:t> backend; verify its REST APIs via Swagger UI</a:t>
            </a:r>
          </a:p>
          <a:p>
            <a:r>
              <a:rPr sz="4000" dirty="0"/>
              <a:t>02  Build a </a:t>
            </a:r>
            <a:r>
              <a:rPr sz="4000" dirty="0" err="1"/>
              <a:t>FastAPI</a:t>
            </a:r>
            <a:r>
              <a:rPr sz="4000" dirty="0"/>
              <a:t> temperature-forecasting service using IBM Granite TTM-R2 with IBM Bob</a:t>
            </a:r>
          </a:p>
          <a:p>
            <a:r>
              <a:rPr sz="4000" dirty="0"/>
              <a:t>03  Define five </a:t>
            </a:r>
            <a:r>
              <a:rPr sz="4000" dirty="0" err="1"/>
              <a:t>watsonx</a:t>
            </a:r>
            <a:r>
              <a:rPr sz="4000" dirty="0"/>
              <a:t> Orchestrate agents (weather · station · route · decision · notification) and upload their Python tools</a:t>
            </a:r>
          </a:p>
          <a:p>
            <a:r>
              <a:rPr sz="4000" dirty="0"/>
              <a:t>04  Register </a:t>
            </a:r>
            <a:r>
              <a:rPr sz="4000" dirty="0" err="1"/>
              <a:t>watsonx</a:t>
            </a:r>
            <a:r>
              <a:rPr sz="4000" dirty="0"/>
              <a:t> Orchestrate connections and wire all five agent IDs to the fleet backend</a:t>
            </a:r>
          </a:p>
          <a:p>
            <a:r>
              <a:rPr sz="4000" dirty="0"/>
              <a:t>05  Complete a Carbon-based live dashboard using IBM Bob in Agent mode</a:t>
            </a:r>
          </a:p>
          <a:p>
            <a:r>
              <a:rPr sz="4000" dirty="0"/>
              <a:t>06  Run the end-to-end agentic pipeline on TRUCK-003 and observe the autonomous reroute decision</a:t>
            </a:r>
          </a:p>
        </p:txBody>
      </p:sp>
      <p:sp>
        <p:nvSpPr>
          <p:cNvPr id="7" name="Footer Placeholder 6">
            <a:extLst>
              <a:ext uri="{FF2B5EF4-FFF2-40B4-BE49-F238E27FC236}">
                <a16:creationId xmlns:a16="http://schemas.microsoft.com/office/drawing/2014/main" id="{B6A9E148-4DA3-C14E-A7F3-20648AF180B5}"/>
              </a:ext>
            </a:extLst>
          </p:cNvPr>
          <p:cNvSpPr>
            <a:spLocks noGrp="1"/>
          </p:cNvSpPr>
          <p:nvPr>
            <p:ph type="ftr" idx="12"/>
          </p:nvPr>
        </p:nvSpPr>
        <p:spPr/>
        <p:txBody>
          <a:bodyPr vert="horz" lIns="0" tIns="0" rIns="0" bIns="0" anchor="b">
            <a:noAutofit/>
          </a:bodyPr>
          <a:lstStyle/>
          <a:p>
            <a:r>
              <a:rPr>
                <a:latin typeface="+mn-lt"/>
                <a:ea typeface="+mn-lt"/>
                <a:cs typeface="+mn-lt"/>
              </a:rPr>
              <a:t>IBM TechXchange | © 2026 IBM Corporation</a:t>
            </a:r>
          </a:p>
        </p:txBody>
      </p:sp>
    </p:spTree>
    <p:extLst>
      <p:ext uri="{BB962C8B-B14F-4D97-AF65-F5344CB8AC3E}">
        <p14:creationId xmlns:p14="http://schemas.microsoft.com/office/powerpoint/2010/main" val="2752936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EA006-7FE0-3FB0-5BE3-869EF29FC762}"/>
            </a:ext>
          </a:extLst>
        </p:cNvPr>
        <p:cNvGrpSpPr/>
        <p:nvPr/>
      </p:nvGrpSpPr>
      <p:grpSpPr>
        <a:xfrm>
          <a:off x="0" y="0"/>
          <a:ext cx="0" cy="0"/>
          <a:chOff x="0" y="0"/>
          <a:chExt cx="0" cy="0"/>
        </a:xfrm>
      </p:grpSpPr>
      <p:sp>
        <p:nvSpPr>
          <p:cNvPr id="23" name="TextBox 22">
            <a:extLst>
              <a:ext uri="{FF2B5EF4-FFF2-40B4-BE49-F238E27FC236}">
                <a16:creationId xmlns:a16="http://schemas.microsoft.com/office/drawing/2014/main" id="{58A9AB07-8DB4-C004-C6E2-91C238D91FCD}"/>
              </a:ext>
            </a:extLst>
          </p:cNvPr>
          <p:cNvSpPr txBox="1"/>
          <p:nvPr/>
        </p:nvSpPr>
        <p:spPr>
          <a:xfrm>
            <a:off x="576072" y="501090"/>
            <a:ext cx="4949825" cy="1525588"/>
          </a:xfrm>
          <a:prstGeom prst="rect">
            <a:avLst/>
          </a:prstGeom>
          <a:ln w="12700"/>
        </p:spPr>
        <p:txBody>
          <a:bodyPr lIns="0" tIns="0" rIns="0" bIns="0">
            <a:normAutofit/>
          </a:bodyPr>
          <a:lstStyle/>
          <a:p>
            <a:pPr defTabSz="2438400">
              <a:lnSpc>
                <a:spcPct val="110000"/>
              </a:lnSpc>
              <a:spcAft>
                <a:spcPts val="600"/>
              </a:spcAft>
            </a:pPr>
            <a:r>
              <a:rPr lang="en-US" sz="2800" b="0" i="0" u="none" cap="none" spc="0" baseline="0" dirty="0">
                <a:solidFill>
                  <a:srgbClr val="F4F4F4"/>
                </a:solidFill>
                <a:latin typeface="+mj-lt"/>
                <a:ea typeface="+mj-lt"/>
                <a:cs typeface="+mj-lt"/>
              </a:rPr>
              <a:t>Phase 1 Architecture — In-Trip AI Agent Emergency Response</a:t>
            </a:r>
          </a:p>
        </p:txBody>
      </p:sp>
      <p:pic>
        <p:nvPicPr>
          <p:cNvPr id="3" name="Picture 2">
            <a:extLst>
              <a:ext uri="{FF2B5EF4-FFF2-40B4-BE49-F238E27FC236}">
                <a16:creationId xmlns:a16="http://schemas.microsoft.com/office/drawing/2014/main" id="{7B3248CC-8D59-F23A-4442-62FD87605522}"/>
              </a:ext>
            </a:extLst>
          </p:cNvPr>
          <p:cNvPicPr>
            <a:picLocks noChangeAspect="1"/>
          </p:cNvPicPr>
          <p:nvPr/>
        </p:nvPicPr>
        <p:blipFill>
          <a:blip r:embed="rId3"/>
          <a:stretch>
            <a:fillRect/>
          </a:stretch>
        </p:blipFill>
        <p:spPr>
          <a:xfrm>
            <a:off x="6667500" y="2159646"/>
            <a:ext cx="17151350" cy="9390359"/>
          </a:xfrm>
          <a:prstGeom prst="rect">
            <a:avLst/>
          </a:prstGeom>
          <a:noFill/>
        </p:spPr>
      </p:pic>
      <p:sp>
        <p:nvSpPr>
          <p:cNvPr id="24" name="TextBox 23">
            <a:extLst>
              <a:ext uri="{FF2B5EF4-FFF2-40B4-BE49-F238E27FC236}">
                <a16:creationId xmlns:a16="http://schemas.microsoft.com/office/drawing/2014/main" id="{BC147D73-F4A2-14F1-6DE7-655609C05346}"/>
              </a:ext>
            </a:extLst>
          </p:cNvPr>
          <p:cNvSpPr txBox="1"/>
          <p:nvPr/>
        </p:nvSpPr>
        <p:spPr>
          <a:xfrm>
            <a:off x="576072" y="3341318"/>
            <a:ext cx="4956175" cy="8655420"/>
          </a:xfrm>
          <a:prstGeom prst="rect">
            <a:avLst/>
          </a:prstGeom>
          <a:ln w="12700"/>
        </p:spPr>
        <p:txBody>
          <a:bodyPr lIns="0" tIns="0" rIns="0" bIns="0">
            <a:normAutofit/>
          </a:bodyPr>
          <a:lstStyle/>
          <a:p>
            <a:pPr defTabSz="2438400">
              <a:lnSpc>
                <a:spcPct val="110000"/>
              </a:lnSpc>
              <a:spcAft>
                <a:spcPts val="3600"/>
              </a:spcAft>
            </a:pPr>
            <a:r>
              <a:rPr lang="en-US" sz="3600">
                <a:solidFill>
                  <a:srgbClr val="F4F4F4"/>
                </a:solidFill>
                <a:latin typeface="+mj-lt"/>
                <a:ea typeface="+mj-lt"/>
                <a:cs typeface="+mj-lt"/>
              </a:rPr>
              <a:t>Three services · Fleet Backend (pre-built :8085) · Forecast Service (Phase 2 :5001) · watsonx Orchestrate Agents (Phase 3) · Carbon Dashboard (Phase 4 :4000)</a:t>
            </a:r>
          </a:p>
        </p:txBody>
      </p:sp>
      <p:sp>
        <p:nvSpPr>
          <p:cNvPr id="21" name="Footer Placeholder 20">
            <a:extLst>
              <a:ext uri="{FF2B5EF4-FFF2-40B4-BE49-F238E27FC236}">
                <a16:creationId xmlns:a16="http://schemas.microsoft.com/office/drawing/2014/main" id="{4878F842-1635-EF8F-5152-EB25396BAD2D}"/>
              </a:ext>
            </a:extLst>
          </p:cNvPr>
          <p:cNvSpPr>
            <a:spLocks noGrp="1"/>
          </p:cNvSpPr>
          <p:nvPr>
            <p:ph type="ftr" idx="16"/>
          </p:nvPr>
        </p:nvSpPr>
        <p:spPr>
          <a:xfrm>
            <a:off x="568324" y="13272850"/>
            <a:ext cx="4956176" cy="246221"/>
          </a:xfrm>
        </p:spPr>
        <p:txBody>
          <a:bodyPr vert="horz" lIns="0" tIns="0" rIns="0" bIns="0" anchor="b">
            <a:normAutofit/>
          </a:bodyPr>
          <a:lstStyle/>
          <a:p>
            <a:pPr>
              <a:spcAft>
                <a:spcPts val="600"/>
              </a:spcAft>
            </a:pPr>
            <a:r>
              <a:rPr lang="en-US" b="0" i="0" kern="1200">
                <a:latin typeface="IBM Plex Mono"/>
                <a:ea typeface="IBM Plex Mono"/>
                <a:cs typeface="IBM Plex Mono"/>
              </a:rPr>
              <a:t>IBM TechXchange | © 2026 IBM Corporation</a:t>
            </a:r>
          </a:p>
        </p:txBody>
      </p:sp>
      <p:sp>
        <p:nvSpPr>
          <p:cNvPr id="22" name="Slide Number Placeholder 21">
            <a:extLst>
              <a:ext uri="{FF2B5EF4-FFF2-40B4-BE49-F238E27FC236}">
                <a16:creationId xmlns:a16="http://schemas.microsoft.com/office/drawing/2014/main" id="{26FDC5BB-8FE4-3065-99EA-E9BAC3E40329}"/>
              </a:ext>
            </a:extLst>
          </p:cNvPr>
          <p:cNvSpPr>
            <a:spLocks noGrp="1"/>
          </p:cNvSpPr>
          <p:nvPr>
            <p:ph type="sldNum" idx="17"/>
          </p:nvPr>
        </p:nvSpPr>
        <p:spPr>
          <a:xfrm>
            <a:off x="23541592" y="13272850"/>
            <a:ext cx="270908" cy="246221"/>
          </a:xfrm>
        </p:spPr>
        <p:txBody>
          <a:bodyPr wrap="none" lIns="0" tIns="0" rIns="0" bIns="0" anchor="b">
            <a:normAutofit/>
          </a:bodyPr>
          <a:lstStyle/>
          <a:p>
            <a:pPr>
              <a:spcAft>
                <a:spcPts val="600"/>
              </a:spcAft>
            </a:pPr>
            <a:fld id="{202359C0-8A7A-196E-DD58-8E6569619F09}" type="slidenum">
              <a:rPr lang="en-US" smtClean="0"/>
              <a:pPr>
                <a:spcAft>
                  <a:spcPts val="600"/>
                </a:spcAft>
              </a:pPr>
              <a:t>4</a:t>
            </a:fld>
            <a:endParaRPr lang="en-US"/>
          </a:p>
        </p:txBody>
      </p:sp>
    </p:spTree>
    <p:extLst>
      <p:ext uri="{BB962C8B-B14F-4D97-AF65-F5344CB8AC3E}">
        <p14:creationId xmlns:p14="http://schemas.microsoft.com/office/powerpoint/2010/main" val="3876371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A3F13-0FCD-E5A7-8D92-CB7F3D1AF372}"/>
            </a:ext>
          </a:extLst>
        </p:cNvPr>
        <p:cNvGrpSpPr/>
        <p:nvPr/>
      </p:nvGrpSpPr>
      <p:grpSpPr>
        <a:xfrm>
          <a:off x="0" y="0"/>
          <a:ext cx="0" cy="0"/>
          <a:chOff x="0" y="0"/>
          <a:chExt cx="0" cy="0"/>
        </a:xfrm>
      </p:grpSpPr>
      <p:sp>
        <p:nvSpPr>
          <p:cNvPr id="23" name="TextBox 22">
            <a:extLst>
              <a:ext uri="{FF2B5EF4-FFF2-40B4-BE49-F238E27FC236}">
                <a16:creationId xmlns:a16="http://schemas.microsoft.com/office/drawing/2014/main" id="{02DBFA7F-3911-B64C-DD58-EF40B0B0E2E3}"/>
              </a:ext>
            </a:extLst>
          </p:cNvPr>
          <p:cNvSpPr txBox="1"/>
          <p:nvPr/>
        </p:nvSpPr>
        <p:spPr>
          <a:xfrm>
            <a:off x="576072" y="501090"/>
            <a:ext cx="4949825" cy="1525588"/>
          </a:xfrm>
          <a:prstGeom prst="rect">
            <a:avLst/>
          </a:prstGeom>
          <a:ln w="12700"/>
        </p:spPr>
        <p:txBody>
          <a:bodyPr lIns="0" tIns="0" rIns="0" bIns="0">
            <a:normAutofit/>
          </a:bodyPr>
          <a:lstStyle/>
          <a:p>
            <a:pPr defTabSz="2438400">
              <a:lnSpc>
                <a:spcPct val="110000"/>
              </a:lnSpc>
              <a:spcAft>
                <a:spcPts val="600"/>
              </a:spcAft>
            </a:pPr>
            <a:r>
              <a:rPr lang="en-US" sz="2800" b="0" i="0" u="none" cap="none" spc="0" baseline="0">
                <a:solidFill>
                  <a:srgbClr val="F4F4F4"/>
                </a:solidFill>
                <a:latin typeface="+mj-lt"/>
                <a:ea typeface="+mj-lt"/>
                <a:cs typeface="+mj-lt"/>
              </a:rPr>
              <a:t>Phase 1 Architecture — In-Trip AI Agent Emergency Response</a:t>
            </a:r>
          </a:p>
        </p:txBody>
      </p:sp>
      <p:pic>
        <p:nvPicPr>
          <p:cNvPr id="7" name="Picture 6">
            <a:extLst>
              <a:ext uri="{FF2B5EF4-FFF2-40B4-BE49-F238E27FC236}">
                <a16:creationId xmlns:a16="http://schemas.microsoft.com/office/drawing/2014/main" id="{BED505F7-AFE4-323B-3603-E8258D04DD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67500" y="573143"/>
            <a:ext cx="17151350" cy="12563364"/>
          </a:xfrm>
          <a:prstGeom prst="rect">
            <a:avLst/>
          </a:prstGeom>
          <a:noFill/>
        </p:spPr>
      </p:pic>
      <p:sp>
        <p:nvSpPr>
          <p:cNvPr id="21" name="Footer Placeholder 20">
            <a:extLst>
              <a:ext uri="{FF2B5EF4-FFF2-40B4-BE49-F238E27FC236}">
                <a16:creationId xmlns:a16="http://schemas.microsoft.com/office/drawing/2014/main" id="{FA122A2A-1943-91EC-8BDB-A6FFC6E4B717}"/>
              </a:ext>
            </a:extLst>
          </p:cNvPr>
          <p:cNvSpPr>
            <a:spLocks noGrp="1"/>
          </p:cNvSpPr>
          <p:nvPr>
            <p:ph type="ftr" idx="16"/>
          </p:nvPr>
        </p:nvSpPr>
        <p:spPr>
          <a:xfrm>
            <a:off x="568324" y="13272850"/>
            <a:ext cx="4956176" cy="246221"/>
          </a:xfrm>
        </p:spPr>
        <p:txBody>
          <a:bodyPr vert="horz" lIns="0" tIns="0" rIns="0" bIns="0" anchor="b">
            <a:normAutofit/>
          </a:bodyPr>
          <a:lstStyle/>
          <a:p>
            <a:pPr>
              <a:spcAft>
                <a:spcPts val="600"/>
              </a:spcAft>
            </a:pPr>
            <a:r>
              <a:rPr lang="en-US" b="0" i="0" kern="1200">
                <a:latin typeface="IBM Plex Mono"/>
                <a:ea typeface="IBM Plex Mono"/>
                <a:cs typeface="IBM Plex Mono"/>
              </a:rPr>
              <a:t>IBM TechXchange | © 2026 IBM Corporation</a:t>
            </a:r>
          </a:p>
        </p:txBody>
      </p:sp>
      <p:sp>
        <p:nvSpPr>
          <p:cNvPr id="22" name="Slide Number Placeholder 21">
            <a:extLst>
              <a:ext uri="{FF2B5EF4-FFF2-40B4-BE49-F238E27FC236}">
                <a16:creationId xmlns:a16="http://schemas.microsoft.com/office/drawing/2014/main" id="{909D9449-CD7F-D997-4C57-161A3A00ADC7}"/>
              </a:ext>
            </a:extLst>
          </p:cNvPr>
          <p:cNvSpPr>
            <a:spLocks noGrp="1"/>
          </p:cNvSpPr>
          <p:nvPr>
            <p:ph type="sldNum" idx="17"/>
          </p:nvPr>
        </p:nvSpPr>
        <p:spPr>
          <a:xfrm>
            <a:off x="23541592" y="13272850"/>
            <a:ext cx="270908" cy="246221"/>
          </a:xfrm>
        </p:spPr>
        <p:txBody>
          <a:bodyPr wrap="none" lIns="0" tIns="0" rIns="0" bIns="0" anchor="b">
            <a:normAutofit/>
          </a:bodyPr>
          <a:lstStyle/>
          <a:p>
            <a:pPr>
              <a:spcAft>
                <a:spcPts val="600"/>
              </a:spcAft>
            </a:pPr>
            <a:fld id="{202359C0-8A7A-196E-DD58-8E6569619F09}" type="slidenum">
              <a:rPr lang="en-US" smtClean="0"/>
              <a:pPr>
                <a:spcAft>
                  <a:spcPts val="600"/>
                </a:spcAft>
              </a:pPr>
              <a:t>5</a:t>
            </a:fld>
            <a:endParaRPr lang="en-US"/>
          </a:p>
        </p:txBody>
      </p:sp>
    </p:spTree>
    <p:extLst>
      <p:ext uri="{BB962C8B-B14F-4D97-AF65-F5344CB8AC3E}">
        <p14:creationId xmlns:p14="http://schemas.microsoft.com/office/powerpoint/2010/main" val="26012168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AA1B4-2DE8-FFAF-D572-00FBE4F851F2}"/>
              </a:ext>
            </a:extLst>
          </p:cNvPr>
          <p:cNvSpPr>
            <a:spLocks noGrp="1"/>
          </p:cNvSpPr>
          <p:nvPr>
            <p:ph type="title"/>
          </p:nvPr>
        </p:nvSpPr>
        <p:spPr>
          <a:xfrm>
            <a:off x="436889" y="320590"/>
            <a:ext cx="17141825" cy="1953687"/>
          </a:xfrm>
        </p:spPr>
        <p:txBody>
          <a:bodyPr/>
          <a:lstStyle/>
          <a:p>
            <a:pPr>
              <a:spcBef>
                <a:spcPts val="2400"/>
              </a:spcBef>
              <a:buNone/>
            </a:pPr>
            <a:r>
              <a:rPr sz="6400" dirty="0"/>
              <a:t>Before you begin</a:t>
            </a:r>
            <a:endParaRPr sz="3600" dirty="0"/>
          </a:p>
        </p:txBody>
      </p:sp>
      <p:sp>
        <p:nvSpPr>
          <p:cNvPr id="3" name="Footer Placeholder 2">
            <a:extLst>
              <a:ext uri="{FF2B5EF4-FFF2-40B4-BE49-F238E27FC236}">
                <a16:creationId xmlns:a16="http://schemas.microsoft.com/office/drawing/2014/main" id="{C0AB38C7-FFB2-FD42-1B56-448189B33EC8}"/>
              </a:ext>
            </a:extLst>
          </p:cNvPr>
          <p:cNvSpPr>
            <a:spLocks noGrp="1"/>
          </p:cNvSpPr>
          <p:nvPr>
            <p:ph type="ftr" idx="10"/>
          </p:nvPr>
        </p:nvSpPr>
        <p:spPr/>
        <p:txBody>
          <a:bodyPr vert="horz" lIns="0" tIns="0" rIns="0" bIns="0" anchor="b">
            <a:noAutofit/>
          </a:bodyPr>
          <a:lstStyle/>
          <a:p>
            <a:r>
              <a:rPr>
                <a:latin typeface="+mn-lt"/>
                <a:ea typeface="+mn-lt"/>
                <a:cs typeface="+mn-lt"/>
              </a:rPr>
              <a:t>IBM TechXchange | © 2026 IBM Corporation</a:t>
            </a:r>
          </a:p>
        </p:txBody>
      </p:sp>
      <p:sp>
        <p:nvSpPr>
          <p:cNvPr id="4" name="Slide Number Placeholder 3">
            <a:extLst>
              <a:ext uri="{FF2B5EF4-FFF2-40B4-BE49-F238E27FC236}">
                <a16:creationId xmlns:a16="http://schemas.microsoft.com/office/drawing/2014/main" id="{447CCC3D-DAC4-F58C-EBDD-4A7B78A2FA3F}"/>
              </a:ext>
            </a:extLst>
          </p:cNvPr>
          <p:cNvSpPr>
            <a:spLocks noGrp="1"/>
          </p:cNvSpPr>
          <p:nvPr>
            <p:ph type="sldNum" idx="11"/>
          </p:nvPr>
        </p:nvSpPr>
        <p:spPr/>
        <p:txBody>
          <a:bodyPr/>
          <a:lstStyle/>
          <a:p>
            <a:fld id="{EFD6AB9A-5F9E-5F59-51AB-3C8734130965}" type="slidenum">
              <a:rPr/>
              <a:t>6</a:t>
            </a:fld>
            <a:endParaRPr/>
          </a:p>
        </p:txBody>
      </p:sp>
      <p:sp>
        <p:nvSpPr>
          <p:cNvPr id="6" name="TextBox 5">
            <a:extLst>
              <a:ext uri="{FF2B5EF4-FFF2-40B4-BE49-F238E27FC236}">
                <a16:creationId xmlns:a16="http://schemas.microsoft.com/office/drawing/2014/main" id="{9036441F-1AE3-23BA-6223-E78EEEBDD4DA}"/>
              </a:ext>
            </a:extLst>
          </p:cNvPr>
          <p:cNvSpPr>
            <a:spLocks noGrp="1"/>
          </p:cNvSpPr>
          <p:nvPr/>
        </p:nvSpPr>
        <p:spPr>
          <a:xfrm>
            <a:off x="568323" y="3480080"/>
            <a:ext cx="18804197" cy="2862322"/>
          </a:xfrm>
          <a:prstGeom prst="rect">
            <a:avLst/>
          </a:prstGeom>
          <a:noFill/>
          <a:ln w="12700"/>
        </p:spPr>
        <p:txBody>
          <a:bodyPr wrap="square">
            <a:spAutoFit/>
          </a:bodyPr>
          <a:lstStyle/>
          <a:p>
            <a:pPr marL="571500" indent="-571500">
              <a:spcAft>
                <a:spcPts val="28"/>
              </a:spcAft>
              <a:buFont typeface="Arial" panose="020B0604020202020204" pitchFamily="34" charset="0"/>
              <a:buChar char="•"/>
            </a:pPr>
            <a:r>
              <a:rPr sz="3600" dirty="0">
                <a:solidFill>
                  <a:srgbClr val="FFFFFF"/>
                </a:solidFill>
                <a:latin typeface="IBM Plex Sans Light"/>
                <a:ea typeface="IBM Plex Sans Light"/>
                <a:cs typeface="IBM Plex Sans Light"/>
              </a:rPr>
              <a:t>Sign in to IBM Bob, </a:t>
            </a:r>
            <a:endParaRPr lang="en-US" sz="3600" dirty="0">
              <a:solidFill>
                <a:srgbClr val="FFFFFF"/>
              </a:solidFill>
              <a:latin typeface="IBM Plex Sans Light"/>
              <a:ea typeface="IBM Plex Sans Light"/>
              <a:cs typeface="IBM Plex Sans Light"/>
            </a:endParaRPr>
          </a:p>
          <a:p>
            <a:pPr marL="571500" indent="-571500">
              <a:spcAft>
                <a:spcPts val="28"/>
              </a:spcAft>
              <a:buFont typeface="Arial" panose="020B0604020202020204" pitchFamily="34" charset="0"/>
              <a:buChar char="•"/>
            </a:pPr>
            <a:r>
              <a:rPr lang="en-US" sz="3600" dirty="0">
                <a:solidFill>
                  <a:srgbClr val="FFFFFF"/>
                </a:solidFill>
                <a:latin typeface="IBM Plex Sans Light"/>
                <a:ea typeface="IBM Plex Sans Light"/>
                <a:cs typeface="IBM Plex Sans Light"/>
              </a:rPr>
              <a:t>Check </a:t>
            </a:r>
            <a:r>
              <a:rPr lang="en-US" sz="3600" dirty="0" err="1">
                <a:solidFill>
                  <a:srgbClr val="FFFFFF"/>
                </a:solidFill>
                <a:latin typeface="IBM Plex Sans Light"/>
                <a:ea typeface="IBM Plex Sans Light"/>
                <a:cs typeface="IBM Plex Sans Light"/>
              </a:rPr>
              <a:t>Techzone</a:t>
            </a:r>
            <a:r>
              <a:rPr lang="en-US" sz="3600" dirty="0">
                <a:solidFill>
                  <a:srgbClr val="FFFFFF"/>
                </a:solidFill>
                <a:latin typeface="IBM Plex Sans Light"/>
                <a:ea typeface="IBM Plex Sans Light"/>
                <a:cs typeface="IBM Plex Sans Light"/>
              </a:rPr>
              <a:t> environment (</a:t>
            </a:r>
            <a:r>
              <a:rPr lang="en-US" sz="3600" dirty="0" err="1">
                <a:solidFill>
                  <a:srgbClr val="FFFFFF"/>
                </a:solidFill>
                <a:latin typeface="IBM Plex Sans Light"/>
                <a:ea typeface="IBM Plex Sans Light"/>
                <a:cs typeface="IBM Plex Sans Light"/>
              </a:rPr>
              <a:t>Watsonx</a:t>
            </a:r>
            <a:r>
              <a:rPr lang="en-US" sz="3600" dirty="0">
                <a:solidFill>
                  <a:srgbClr val="FFFFFF"/>
                </a:solidFill>
                <a:latin typeface="IBM Plex Sans Light"/>
                <a:ea typeface="IBM Plex Sans Light"/>
                <a:cs typeface="IBM Plex Sans Light"/>
              </a:rPr>
              <a:t> Orchestrate).</a:t>
            </a:r>
            <a:r>
              <a:rPr sz="3600" dirty="0">
                <a:solidFill>
                  <a:srgbClr val="FFFFFF"/>
                </a:solidFill>
                <a:latin typeface="IBM Plex Sans Light"/>
                <a:ea typeface="IBM Plex Sans Light"/>
                <a:cs typeface="IBM Plex Sans Light"/>
              </a:rPr>
              <a:t> </a:t>
            </a:r>
            <a:endParaRPr lang="en-US" sz="3600" dirty="0">
              <a:solidFill>
                <a:srgbClr val="FFFFFF"/>
              </a:solidFill>
              <a:latin typeface="IBM Plex Sans Light"/>
              <a:ea typeface="IBM Plex Sans Light"/>
              <a:cs typeface="IBM Plex Sans Light"/>
            </a:endParaRPr>
          </a:p>
          <a:p>
            <a:pPr marL="571500" indent="-571500">
              <a:spcAft>
                <a:spcPts val="28"/>
              </a:spcAft>
              <a:buFont typeface="Arial" panose="020B0604020202020204" pitchFamily="34" charset="0"/>
              <a:buChar char="•"/>
            </a:pPr>
            <a:r>
              <a:rPr sz="3600" dirty="0">
                <a:solidFill>
                  <a:srgbClr val="FFFFFF"/>
                </a:solidFill>
                <a:latin typeface="IBM Plex Sans Light"/>
                <a:ea typeface="IBM Plex Sans Light"/>
                <a:cs typeface="IBM Plex Sans Light"/>
              </a:rPr>
              <a:t>GitHub with your assigned accounts.</a:t>
            </a:r>
          </a:p>
          <a:p>
            <a:pPr marL="571500" indent="-571500">
              <a:spcAft>
                <a:spcPts val="28"/>
              </a:spcAft>
              <a:buFont typeface="Arial" panose="020B0604020202020204" pitchFamily="34" charset="0"/>
              <a:buChar char="•"/>
            </a:pPr>
            <a:r>
              <a:rPr lang="en-US" sz="3600" dirty="0">
                <a:solidFill>
                  <a:srgbClr val="FFFFFF"/>
                </a:solidFill>
                <a:latin typeface="IBM Plex Sans Light"/>
                <a:ea typeface="IBM Plex Sans Light"/>
                <a:cs typeface="IBM Plex Sans Light"/>
              </a:rPr>
              <a:t>Clone the given repository to a directory</a:t>
            </a:r>
            <a:r>
              <a:rPr sz="3600" dirty="0">
                <a:solidFill>
                  <a:srgbClr val="FFFFFF"/>
                </a:solidFill>
                <a:latin typeface="IBM Plex Sans Light"/>
                <a:ea typeface="IBM Plex Sans Light"/>
                <a:cs typeface="IBM Plex Sans Light"/>
              </a:rPr>
              <a:t>.</a:t>
            </a:r>
          </a:p>
          <a:p>
            <a:pPr marL="571500" indent="-571500">
              <a:buFont typeface="Arial" panose="020B0604020202020204" pitchFamily="34" charset="0"/>
              <a:buChar char="•"/>
            </a:pPr>
            <a:r>
              <a:rPr sz="3600" dirty="0">
                <a:solidFill>
                  <a:srgbClr val="FFFFFF"/>
                </a:solidFill>
                <a:latin typeface="IBM Plex Sans Light"/>
                <a:ea typeface="IBM Plex Sans Light"/>
                <a:cs typeface="IBM Plex Sans Light"/>
              </a:rPr>
              <a:t>Open the lab guide </a:t>
            </a:r>
            <a:r>
              <a:rPr lang="en-US" sz="3600" dirty="0">
                <a:solidFill>
                  <a:srgbClr val="FFFFFF"/>
                </a:solidFill>
                <a:latin typeface="IBM Plex Sans Light"/>
                <a:ea typeface="IBM Plex Sans Light"/>
                <a:cs typeface="IBM Plex Sans Light"/>
              </a:rPr>
              <a:t>to find detailed information on the hands-on</a:t>
            </a:r>
            <a:r>
              <a:rPr sz="3600" dirty="0">
                <a:solidFill>
                  <a:srgbClr val="FFFFFF"/>
                </a:solidFill>
                <a:latin typeface="IBM Plex Sans Light"/>
                <a:ea typeface="IBM Plex Sans Light"/>
                <a:cs typeface="IBM Plex Sans Light"/>
              </a:rPr>
              <a:t>.</a:t>
            </a:r>
          </a:p>
          <a:p>
            <a:pPr marL="571500" indent="-571500">
              <a:spcAft>
                <a:spcPts val="28"/>
              </a:spcAft>
              <a:buFont typeface="Arial" panose="020B0604020202020204" pitchFamily="34" charset="0"/>
              <a:buChar char="•"/>
            </a:pPr>
            <a:endParaRPr lang="en-US" sz="3600" dirty="0">
              <a:solidFill>
                <a:srgbClr val="FFFFFF"/>
              </a:solidFill>
              <a:latin typeface="IBM Plex Sans Light"/>
              <a:ea typeface="IBM Plex Sans Light"/>
              <a:cs typeface="IBM Plex Sans Light"/>
            </a:endParaRPr>
          </a:p>
        </p:txBody>
      </p:sp>
    </p:spTree>
    <p:extLst>
      <p:ext uri="{BB962C8B-B14F-4D97-AF65-F5344CB8AC3E}">
        <p14:creationId xmlns:p14="http://schemas.microsoft.com/office/powerpoint/2010/main" val="372532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C33EE142-1E8B-984F-F242-40E97B08AA44}"/>
              </a:ext>
            </a:extLst>
          </p:cNvPr>
          <p:cNvSpPr>
            <a:spLocks noGrp="1"/>
          </p:cNvSpPr>
          <p:nvPr>
            <p:ph type="body" idx="12"/>
          </p:nvPr>
        </p:nvSpPr>
        <p:spPr>
          <a:xfrm>
            <a:off x="3429000" y="6033718"/>
            <a:ext cx="5708650" cy="2476500"/>
          </a:xfrm>
        </p:spPr>
        <p:txBody>
          <a:bodyPr/>
          <a:lstStyle/>
          <a:p>
            <a:pPr marL="571518" indent="-571500">
              <a:buFont typeface="Arial" panose="020B0604020202020204" pitchFamily="34" charset="0"/>
              <a:buChar char="•"/>
            </a:pPr>
            <a:r>
              <a:rPr lang="en-US" sz="4400" dirty="0">
                <a:solidFill>
                  <a:srgbClr val="FFFFFF"/>
                </a:solidFill>
                <a:latin typeface="IBM Plex Sans Light"/>
                <a:ea typeface="IBM Plex Sans Light"/>
                <a:cs typeface="IBM Plex Sans Light"/>
              </a:rPr>
              <a:t>Create complete logistics application</a:t>
            </a:r>
            <a:endParaRPr sz="4400" dirty="0">
              <a:solidFill>
                <a:srgbClr val="FFFFFF"/>
              </a:solidFill>
              <a:latin typeface="IBM Plex Sans Light"/>
              <a:ea typeface="IBM Plex Sans Light"/>
              <a:cs typeface="IBM Plex Sans Light"/>
            </a:endParaRPr>
          </a:p>
        </p:txBody>
      </p:sp>
      <p:sp>
        <p:nvSpPr>
          <p:cNvPr id="7" name="Text Placeholder 6">
            <a:extLst>
              <a:ext uri="{FF2B5EF4-FFF2-40B4-BE49-F238E27FC236}">
                <a16:creationId xmlns:a16="http://schemas.microsoft.com/office/drawing/2014/main" id="{70F2193F-B205-5B9C-A1E8-C1770B089054}"/>
              </a:ext>
            </a:extLst>
          </p:cNvPr>
          <p:cNvSpPr>
            <a:spLocks noGrp="1"/>
          </p:cNvSpPr>
          <p:nvPr>
            <p:ph type="body" idx="14"/>
          </p:nvPr>
        </p:nvSpPr>
        <p:spPr>
          <a:xfrm>
            <a:off x="3429000" y="9437319"/>
            <a:ext cx="5708650" cy="2476500"/>
          </a:xfrm>
        </p:spPr>
        <p:txBody>
          <a:bodyPr/>
          <a:lstStyle/>
          <a:p>
            <a:pPr marL="571518" indent="-571500">
              <a:buFont typeface="Arial" panose="020B0604020202020204" pitchFamily="34" charset="0"/>
              <a:buChar char="•"/>
            </a:pPr>
            <a:r>
              <a:rPr lang="en-US" sz="4400" dirty="0">
                <a:solidFill>
                  <a:srgbClr val="FFFFFF"/>
                </a:solidFill>
                <a:latin typeface="IBM Plex Sans Light"/>
                <a:ea typeface="IBM Plex Sans Light"/>
                <a:cs typeface="IBM Plex Sans Light"/>
              </a:rPr>
              <a:t>Live dashboard with alert visualization, maps and telemetry data</a:t>
            </a:r>
            <a:endParaRPr sz="4400" dirty="0">
              <a:solidFill>
                <a:srgbClr val="FFFFFF"/>
              </a:solidFill>
              <a:latin typeface="IBM Plex Sans Light"/>
              <a:ea typeface="IBM Plex Sans Light"/>
              <a:cs typeface="IBM Plex Sans Light"/>
            </a:endParaRPr>
          </a:p>
        </p:txBody>
      </p:sp>
      <p:sp>
        <p:nvSpPr>
          <p:cNvPr id="10" name="Text Placeholder 9">
            <a:extLst>
              <a:ext uri="{FF2B5EF4-FFF2-40B4-BE49-F238E27FC236}">
                <a16:creationId xmlns:a16="http://schemas.microsoft.com/office/drawing/2014/main" id="{DD59A595-38EF-943B-3169-9E44CD26DEFD}"/>
              </a:ext>
            </a:extLst>
          </p:cNvPr>
          <p:cNvSpPr>
            <a:spLocks noGrp="1"/>
          </p:cNvSpPr>
          <p:nvPr>
            <p:ph type="body" idx="21"/>
          </p:nvPr>
        </p:nvSpPr>
        <p:spPr>
          <a:xfrm>
            <a:off x="3429000" y="2579318"/>
            <a:ext cx="5708650" cy="2476500"/>
          </a:xfrm>
        </p:spPr>
        <p:txBody>
          <a:bodyPr/>
          <a:lstStyle/>
          <a:p>
            <a:pPr marL="571518" indent="-571500">
              <a:buFont typeface="Arial" panose="020B0604020202020204" pitchFamily="34" charset="0"/>
              <a:buChar char="•"/>
            </a:pPr>
            <a:r>
              <a:rPr lang="en-US" sz="4400" dirty="0">
                <a:solidFill>
                  <a:srgbClr val="FFFFFF"/>
                </a:solidFill>
                <a:latin typeface="IBM Plex Sans Light"/>
                <a:ea typeface="IBM Plex Sans Light"/>
                <a:cs typeface="IBM Plex Sans Light"/>
              </a:rPr>
              <a:t>Use IBM Bob Modes For Forecast and agent creation</a:t>
            </a:r>
            <a:endParaRPr sz="4400" dirty="0">
              <a:solidFill>
                <a:srgbClr val="FFFFFF"/>
              </a:solidFill>
              <a:latin typeface="IBM Plex Sans Light"/>
              <a:ea typeface="IBM Plex Sans Light"/>
              <a:cs typeface="IBM Plex Sans Light"/>
            </a:endParaRPr>
          </a:p>
        </p:txBody>
      </p:sp>
      <p:sp>
        <p:nvSpPr>
          <p:cNvPr id="14" name="Text Placeholder 13">
            <a:extLst>
              <a:ext uri="{FF2B5EF4-FFF2-40B4-BE49-F238E27FC236}">
                <a16:creationId xmlns:a16="http://schemas.microsoft.com/office/drawing/2014/main" id="{0E2E5C16-95C7-535F-F785-1CC1432768D6}"/>
              </a:ext>
            </a:extLst>
          </p:cNvPr>
          <p:cNvSpPr>
            <a:spLocks noGrp="1"/>
          </p:cNvSpPr>
          <p:nvPr>
            <p:ph type="body" idx="25"/>
          </p:nvPr>
        </p:nvSpPr>
        <p:spPr>
          <a:xfrm>
            <a:off x="15617825" y="9437319"/>
            <a:ext cx="5708650" cy="2476500"/>
          </a:xfrm>
        </p:spPr>
        <p:txBody>
          <a:bodyPr/>
          <a:lstStyle/>
          <a:p>
            <a:pPr marL="571518" indent="-571500">
              <a:buFont typeface="Arial" panose="020B0604020202020204" pitchFamily="34" charset="0"/>
              <a:buChar char="•"/>
            </a:pPr>
            <a:r>
              <a:rPr lang="en-US" sz="4400" dirty="0">
                <a:solidFill>
                  <a:srgbClr val="FFFFFF"/>
                </a:solidFill>
                <a:latin typeface="IBM Plex Sans Light"/>
                <a:ea typeface="IBM Plex Sans Light"/>
                <a:cs typeface="IBM Plex Sans Light"/>
              </a:rPr>
              <a:t>Customized modifications for app and dashboard</a:t>
            </a:r>
            <a:endParaRPr sz="4400" dirty="0">
              <a:solidFill>
                <a:srgbClr val="FFFFFF"/>
              </a:solidFill>
              <a:latin typeface="IBM Plex Sans Light"/>
              <a:ea typeface="IBM Plex Sans Light"/>
              <a:cs typeface="IBM Plex Sans Light"/>
            </a:endParaRPr>
          </a:p>
        </p:txBody>
      </p:sp>
      <p:sp>
        <p:nvSpPr>
          <p:cNvPr id="16" name="Text Placeholder 15">
            <a:extLst>
              <a:ext uri="{FF2B5EF4-FFF2-40B4-BE49-F238E27FC236}">
                <a16:creationId xmlns:a16="http://schemas.microsoft.com/office/drawing/2014/main" id="{205CC423-79F8-AD57-A0F5-10E693BA194C}"/>
              </a:ext>
            </a:extLst>
          </p:cNvPr>
          <p:cNvSpPr>
            <a:spLocks noGrp="1"/>
          </p:cNvSpPr>
          <p:nvPr>
            <p:ph type="body" idx="27"/>
          </p:nvPr>
        </p:nvSpPr>
        <p:spPr>
          <a:xfrm>
            <a:off x="15617825" y="2579318"/>
            <a:ext cx="5708650" cy="2476500"/>
          </a:xfrm>
        </p:spPr>
        <p:txBody>
          <a:bodyPr/>
          <a:lstStyle/>
          <a:p>
            <a:pPr marL="571518" indent="-571500">
              <a:buFont typeface="Arial" panose="020B0604020202020204" pitchFamily="34" charset="0"/>
              <a:buChar char="•"/>
            </a:pPr>
            <a:r>
              <a:rPr lang="en-US" sz="4400" dirty="0">
                <a:solidFill>
                  <a:srgbClr val="FFFFFF"/>
                </a:solidFill>
                <a:latin typeface="IBM Plex Sans Light"/>
                <a:ea typeface="IBM Plex Sans Light"/>
                <a:cs typeface="IBM Plex Sans Light"/>
              </a:rPr>
              <a:t>Trigger agent workflow and change routes for trucks having emergency</a:t>
            </a:r>
            <a:endParaRPr sz="4400" dirty="0">
              <a:solidFill>
                <a:srgbClr val="FFFFFF"/>
              </a:solidFill>
              <a:latin typeface="IBM Plex Sans Light"/>
              <a:ea typeface="IBM Plex Sans Light"/>
              <a:cs typeface="IBM Plex Sans Light"/>
            </a:endParaRPr>
          </a:p>
        </p:txBody>
      </p:sp>
      <p:sp>
        <p:nvSpPr>
          <p:cNvPr id="20" name="Footer Placeholder 19">
            <a:extLst>
              <a:ext uri="{FF2B5EF4-FFF2-40B4-BE49-F238E27FC236}">
                <a16:creationId xmlns:a16="http://schemas.microsoft.com/office/drawing/2014/main" id="{A9FC48EF-7046-1D4C-B7A6-5265B85F3F59}"/>
              </a:ext>
            </a:extLst>
          </p:cNvPr>
          <p:cNvSpPr>
            <a:spLocks noGrp="1"/>
          </p:cNvSpPr>
          <p:nvPr>
            <p:ph type="ftr" idx="3"/>
          </p:nvPr>
        </p:nvSpPr>
        <p:spPr/>
        <p:txBody>
          <a:bodyPr vert="horz" lIns="0" tIns="0" rIns="0" bIns="0" anchor="b">
            <a:noAutofit/>
          </a:bodyPr>
          <a:lstStyle/>
          <a:p>
            <a:r>
              <a:rPr>
                <a:solidFill>
                  <a:schemeClr val="bg1"/>
                </a:solidFill>
                <a:latin typeface="+mn-lt"/>
                <a:ea typeface="+mn-lt"/>
                <a:cs typeface="+mn-lt"/>
              </a:rPr>
              <a:t>IBM TechXchange | © 2026 IBM Corporation</a:t>
            </a:r>
          </a:p>
        </p:txBody>
      </p:sp>
      <p:sp>
        <p:nvSpPr>
          <p:cNvPr id="21" name="Slide Number Placeholder 20">
            <a:extLst>
              <a:ext uri="{FF2B5EF4-FFF2-40B4-BE49-F238E27FC236}">
                <a16:creationId xmlns:a16="http://schemas.microsoft.com/office/drawing/2014/main" id="{4D81582E-9518-4B44-8F92-4F8C39B92EA7}"/>
              </a:ext>
            </a:extLst>
          </p:cNvPr>
          <p:cNvSpPr>
            <a:spLocks noGrp="1"/>
          </p:cNvSpPr>
          <p:nvPr>
            <p:ph type="sldNum" idx="2"/>
          </p:nvPr>
        </p:nvSpPr>
        <p:spPr/>
        <p:txBody>
          <a:bodyPr/>
          <a:lstStyle/>
          <a:p>
            <a:fld id="{EE5B3003-2C54-13C6-9832-7637201064DE}" type="slidenum">
              <a:rPr/>
              <a:t>7</a:t>
            </a:fld>
            <a:endParaRPr/>
          </a:p>
        </p:txBody>
      </p:sp>
      <p:sp>
        <p:nvSpPr>
          <p:cNvPr id="2" name="Title 3">
            <a:extLst>
              <a:ext uri="{FF2B5EF4-FFF2-40B4-BE49-F238E27FC236}">
                <a16:creationId xmlns:a16="http://schemas.microsoft.com/office/drawing/2014/main" id="{DA0491C6-B034-9C11-BED7-590BBED64B80}"/>
              </a:ext>
            </a:extLst>
          </p:cNvPr>
          <p:cNvSpPr>
            <a:spLocks noGrp="1"/>
          </p:cNvSpPr>
          <p:nvPr>
            <p:ph type="title"/>
          </p:nvPr>
        </p:nvSpPr>
        <p:spPr>
          <a:xfrm>
            <a:off x="538493" y="383874"/>
            <a:ext cx="14691981" cy="2859087"/>
          </a:xfrm>
        </p:spPr>
        <p:txBody>
          <a:bodyPr/>
          <a:lstStyle/>
          <a:p>
            <a:pPr algn="l">
              <a:buNone/>
            </a:pPr>
            <a:r>
              <a:rPr sz="7200" dirty="0">
                <a:solidFill>
                  <a:schemeClr val="bg1"/>
                </a:solidFill>
              </a:rPr>
              <a:t>Success criteria</a:t>
            </a:r>
            <a:endParaRPr sz="8800" dirty="0">
              <a:solidFill>
                <a:schemeClr val="bg1"/>
              </a:solidFill>
            </a:endParaRPr>
          </a:p>
        </p:txBody>
      </p:sp>
      <p:sp>
        <p:nvSpPr>
          <p:cNvPr id="4" name="Text Placeholder 3">
            <a:extLst>
              <a:ext uri="{FF2B5EF4-FFF2-40B4-BE49-F238E27FC236}">
                <a16:creationId xmlns:a16="http://schemas.microsoft.com/office/drawing/2014/main" id="{07B09B68-5951-FD0B-528D-CB78D15EF296}"/>
              </a:ext>
            </a:extLst>
          </p:cNvPr>
          <p:cNvSpPr>
            <a:spLocks noGrp="1"/>
          </p:cNvSpPr>
          <p:nvPr>
            <p:ph type="body" idx="23"/>
          </p:nvPr>
        </p:nvSpPr>
        <p:spPr/>
        <p:txBody>
          <a:bodyPr/>
          <a:lstStyle/>
          <a:p>
            <a:endParaRPr lang="en-US"/>
          </a:p>
        </p:txBody>
      </p:sp>
    </p:spTree>
    <p:extLst>
      <p:ext uri="{BB962C8B-B14F-4D97-AF65-F5344CB8AC3E}">
        <p14:creationId xmlns:p14="http://schemas.microsoft.com/office/powerpoint/2010/main" val="11650194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C81D042-63E6-3000-6157-CB0B1EC1762D}"/>
              </a:ext>
            </a:extLst>
          </p:cNvPr>
          <p:cNvSpPr>
            <a:spLocks noGrp="1"/>
          </p:cNvSpPr>
          <p:nvPr>
            <p:ph type="title"/>
          </p:nvPr>
        </p:nvSpPr>
        <p:spPr>
          <a:xfrm>
            <a:off x="576000" y="384048"/>
            <a:ext cx="10156168" cy="1906588"/>
          </a:xfrm>
        </p:spPr>
        <p:txBody>
          <a:bodyPr/>
          <a:lstStyle/>
          <a:p>
            <a:r>
              <a:rPr sz="6800"/>
              <a:t>Notices and disclaimers</a:t>
            </a:r>
          </a:p>
        </p:txBody>
      </p:sp>
      <p:sp>
        <p:nvSpPr>
          <p:cNvPr id="9" name="Text Placeholder 8">
            <a:extLst>
              <a:ext uri="{FF2B5EF4-FFF2-40B4-BE49-F238E27FC236}">
                <a16:creationId xmlns:a16="http://schemas.microsoft.com/office/drawing/2014/main" id="{0C8905E8-30B5-A695-C17F-BAF5269DD442}"/>
              </a:ext>
            </a:extLst>
          </p:cNvPr>
          <p:cNvSpPr>
            <a:spLocks noGrp="1"/>
          </p:cNvSpPr>
          <p:nvPr>
            <p:ph type="body" idx="11"/>
          </p:nvPr>
        </p:nvSpPr>
        <p:spPr>
          <a:xfrm>
            <a:off x="576000" y="1833647"/>
            <a:ext cx="10613368" cy="9153524"/>
          </a:xfrm>
        </p:spPr>
        <p:txBody>
          <a:bodyPr/>
          <a:lstStyle/>
          <a:p>
            <a:r>
              <a:rPr sz="2400">
                <a:latin typeface="+mn-lt"/>
                <a:ea typeface="+mn-lt"/>
                <a:cs typeface="+mn-lt"/>
              </a:rPr>
              <a:t>© 2026 IBM Corporation. All rights reserved. </a:t>
            </a:r>
          </a:p>
          <a:p>
            <a:endParaRPr sz="2400">
              <a:latin typeface="+mn-lt"/>
              <a:ea typeface="+mn-lt"/>
              <a:cs typeface="+mn-lt"/>
            </a:endParaRPr>
          </a:p>
          <a:p>
            <a:r>
              <a:rPr sz="2400" b="1" spc="20">
                <a:latin typeface="+mn-lt"/>
                <a:ea typeface="+mn-lt"/>
                <a:cs typeface="+mn-lt"/>
              </a:rPr>
              <a:t>This document is distributed "as is" without any warranty, either express or implied. In no event shall IBM be liable for any damage arising from the use of this information, including but not limited to, loss of data, business interruption, loss of profit or loss of opportunity.  </a:t>
            </a:r>
          </a:p>
          <a:p>
            <a:endParaRPr sz="2400">
              <a:latin typeface="+mn-lt"/>
              <a:ea typeface="+mn-lt"/>
              <a:cs typeface="+mn-lt"/>
            </a:endParaRPr>
          </a:p>
          <a:p>
            <a:pPr>
              <a:buNone/>
            </a:pPr>
            <a:r>
              <a:rPr sz="2400">
                <a:latin typeface="+mn-lt"/>
                <a:ea typeface="+mn-lt"/>
                <a:cs typeface="+mn-lt"/>
              </a:rPr>
              <a:t>Examples presented are illustrative only. Actual results will vary based on client configurations and conditions and, therefore, generally expected results cannot be provided. </a:t>
            </a:r>
          </a:p>
          <a:p>
            <a:pPr>
              <a:buNone/>
            </a:pPr>
            <a:endParaRPr sz="2400">
              <a:latin typeface="+mn-lt"/>
              <a:ea typeface="+mn-lt"/>
              <a:cs typeface="+mn-lt"/>
            </a:endParaRPr>
          </a:p>
          <a:p>
            <a:pPr>
              <a:buNone/>
            </a:pPr>
            <a:r>
              <a:rPr sz="2400">
                <a:latin typeface="+mn-lt"/>
                <a:ea typeface="+mn-lt"/>
                <a:cs typeface="+mn-lt"/>
              </a:rPr>
              <a:t>Workshops, sessions, and associated materials may have been prepared by independent session speakers and do not necessarily reflect the views of IBM. </a:t>
            </a:r>
          </a:p>
          <a:p>
            <a:pPr>
              <a:buNone/>
            </a:pPr>
            <a:r>
              <a:rPr sz="2400">
                <a:latin typeface="+mn-lt"/>
                <a:ea typeface="+mn-lt"/>
                <a:cs typeface="+mn-lt"/>
              </a:rPr>
              <a:t>Not all offerings are available in every country in which IBM operates.  </a:t>
            </a:r>
          </a:p>
          <a:p>
            <a:pPr>
              <a:buNone/>
            </a:pPr>
            <a:r>
              <a:rPr sz="2400">
                <a:latin typeface="+mn-lt"/>
                <a:ea typeface="+mn-lt"/>
                <a:cs typeface="+mn-lt"/>
              </a:rPr>
              <a:t>Statements regarding IBM's future direction, intent, or product plans are subject to change or withdrawal without notice, and represent goals and objectives only.</a:t>
            </a:r>
          </a:p>
          <a:p>
            <a:pPr>
              <a:buNone/>
            </a:pPr>
            <a:endParaRPr sz="2400">
              <a:latin typeface="+mn-lt"/>
              <a:ea typeface="+mn-lt"/>
              <a:cs typeface="+mn-lt"/>
            </a:endParaRPr>
          </a:p>
          <a:p>
            <a:pPr>
              <a:buNone/>
            </a:pPr>
            <a:r>
              <a:rPr sz="2400">
                <a:latin typeface="+mn-lt"/>
                <a:ea typeface="+mn-lt"/>
                <a:cs typeface="+mn-lt"/>
              </a:rPr>
              <a:t>IBM, the IBM logo, and ibm.com are trademarks or registered trademarks of IBM Corporation, in in the U.S. and/or other countries Other product and service names might be trademarks of IBM or other companies. A current list of IBM trademarks is available on </a:t>
            </a:r>
            <a:r>
              <a:rPr sz="2400">
                <a:solidFill>
                  <a:schemeClr val="accent1"/>
                </a:solidFill>
                <a:latin typeface="+mn-lt"/>
                <a:ea typeface="+mn-lt"/>
                <a:cs typeface="+mn-lt"/>
                <a:hlinkClick r:id="rId3"/>
              </a:rPr>
              <a:t>ibm.com/trademark</a:t>
            </a:r>
            <a:r>
              <a:rPr sz="2400">
                <a:solidFill>
                  <a:schemeClr val="accent1"/>
                </a:solidFill>
                <a:latin typeface="+mn-lt"/>
                <a:ea typeface="+mn-lt"/>
                <a:cs typeface="+mn-lt"/>
              </a:rPr>
              <a:t>. </a:t>
            </a:r>
          </a:p>
        </p:txBody>
      </p:sp>
      <p:sp>
        <p:nvSpPr>
          <p:cNvPr id="10" name="Text Placeholder 9">
            <a:extLst>
              <a:ext uri="{FF2B5EF4-FFF2-40B4-BE49-F238E27FC236}">
                <a16:creationId xmlns:a16="http://schemas.microsoft.com/office/drawing/2014/main" id="{222D31B7-6AE4-B761-AB89-5C1F66FA5223}"/>
              </a:ext>
            </a:extLst>
          </p:cNvPr>
          <p:cNvSpPr>
            <a:spLocks noGrp="1"/>
          </p:cNvSpPr>
          <p:nvPr>
            <p:ph type="body" idx="12"/>
          </p:nvPr>
        </p:nvSpPr>
        <p:spPr>
          <a:xfrm>
            <a:off x="12801265" y="2580166"/>
            <a:ext cx="10096500" cy="9153525"/>
          </a:xfrm>
        </p:spPr>
        <p:txBody>
          <a:bodyPr/>
          <a:lstStyle/>
          <a:p>
            <a:pPr>
              <a:buNone/>
            </a:pPr>
            <a:r>
              <a:rPr sz="2400"/>
              <a:t>Certain comments made in this presentation may be characterized as forward looking under the Private Securities Litigation Reform Act of 1995.</a:t>
            </a:r>
          </a:p>
          <a:p>
            <a:pPr>
              <a:buNone/>
            </a:pPr>
            <a:endParaRPr sz="2400"/>
          </a:p>
          <a:p>
            <a:pPr>
              <a:buNone/>
            </a:pPr>
            <a:r>
              <a:rPr sz="2400"/>
              <a:t>Forward-looking statements are based on a company's current assumptions regarding future business and financial performance. Those statements by their nature address matters that are uncertain to different degrees and involve a number of factors that could cause actual results to differ materially. Additional information concerning these factors is contained in the Company's filings with the SEC. Copies are available from the SEC, from the IBM website, or from IBM Investor Relations.</a:t>
            </a:r>
          </a:p>
          <a:p>
            <a:pPr>
              <a:buNone/>
            </a:pPr>
            <a:endParaRPr sz="2400"/>
          </a:p>
          <a:p>
            <a:pPr>
              <a:buNone/>
            </a:pPr>
            <a:r>
              <a:rPr sz="2400"/>
              <a:t>Any forward-looking statement made during this presentation speaks only as of the date on which it is made. The Company assumes no obligation to update or revise any forward-looking statements except as required by law; these charts and the associated remarks and comments are integrally related and are intended to be presented and understood together. </a:t>
            </a:r>
          </a:p>
        </p:txBody>
      </p:sp>
      <p:sp>
        <p:nvSpPr>
          <p:cNvPr id="4" name="Footer Placeholder 3">
            <a:extLst>
              <a:ext uri="{FF2B5EF4-FFF2-40B4-BE49-F238E27FC236}">
                <a16:creationId xmlns:a16="http://schemas.microsoft.com/office/drawing/2014/main" id="{EBEE9DD5-B99E-EB7E-19FE-39B56D4438F7}"/>
              </a:ext>
            </a:extLst>
          </p:cNvPr>
          <p:cNvSpPr>
            <a:spLocks noGrp="1"/>
          </p:cNvSpPr>
          <p:nvPr>
            <p:ph type="ftr" idx="18"/>
          </p:nvPr>
        </p:nvSpPr>
        <p:spPr/>
        <p:txBody>
          <a:bodyPr/>
          <a:lstStyle/>
          <a:p>
            <a:r>
              <a:t>IBM Think 2026 / © 2026 IBM Corporation</a:t>
            </a:r>
          </a:p>
        </p:txBody>
      </p:sp>
      <p:sp>
        <p:nvSpPr>
          <p:cNvPr id="5" name="Slide Number Placeholder 4">
            <a:extLst>
              <a:ext uri="{FF2B5EF4-FFF2-40B4-BE49-F238E27FC236}">
                <a16:creationId xmlns:a16="http://schemas.microsoft.com/office/drawing/2014/main" id="{65FC5C31-58F3-5597-5DD2-08CDC058552A}"/>
              </a:ext>
            </a:extLst>
          </p:cNvPr>
          <p:cNvSpPr>
            <a:spLocks noGrp="1"/>
          </p:cNvSpPr>
          <p:nvPr>
            <p:ph type="sldNum" idx="4"/>
          </p:nvPr>
        </p:nvSpPr>
        <p:spPr/>
        <p:txBody>
          <a:bodyPr/>
          <a:lstStyle/>
          <a:p>
            <a:fld id="{8C630A04-5A25-9E0C-9436-126091DB86B3}" type="slidenum">
              <a:rPr/>
              <a:t>8</a:t>
            </a:fld>
            <a:endParaRPr/>
          </a:p>
        </p:txBody>
      </p:sp>
      <p:sp>
        <p:nvSpPr>
          <p:cNvPr id="2" name="Footer Placeholder 12">
            <a:extLst>
              <a:ext uri="{FF2B5EF4-FFF2-40B4-BE49-F238E27FC236}">
                <a16:creationId xmlns:a16="http://schemas.microsoft.com/office/drawing/2014/main" id="{67D5D205-AA4D-7830-972A-4F36E0130CF7}"/>
              </a:ext>
            </a:extLst>
          </p:cNvPr>
          <p:cNvSpPr>
            <a:spLocks noGrp="1"/>
          </p:cNvSpPr>
          <p:nvPr/>
        </p:nvSpPr>
        <p:spPr>
          <a:xfrm>
            <a:off x="568324" y="13272850"/>
            <a:ext cx="4956176" cy="246221"/>
          </a:xfrm>
          <a:prstGeom prst="rect">
            <a:avLst/>
          </a:prstGeom>
        </p:spPr>
        <p:txBody>
          <a:bodyPr vert="horz" lIns="0" tIns="0" rIns="0" bIns="0" anchor="b">
            <a:noAutofit/>
          </a:bodyPr>
          <a:lstStyle>
            <a:lvl1pPr>
              <a:buNone/>
              <a:defRPr sz="1600" b="0" i="0"/>
            </a:lvl1pPr>
            <a:lvl2pPr marL="914688" algn="l" defTabSz="1829379">
              <a:buNone/>
              <a:defRPr sz="3600" kern="1200">
                <a:solidFill>
                  <a:schemeClr val="tx1"/>
                </a:solidFill>
                <a:latin typeface="+mn-lt"/>
                <a:ea typeface="+mn-lt"/>
                <a:cs typeface="+mn-lt"/>
              </a:defRPr>
            </a:lvl2pPr>
            <a:lvl3pPr marL="1829379" algn="l" defTabSz="1829379">
              <a:buNone/>
              <a:defRPr sz="3600" kern="1200">
                <a:solidFill>
                  <a:schemeClr val="tx1"/>
                </a:solidFill>
                <a:latin typeface="+mn-lt"/>
                <a:ea typeface="+mn-lt"/>
                <a:cs typeface="+mn-lt"/>
              </a:defRPr>
            </a:lvl3pPr>
            <a:lvl4pPr marL="2744068" algn="l" defTabSz="1829379">
              <a:buNone/>
              <a:defRPr sz="3600" kern="1200">
                <a:solidFill>
                  <a:schemeClr val="tx1"/>
                </a:solidFill>
                <a:latin typeface="+mn-lt"/>
                <a:ea typeface="+mn-lt"/>
                <a:cs typeface="+mn-lt"/>
              </a:defRPr>
            </a:lvl4pPr>
            <a:lvl5pPr marL="3658759" algn="l" defTabSz="1829379">
              <a:buNone/>
              <a:defRPr sz="3600" kern="1200">
                <a:solidFill>
                  <a:schemeClr val="tx1"/>
                </a:solidFill>
                <a:latin typeface="+mn-lt"/>
                <a:ea typeface="+mn-lt"/>
                <a:cs typeface="+mn-lt"/>
              </a:defRPr>
            </a:lvl5pPr>
            <a:lvl6pPr marL="4573447" algn="l" defTabSz="1829379">
              <a:buNone/>
              <a:defRPr sz="3600" kern="1200">
                <a:solidFill>
                  <a:schemeClr val="tx1"/>
                </a:solidFill>
                <a:latin typeface="+mn-lt"/>
                <a:ea typeface="+mn-lt"/>
                <a:cs typeface="+mn-lt"/>
              </a:defRPr>
            </a:lvl6pPr>
            <a:lvl7pPr marL="5488138" algn="l" defTabSz="1829379">
              <a:buNone/>
              <a:defRPr sz="3600" kern="1200">
                <a:solidFill>
                  <a:schemeClr val="tx1"/>
                </a:solidFill>
                <a:latin typeface="+mn-lt"/>
                <a:ea typeface="+mn-lt"/>
                <a:cs typeface="+mn-lt"/>
              </a:defRPr>
            </a:lvl7pPr>
            <a:lvl8pPr marL="6402827" algn="l" defTabSz="1829379">
              <a:buNone/>
              <a:defRPr sz="3600" kern="1200">
                <a:solidFill>
                  <a:schemeClr val="tx1"/>
                </a:solidFill>
                <a:latin typeface="+mn-lt"/>
                <a:ea typeface="+mn-lt"/>
                <a:cs typeface="+mn-lt"/>
              </a:defRPr>
            </a:lvl8pPr>
            <a:lvl9pPr marL="7317518" algn="l" defTabSz="1829379">
              <a:buNone/>
              <a:defRPr sz="3600" kern="1200">
                <a:solidFill>
                  <a:schemeClr val="tx1"/>
                </a:solidFill>
                <a:latin typeface="+mn-lt"/>
                <a:ea typeface="+mn-lt"/>
                <a:cs typeface="+mn-lt"/>
              </a:defRPr>
            </a:lvl9pPr>
          </a:lstStyle>
          <a:p>
            <a:r>
              <a:t>IBM TechXchange | © 2026 IBM Corporation</a:t>
            </a:r>
          </a:p>
        </p:txBody>
      </p:sp>
    </p:spTree>
    <p:extLst>
      <p:ext uri="{BB962C8B-B14F-4D97-AF65-F5344CB8AC3E}">
        <p14:creationId xmlns:p14="http://schemas.microsoft.com/office/powerpoint/2010/main" val="15190981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3387BF-BA22-C546-A98D-F4A597799DE1}"/>
              </a:ext>
            </a:extLst>
          </p:cNvPr>
          <p:cNvSpPr>
            <a:spLocks noGrp="1"/>
          </p:cNvSpPr>
          <p:nvPr>
            <p:ph type="title"/>
          </p:nvPr>
        </p:nvSpPr>
        <p:spPr>
          <a:xfrm>
            <a:off x="538494" y="383875"/>
            <a:ext cx="11080420" cy="1292526"/>
          </a:xfrm>
        </p:spPr>
        <p:txBody>
          <a:bodyPr/>
          <a:lstStyle/>
          <a:p>
            <a:r>
              <a:rPr lang="en-US" dirty="0"/>
              <a:t>Thank You</a:t>
            </a:r>
            <a:endParaRPr dirty="0"/>
          </a:p>
        </p:txBody>
      </p:sp>
      <p:sp>
        <p:nvSpPr>
          <p:cNvPr id="8" name="TextBox 7">
            <a:extLst>
              <a:ext uri="{FF2B5EF4-FFF2-40B4-BE49-F238E27FC236}">
                <a16:creationId xmlns:a16="http://schemas.microsoft.com/office/drawing/2014/main" id="{1BF65681-6ED5-4F8C-A7BE-DFF2374FF4C3}"/>
              </a:ext>
            </a:extLst>
          </p:cNvPr>
          <p:cNvSpPr>
            <a:spLocks noGrp="1"/>
          </p:cNvSpPr>
          <p:nvPr/>
        </p:nvSpPr>
        <p:spPr>
          <a:xfrm>
            <a:off x="-1242204" y="9454551"/>
            <a:ext cx="0" cy="0"/>
          </a:xfrm>
          <a:prstGeom prst="rect">
            <a:avLst/>
          </a:prstGeom>
          <a:ln w="12700"/>
        </p:spPr>
        <p:txBody>
          <a:bodyPr wrap="none" lIns="0" tIns="0" rIns="0" bIns="0">
            <a:noAutofit/>
          </a:bodyPr>
          <a:lstStyle/>
          <a:p>
            <a:pPr algn="l" defTabSz="2438400">
              <a:spcBef>
                <a:spcPts val="2900"/>
              </a:spcBef>
              <a:buSzPct val="100000"/>
              <a:buNone/>
            </a:pPr>
            <a:endParaRPr kern="0">
              <a:solidFill>
                <a:srgbClr val="000000"/>
              </a:solidFill>
            </a:endParaRPr>
          </a:p>
        </p:txBody>
      </p:sp>
      <p:sp>
        <p:nvSpPr>
          <p:cNvPr id="2" name="Footer Placeholder 5">
            <a:extLst>
              <a:ext uri="{FF2B5EF4-FFF2-40B4-BE49-F238E27FC236}">
                <a16:creationId xmlns:a16="http://schemas.microsoft.com/office/drawing/2014/main" id="{FC7E9AAC-A517-9990-A340-5CB10F44D328}"/>
              </a:ext>
            </a:extLst>
          </p:cNvPr>
          <p:cNvSpPr>
            <a:spLocks noGrp="1"/>
          </p:cNvSpPr>
          <p:nvPr>
            <p:ph type="ftr" idx="20"/>
          </p:nvPr>
        </p:nvSpPr>
        <p:spPr>
          <a:xfrm>
            <a:off x="568324" y="13272850"/>
            <a:ext cx="4956176" cy="246221"/>
          </a:xfrm>
        </p:spPr>
        <p:txBody>
          <a:bodyPr/>
          <a:lstStyle/>
          <a:p>
            <a:r>
              <a:rPr>
                <a:latin typeface="+mn-lt"/>
                <a:ea typeface="+mn-lt"/>
                <a:cs typeface="+mn-lt"/>
              </a:rPr>
              <a:t>IBM TechXchange | © 2026 IBM Corporation</a:t>
            </a:r>
          </a:p>
        </p:txBody>
      </p:sp>
      <p:sp>
        <p:nvSpPr>
          <p:cNvPr id="4" name="Slide Number Placeholder 4">
            <a:extLst>
              <a:ext uri="{FF2B5EF4-FFF2-40B4-BE49-F238E27FC236}">
                <a16:creationId xmlns:a16="http://schemas.microsoft.com/office/drawing/2014/main" id="{5AE91C43-2D5F-CC81-1D40-FA93CF7E2178}"/>
              </a:ext>
            </a:extLst>
          </p:cNvPr>
          <p:cNvSpPr>
            <a:spLocks noGrp="1"/>
          </p:cNvSpPr>
          <p:nvPr>
            <p:ph type="sldNum" idx="21"/>
          </p:nvPr>
        </p:nvSpPr>
        <p:spPr>
          <a:xfrm>
            <a:off x="23541592" y="13272850"/>
            <a:ext cx="270908" cy="246221"/>
          </a:xfrm>
        </p:spPr>
        <p:txBody>
          <a:bodyPr/>
          <a:lstStyle/>
          <a:p>
            <a:fld id="{D3D7D1C8-AE23-AA48-DF65-C742588DBE47}" type="slidenum">
              <a:rPr/>
              <a:t>9</a:t>
            </a:fld>
            <a:endParaRPr/>
          </a:p>
        </p:txBody>
      </p:sp>
      <p:sp>
        <p:nvSpPr>
          <p:cNvPr id="10" name="TextBox 9">
            <a:extLst>
              <a:ext uri="{FF2B5EF4-FFF2-40B4-BE49-F238E27FC236}">
                <a16:creationId xmlns:a16="http://schemas.microsoft.com/office/drawing/2014/main" id="{F9104913-6DCC-28F5-4D2F-DCCDEEEFD224}"/>
              </a:ext>
            </a:extLst>
          </p:cNvPr>
          <p:cNvSpPr txBox="1"/>
          <p:nvPr/>
        </p:nvSpPr>
        <p:spPr>
          <a:xfrm>
            <a:off x="15816400" y="5635255"/>
            <a:ext cx="7725192" cy="1384995"/>
          </a:xfrm>
          <a:prstGeom prst="rect">
            <a:avLst/>
          </a:prstGeom>
          <a:noFill/>
        </p:spPr>
        <p:txBody>
          <a:bodyPr wrap="none" rtlCol="0">
            <a:spAutoFit/>
          </a:bodyPr>
          <a:lstStyle/>
          <a:p>
            <a:r>
              <a:rPr lang="en-US" sz="2800" dirty="0" err="1">
                <a:solidFill>
                  <a:schemeClr val="bg1"/>
                </a:solidFill>
              </a:rPr>
              <a:t>Shanmugaraja</a:t>
            </a:r>
            <a:r>
              <a:rPr lang="en-US" sz="2800" dirty="0">
                <a:solidFill>
                  <a:schemeClr val="bg1"/>
                </a:solidFill>
              </a:rPr>
              <a:t> Selvam</a:t>
            </a:r>
            <a:br>
              <a:rPr lang="en-US" sz="2800" dirty="0">
                <a:solidFill>
                  <a:schemeClr val="bg1"/>
                </a:solidFill>
              </a:rPr>
            </a:br>
            <a:r>
              <a:rPr lang="en-US" sz="2800" dirty="0">
                <a:solidFill>
                  <a:schemeClr val="bg1"/>
                </a:solidFill>
              </a:rPr>
              <a:t>Solution Architect, IBM EMEA Build Engineering</a:t>
            </a:r>
            <a:br>
              <a:rPr lang="en-US" sz="2800" dirty="0">
                <a:solidFill>
                  <a:schemeClr val="bg1"/>
                </a:solidFill>
              </a:rPr>
            </a:br>
            <a:r>
              <a:rPr lang="en-US" sz="2800" dirty="0" err="1">
                <a:solidFill>
                  <a:schemeClr val="bg1"/>
                </a:solidFill>
              </a:rPr>
              <a:t>shanmsel@in.ibm.com</a:t>
            </a:r>
            <a:endParaRPr lang="en-US" sz="2800" dirty="0">
              <a:solidFill>
                <a:schemeClr val="bg1"/>
              </a:solidFill>
            </a:endParaRPr>
          </a:p>
        </p:txBody>
      </p:sp>
      <p:sp>
        <p:nvSpPr>
          <p:cNvPr id="11" name="TextBox 10">
            <a:extLst>
              <a:ext uri="{FF2B5EF4-FFF2-40B4-BE49-F238E27FC236}">
                <a16:creationId xmlns:a16="http://schemas.microsoft.com/office/drawing/2014/main" id="{CC015708-1D6B-8F16-3F05-3BA5F4EB03D1}"/>
              </a:ext>
            </a:extLst>
          </p:cNvPr>
          <p:cNvSpPr txBox="1"/>
          <p:nvPr/>
        </p:nvSpPr>
        <p:spPr>
          <a:xfrm>
            <a:off x="15816400" y="7680250"/>
            <a:ext cx="6758581" cy="1384995"/>
          </a:xfrm>
          <a:prstGeom prst="rect">
            <a:avLst/>
          </a:prstGeom>
          <a:noFill/>
        </p:spPr>
        <p:txBody>
          <a:bodyPr wrap="none" rtlCol="0">
            <a:spAutoFit/>
          </a:bodyPr>
          <a:lstStyle/>
          <a:p>
            <a:r>
              <a:rPr lang="en-US" sz="2800" dirty="0">
                <a:solidFill>
                  <a:schemeClr val="bg1"/>
                </a:solidFill>
              </a:rPr>
              <a:t>Niteesh Nair</a:t>
            </a:r>
            <a:br>
              <a:rPr lang="en-US" sz="2800" dirty="0">
                <a:solidFill>
                  <a:schemeClr val="bg1"/>
                </a:solidFill>
              </a:rPr>
            </a:br>
            <a:r>
              <a:rPr lang="en-US" sz="2800" dirty="0">
                <a:solidFill>
                  <a:schemeClr val="bg1"/>
                </a:solidFill>
              </a:rPr>
              <a:t>AI Engineer, IBM EMEA Build Engineering</a:t>
            </a:r>
            <a:br>
              <a:rPr lang="en-US" sz="2800" dirty="0">
                <a:solidFill>
                  <a:schemeClr val="bg1"/>
                </a:solidFill>
              </a:rPr>
            </a:br>
            <a:r>
              <a:rPr lang="en-US" sz="2800" dirty="0" err="1">
                <a:solidFill>
                  <a:schemeClr val="bg1"/>
                </a:solidFill>
              </a:rPr>
              <a:t>Niteesh.nair@ibm.com</a:t>
            </a:r>
            <a:endParaRPr lang="en-US" sz="2800" dirty="0">
              <a:solidFill>
                <a:schemeClr val="bg1"/>
              </a:solidFill>
            </a:endParaRPr>
          </a:p>
        </p:txBody>
      </p:sp>
    </p:spTree>
    <p:extLst>
      <p:ext uri="{BB962C8B-B14F-4D97-AF65-F5344CB8AC3E}">
        <p14:creationId xmlns:p14="http://schemas.microsoft.com/office/powerpoint/2010/main" val="7525449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5133112"/>
      </p:ext>
    </p:extLst>
  </p:cSld>
  <p:clrMapOvr>
    <a:masterClrMapping/>
  </p:clrMapOvr>
</p:sld>
</file>

<file path=ppt/theme/theme1.xml><?xml version="1.0" encoding="utf-8"?>
<a:theme xmlns:a="http://schemas.openxmlformats.org/drawingml/2006/main" name="IBM TechXchange 2025">
  <a:themeElements>
    <a:clrScheme name="Custom 1">
      <a:dk1>
        <a:srgbClr val="FFFFFF"/>
      </a:dk1>
      <a:lt1>
        <a:srgbClr val="000000"/>
      </a:lt1>
      <a:dk2>
        <a:srgbClr val="F3F3F3"/>
      </a:dk2>
      <a:lt2>
        <a:srgbClr val="78A9FF"/>
      </a:lt2>
      <a:accent1>
        <a:srgbClr val="0F62FE"/>
      </a:accent1>
      <a:accent2>
        <a:srgbClr val="A56EFF"/>
      </a:accent2>
      <a:accent3>
        <a:srgbClr val="003A6D"/>
      </a:accent3>
      <a:accent4>
        <a:srgbClr val="33B1FF"/>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Custom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IBM TechXchange 2025">
  <a:themeElements>
    <a:clrScheme name="Custom 1">
      <a:dk1>
        <a:srgbClr val="FFFFFF"/>
      </a:dk1>
      <a:lt1>
        <a:srgbClr val="000000"/>
      </a:lt1>
      <a:dk2>
        <a:srgbClr val="F3F3F3"/>
      </a:dk2>
      <a:lt2>
        <a:srgbClr val="78A9FF"/>
      </a:lt2>
      <a:accent1>
        <a:srgbClr val="0F62FE"/>
      </a:accent1>
      <a:accent2>
        <a:srgbClr val="A56EFF"/>
      </a:accent2>
      <a:accent3>
        <a:srgbClr val="003A6D"/>
      </a:accent3>
      <a:accent4>
        <a:srgbClr val="33B1FF"/>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Custom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534</TotalTime>
  <Words>772</Words>
  <Application>Microsoft Macintosh PowerPoint</Application>
  <DocSecurity>0</DocSecurity>
  <PresentationFormat>Custom</PresentationFormat>
  <Paragraphs>73</Paragraphs>
  <Slides>10</Slides>
  <Notes>10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10</vt:i4>
      </vt:variant>
    </vt:vector>
  </HeadingPairs>
  <TitlesOfParts>
    <vt:vector size="18" baseType="lpstr">
      <vt:lpstr>IBM Plex Sans Light</vt:lpstr>
      <vt:lpstr>Calibri</vt:lpstr>
      <vt:lpstr>IBM Plex Mono</vt:lpstr>
      <vt:lpstr>IBM Plex Sans</vt:lpstr>
      <vt:lpstr>IBM Plex Mono Light</vt:lpstr>
      <vt:lpstr>Arial</vt:lpstr>
      <vt:lpstr>IBM TechXchange 2025</vt:lpstr>
      <vt:lpstr>Office Theme</vt:lpstr>
      <vt:lpstr>PowerPoint Presentation</vt:lpstr>
      <vt:lpstr>Instructors</vt:lpstr>
      <vt:lpstr>What you will learn</vt:lpstr>
      <vt:lpstr>PowerPoint Presentation</vt:lpstr>
      <vt:lpstr>PowerPoint Presentation</vt:lpstr>
      <vt:lpstr>Before you begin</vt:lpstr>
      <vt:lpstr>Success criteria</vt:lpstr>
      <vt:lpstr>Notices and disclaimers</vt:lpstr>
      <vt:lpstr>Thank You</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Shanmugaraja Selvam</cp:lastModifiedBy>
  <cp:revision>24</cp:revision>
  <dcterms:created xsi:type="dcterms:W3CDTF">2026-08-25T05:18:23Z</dcterms:created>
  <dcterms:modified xsi:type="dcterms:W3CDTF">2026-08-27T05:21:04Z</dcterms:modified>
</cp:coreProperties>
</file>